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presProps.xml" ContentType="application/vnd.openxmlformats-officedocument.presentationml.presProps+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40.png" ContentType="image/png"/>
  <Override PartName="/ppt/media/image33.png" ContentType="image/png"/>
  <Override PartName="/ppt/media/image32.png" ContentType="image/png"/>
  <Override PartName="/ppt/media/image31.png" ContentType="image/png"/>
  <Override PartName="/ppt/media/image58.png" ContentType="image/png"/>
  <Override PartName="/ppt/media/image19.png" ContentType="image/png"/>
  <Override PartName="/ppt/media/image61.png" ContentType="image/png"/>
  <Override PartName="/ppt/media/image22.png" ContentType="image/png"/>
  <Override PartName="/ppt/media/image59.png" ContentType="image/png"/>
  <Override PartName="/ppt/media/image23.png" ContentType="image/png"/>
  <Override PartName="/ppt/media/image60.png" ContentType="image/png"/>
  <Override PartName="/ppt/media/image24.png" ContentType="image/png"/>
  <Override PartName="/ppt/media/image25.png" ContentType="image/png"/>
  <Override PartName="/ppt/media/image62.png" ContentType="image/png"/>
  <Override PartName="/ppt/media/image26.png" ContentType="image/png"/>
  <Override PartName="/ppt/media/image63.png" ContentType="image/png"/>
  <Override PartName="/ppt/media/image76.png" ContentType="image/png"/>
  <Override PartName="/ppt/media/image27.png" ContentType="image/png"/>
  <Override PartName="/ppt/media/image64.png" ContentType="image/png"/>
  <Override PartName="/ppt/media/image75.png" ContentType="image/png"/>
  <Override PartName="/ppt/media/image74.png" ContentType="image/png"/>
  <Override PartName="/ppt/media/image73.png" ContentType="image/png"/>
  <Override PartName="/ppt/media/image72.png" ContentType="image/png"/>
  <Override PartName="/ppt/media/image71.png" ContentType="image/png"/>
  <Override PartName="/ppt/media/image29.png" ContentType="image/png"/>
  <Override PartName="/ppt/media/image69.png" ContentType="image/png"/>
  <Override PartName="/ppt/media/image70.png" ContentType="image/png"/>
  <Override PartName="/ppt/media/image28.png" ContentType="image/png"/>
  <Override PartName="/ppt/media/image68.png" ContentType="image/png"/>
  <Override PartName="/ppt/media/image67.png" ContentType="image/png"/>
  <Override PartName="/ppt/media/image30.png" ContentType="image/png"/>
  <Override PartName="/ppt/media/image66.png" ContentType="image/png"/>
  <Override PartName="/ppt/media/image65.png" ContentType="image/png"/>
  <Override PartName="/ppt/media/image21.png" ContentType="image/png"/>
  <Override PartName="/ppt/media/image1.jpeg" ContentType="image/jpeg"/>
  <Override PartName="/ppt/media/image10.png" ContentType="image/png"/>
  <Override PartName="/ppt/media/image47.png" ContentType="image/png"/>
  <Override PartName="/ppt/media/image15.png" ContentType="image/png"/>
  <Override PartName="/ppt/media/image6.png" ContentType="image/png"/>
  <Override PartName="/ppt/media/image38.png" ContentType="image/png"/>
  <Override PartName="/ppt/media/image14.png" ContentType="image/png"/>
  <Override PartName="/ppt/media/image5.png" ContentType="image/png"/>
  <Override PartName="/ppt/media/image37.png" ContentType="image/png"/>
  <Override PartName="/ppt/media/image16.png" ContentType="image/png"/>
  <Override PartName="/ppt/media/image7.png" ContentType="image/png"/>
  <Override PartName="/ppt/media/image39.png" ContentType="image/png"/>
  <Override PartName="/ppt/media/image34.png" ContentType="image/png"/>
  <Override PartName="/ppt/media/image2.png" ContentType="image/png"/>
  <Override PartName="/ppt/media/image11.png" ContentType="image/png"/>
  <Override PartName="/ppt/media/image48.png" ContentType="image/png"/>
  <Override PartName="/ppt/media/image17.png" ContentType="image/png"/>
  <Override PartName="/ppt/media/image8.png" ContentType="image/png"/>
  <Override PartName="/ppt/media/image35.png" ContentType="image/png"/>
  <Override PartName="/ppt/media/image3.png" ContentType="image/png"/>
  <Override PartName="/ppt/media/image12.png" ContentType="image/png"/>
  <Override PartName="/ppt/media/image49.png" ContentType="image/png"/>
  <Override PartName="/ppt/media/image20.png" ContentType="image/png"/>
  <Override PartName="/ppt/media/image57.png" ContentType="image/png"/>
  <Override PartName="/ppt/media/image18.png" ContentType="image/png"/>
  <Override PartName="/ppt/media/image9.png" ContentType="image/png"/>
  <Override PartName="/ppt/media/image36.png" ContentType="image/png"/>
  <Override PartName="/ppt/media/image4.png" ContentType="image/png"/>
  <Override PartName="/ppt/media/image13.png" ContentType="image/png"/>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5.xml.rels" ContentType="application/vnd.openxmlformats-package.relationships+xml"/>
  <Override PartName="/ppt/notesSlides/_rels/notesSlide17.xml.rels" ContentType="application/vnd.openxmlformats-package.relationships+xml"/>
  <Override PartName="/ppt/notesSlides/_rels/notesSlide2.xml.rels" ContentType="application/vnd.openxmlformats-package.relationships+xml"/>
  <Override PartName="/ppt/notesSlides/_rels/notesSlide2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25.xml.rels" ContentType="application/vnd.openxmlformats-package.relationships+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8.xml.rels" ContentType="application/vnd.openxmlformats-package.relationships+xml"/>
  <Override PartName="/ppt/notesSlides/_rels/notesSlide23.xml.rels" ContentType="application/vnd.openxmlformats-package.relationships+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16.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59" r:id="rId7"/>
    <p:sldMasterId id="2147483661" r:id="rId8"/>
    <p:sldMasterId id="2147483663" r:id="rId9"/>
    <p:sldMasterId id="2147483665" r:id="rId10"/>
    <p:sldMasterId id="2147483667" r:id="rId11"/>
    <p:sldMasterId id="2147483669" r:id="rId12"/>
    <p:sldMasterId id="2147483671" r:id="rId13"/>
    <p:sldMasterId id="2147483673"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notesMaster" Target="notesMasters/notesMaster1.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95" name="PlaceHolder 4"/>
          <p:cNvSpPr>
            <a:spLocks noGrp="1"/>
          </p:cNvSpPr>
          <p:nvPr>
            <p:ph type="dt" idx="36"/>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6" name="PlaceHolder 5"/>
          <p:cNvSpPr>
            <a:spLocks noGrp="1"/>
          </p:cNvSpPr>
          <p:nvPr>
            <p:ph type="ftr" idx="37"/>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7" name="PlaceHolder 6"/>
          <p:cNvSpPr>
            <a:spLocks noGrp="1"/>
          </p:cNvSpPr>
          <p:nvPr>
            <p:ph type="sldNum" idx="38"/>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3C9E043-2A14-499B-BC7A-D90C9101A61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3" name="PlaceHolder 1"/>
          <p:cNvSpPr>
            <a:spLocks noGrp="1"/>
          </p:cNvSpPr>
          <p:nvPr>
            <p:ph type="sldImg"/>
          </p:nvPr>
        </p:nvSpPr>
        <p:spPr>
          <a:xfrm>
            <a:off x="381240" y="685800"/>
            <a:ext cx="6095520" cy="3428640"/>
          </a:xfrm>
          <a:prstGeom prst="rect">
            <a:avLst/>
          </a:prstGeom>
          <a:ln w="0">
            <a:noFill/>
          </a:ln>
        </p:spPr>
      </p:sp>
      <p:sp>
        <p:nvSpPr>
          <p:cNvPr id="1674"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rPr>
              <a:t>Why do we actually need deep learning?</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Deep learning is cheaper than a doctor =&gt; we can treat more patients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Models are not getting tired, unlike doctors who might miss details after long working hours</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AI is usually good at grasping something that is hard to put in a formula. Historical computer aided systems were just a set of rules, and no matter how complex the rules were, they would always lack details that a human doctor would not miss.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Machine learning changes the paradigm: the computer learns from data, instead of predefined rules.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This means that our task is harder: instead of just implementing arbitrary rules, we need to actually think for each problem, about which type of model is best suited, train it, test it, compare with others, etc…</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5" name="PlaceHolder 1"/>
          <p:cNvSpPr>
            <a:spLocks noGrp="1"/>
          </p:cNvSpPr>
          <p:nvPr>
            <p:ph type="sldImg"/>
          </p:nvPr>
        </p:nvSpPr>
        <p:spPr>
          <a:xfrm>
            <a:off x="381240" y="685800"/>
            <a:ext cx="6095520" cy="3428640"/>
          </a:xfrm>
          <a:prstGeom prst="rect">
            <a:avLst/>
          </a:prstGeom>
          <a:ln w="0">
            <a:noFill/>
          </a:ln>
        </p:spPr>
      </p:sp>
      <p:sp>
        <p:nvSpPr>
          <p:cNvPr id="1676"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indent="0">
              <a:lnSpc>
                <a:spcPct val="100000"/>
              </a:lnSpc>
              <a:buNone/>
              <a:tabLst>
                <a:tab algn="l" pos="0"/>
              </a:tabLst>
            </a:pPr>
            <a:r>
              <a:rPr b="0" lang="en-US" sz="1100" spc="-1" strike="noStrike">
                <a:solidFill>
                  <a:srgbClr val="000000"/>
                </a:solidFill>
                <a:latin typeface="Arial"/>
              </a:rPr>
              <a:t>Why do we actually need deep learning?</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Deep learning is cheaper than a doctor =&gt; we can treat more patients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Models are not getting tired, unlike doctors who might miss details after long working hours</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AI is usually good at grasping something that is hard to put in a formula. Historical computer aided systems were just a set of rules, and no matter how complex the rules were, they would always lack details that a human doctor would not miss.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Machine learning changes the paradigm: the computer learns from data, instead of predefined rules.</a:t>
            </a:r>
            <a:endParaRPr b="0" lang="en-US" sz="1100" spc="-1" strike="noStrike">
              <a:solidFill>
                <a:srgbClr val="000000"/>
              </a:solidFill>
              <a:latin typeface="Arial"/>
            </a:endParaRPr>
          </a:p>
          <a:p>
            <a:pPr indent="0">
              <a:lnSpc>
                <a:spcPct val="100000"/>
              </a:lnSpc>
              <a:buNone/>
              <a:tabLst>
                <a:tab algn="l" pos="0"/>
              </a:tabLst>
            </a:pPr>
            <a:r>
              <a:rPr b="0" lang="en-US" sz="1100" spc="-1" strike="noStrike">
                <a:solidFill>
                  <a:srgbClr val="000000"/>
                </a:solidFill>
                <a:latin typeface="Arial"/>
              </a:rPr>
              <a:t>This means that our task is harder: instead of just implementing arbitrary rules, we need to actually think for each problem, about which type of model is best suited, train it, test it, compare with others, etc…</a:t>
            </a:r>
            <a:endParaRPr b="0" lang="en-US" sz="1100" spc="-1" strike="noStrike">
              <a:solidFill>
                <a:srgbClr val="000000"/>
              </a:solidFill>
              <a:latin typeface="Arial"/>
            </a:endParaRPr>
          </a:p>
          <a:p>
            <a:pPr indent="0">
              <a:lnSpc>
                <a:spcPct val="100000"/>
              </a:lnSpc>
              <a:buNone/>
              <a:tabLst>
                <a:tab algn="l" pos="0"/>
              </a:tabLst>
            </a:pPr>
            <a:endParaRPr b="0" lang="en-US" sz="11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7" name="PlaceHolder 1"/>
          <p:cNvSpPr>
            <a:spLocks noGrp="1"/>
          </p:cNvSpPr>
          <p:nvPr>
            <p:ph type="sldImg"/>
          </p:nvPr>
        </p:nvSpPr>
        <p:spPr>
          <a:xfrm>
            <a:off x="685800" y="1143000"/>
            <a:ext cx="5486040" cy="3085920"/>
          </a:xfrm>
          <a:prstGeom prst="rect">
            <a:avLst/>
          </a:prstGeom>
          <a:ln w="0">
            <a:noFill/>
          </a:ln>
        </p:spPr>
      </p:sp>
      <p:sp>
        <p:nvSpPr>
          <p:cNvPr id="16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Nous en avons des milliers dans le corps, beaucoup sont dans notre cerveau. Les neurones se transmettent des information grâce à des signaux électriques et chimiques. Il existe des tas de visualisation très jolies sur internet.</a:t>
            </a:r>
            <a:endParaRPr b="0" lang="en-US" sz="2000" spc="-1" strike="noStrike">
              <a:solidFill>
                <a:srgbClr val="000000"/>
              </a:solidFill>
              <a:latin typeface="Arial"/>
            </a:endParaRPr>
          </a:p>
        </p:txBody>
      </p:sp>
      <p:sp>
        <p:nvSpPr>
          <p:cNvPr id="1679"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986D6C2-4DDA-406B-9610-E3A68048F2E3}"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0" name="PlaceHolder 1"/>
          <p:cNvSpPr>
            <a:spLocks noGrp="1"/>
          </p:cNvSpPr>
          <p:nvPr>
            <p:ph type="sldImg"/>
          </p:nvPr>
        </p:nvSpPr>
        <p:spPr>
          <a:xfrm>
            <a:off x="685800" y="1143000"/>
            <a:ext cx="5486040" cy="3085920"/>
          </a:xfrm>
          <a:prstGeom prst="rect">
            <a:avLst/>
          </a:prstGeom>
          <a:ln w="0">
            <a:noFill/>
          </a:ln>
        </p:spPr>
      </p:sp>
      <p:sp>
        <p:nvSpPr>
          <p:cNvPr id="168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Les composants principaux d’un neurone biologique. Axon pour envoyer un signal, dendrite pour recevoir un signal, et synapse sontt des </a:t>
            </a:r>
            <a:r>
              <a:rPr b="0" lang="en-GB" sz="2000" spc="-1" strike="noStrike">
                <a:solidFill>
                  <a:srgbClr val="000000"/>
                </a:solidFill>
                <a:latin typeface="Arial"/>
              </a:rPr>
              <a:t>zones de communication</a:t>
            </a:r>
            <a:endParaRPr b="0" lang="en-US" sz="2000" spc="-1" strike="noStrike">
              <a:solidFill>
                <a:srgbClr val="000000"/>
              </a:solidFill>
              <a:latin typeface="Arial"/>
            </a:endParaRPr>
          </a:p>
        </p:txBody>
      </p:sp>
      <p:sp>
        <p:nvSpPr>
          <p:cNvPr id="1682"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32B8A95-39DB-4783-B924-C835513477A2}"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3" name="PlaceHolder 1"/>
          <p:cNvSpPr>
            <a:spLocks noGrp="1"/>
          </p:cNvSpPr>
          <p:nvPr>
            <p:ph type="sldImg"/>
          </p:nvPr>
        </p:nvSpPr>
        <p:spPr>
          <a:xfrm>
            <a:off x="685800" y="1143000"/>
            <a:ext cx="5486040" cy="3085920"/>
          </a:xfrm>
          <a:prstGeom prst="rect">
            <a:avLst/>
          </a:prstGeom>
          <a:ln w="0">
            <a:noFill/>
          </a:ln>
        </p:spPr>
      </p:sp>
      <p:sp>
        <p:nvSpPr>
          <p:cNvPr id="168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L’intégration synaptique est le processus de transmission des informations d’un neurone à un autre (au niveau biologique).</a:t>
            </a:r>
            <a:endParaRPr b="0" lang="en-US" sz="2000" spc="-1" strike="noStrike">
              <a:solidFill>
                <a:srgbClr val="000000"/>
              </a:solidFill>
              <a:latin typeface="Arial"/>
            </a:endParaRPr>
          </a:p>
          <a:p>
            <a:pPr marL="216000" indent="0">
              <a:lnSpc>
                <a:spcPct val="100000"/>
              </a:lnSpc>
              <a:buNone/>
            </a:pPr>
            <a:r>
              <a:rPr b="0" lang="fr-FR" sz="2000" spc="-1" strike="noStrike">
                <a:solidFill>
                  <a:srgbClr val="000000"/>
                </a:solidFill>
                <a:latin typeface="Arial"/>
              </a:rPr>
              <a:t>Considérons le neurone de droite [montrer]: voyons sous quelles conditions il va transmettre l’information (un signal, une activation).</a:t>
            </a:r>
            <a:endParaRPr b="0" lang="en-US" sz="2000" spc="-1" strike="noStrike">
              <a:solidFill>
                <a:srgbClr val="000000"/>
              </a:solidFill>
              <a:latin typeface="Arial"/>
            </a:endParaRPr>
          </a:p>
          <a:p>
            <a:pPr marL="216000" indent="0">
              <a:lnSpc>
                <a:spcPct val="100000"/>
              </a:lnSpc>
              <a:buNone/>
            </a:pPr>
            <a:r>
              <a:rPr b="0" lang="fr-FR" sz="2000" spc="-1" strike="noStrike">
                <a:solidFill>
                  <a:srgbClr val="000000"/>
                </a:solidFill>
                <a:latin typeface="Arial"/>
              </a:rPr>
              <a:t>Tout d’abord, si un des neurones auquel il est connecté lui envoie un petit signal… [animation] Il ne transmet pas le signal.</a:t>
            </a:r>
            <a:endParaRPr b="0" lang="en-US" sz="2000" spc="-1" strike="noStrike">
              <a:solidFill>
                <a:srgbClr val="000000"/>
              </a:solidFill>
              <a:latin typeface="Arial"/>
            </a:endParaRPr>
          </a:p>
        </p:txBody>
      </p:sp>
      <p:sp>
        <p:nvSpPr>
          <p:cNvPr id="1685"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DCC33C5-76F5-4BF8-9A53-3272D62E48A8}"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6" name="PlaceHolder 1"/>
          <p:cNvSpPr>
            <a:spLocks noGrp="1"/>
          </p:cNvSpPr>
          <p:nvPr>
            <p:ph type="sldImg"/>
          </p:nvPr>
        </p:nvSpPr>
        <p:spPr>
          <a:xfrm>
            <a:off x="685800" y="1143000"/>
            <a:ext cx="5486040" cy="3085920"/>
          </a:xfrm>
          <a:prstGeom prst="rect">
            <a:avLst/>
          </a:prstGeom>
          <a:ln w="0">
            <a:noFill/>
          </a:ln>
        </p:spPr>
      </p:sp>
      <p:sp>
        <p:nvSpPr>
          <p:cNvPr id="168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r-FR" sz="2000" spc="-1" strike="noStrike">
                <a:solidFill>
                  <a:srgbClr val="000000"/>
                </a:solidFill>
                <a:latin typeface="Arial"/>
              </a:rPr>
              <a:t>Ensuite, si un des neurones auquel il est connecté lui envoie un gros signal… [animation] Il transmet le signal.</a:t>
            </a:r>
            <a:endParaRPr b="0" lang="en-US" sz="2000" spc="-1" strike="noStrike">
              <a:solidFill>
                <a:srgbClr val="000000"/>
              </a:solidFill>
              <a:latin typeface="Arial"/>
            </a:endParaRPr>
          </a:p>
        </p:txBody>
      </p:sp>
      <p:sp>
        <p:nvSpPr>
          <p:cNvPr id="1688"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BC3D95D-371D-4992-9FA8-BF107BC36F3B}"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9" name="PlaceHolder 1"/>
          <p:cNvSpPr>
            <a:spLocks noGrp="1"/>
          </p:cNvSpPr>
          <p:nvPr>
            <p:ph type="sldImg"/>
          </p:nvPr>
        </p:nvSpPr>
        <p:spPr>
          <a:xfrm>
            <a:off x="685800" y="1143000"/>
            <a:ext cx="5486040" cy="3085920"/>
          </a:xfrm>
          <a:prstGeom prst="rect">
            <a:avLst/>
          </a:prstGeom>
          <a:ln w="0">
            <a:noFill/>
          </a:ln>
        </p:spPr>
      </p:sp>
      <p:sp>
        <p:nvSpPr>
          <p:cNvPr id="169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r-FR" sz="2000" spc="-1" strike="noStrike">
                <a:solidFill>
                  <a:srgbClr val="000000"/>
                </a:solidFill>
                <a:latin typeface="Arial"/>
              </a:rPr>
              <a:t>Mais si plusieurs des neurones auquel il est connecté lui envoient tous un petit signal… [animation] Il transmet le signal!</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On dit que l’intégration synaptique se fait en puissance et en quantité.</a:t>
            </a:r>
            <a:endParaRPr b="0" lang="en-US" sz="2000" spc="-1" strike="noStrike">
              <a:solidFill>
                <a:srgbClr val="000000"/>
              </a:solidFill>
              <a:latin typeface="Arial"/>
            </a:endParaRPr>
          </a:p>
        </p:txBody>
      </p:sp>
      <p:sp>
        <p:nvSpPr>
          <p:cNvPr id="1691"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2569B96-FCC6-4F33-A43F-68B4AA2AC7EC}"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2" name="PlaceHolder 1"/>
          <p:cNvSpPr>
            <a:spLocks noGrp="1"/>
          </p:cNvSpPr>
          <p:nvPr>
            <p:ph type="sldImg"/>
          </p:nvPr>
        </p:nvSpPr>
        <p:spPr>
          <a:xfrm>
            <a:off x="685800" y="1143000"/>
            <a:ext cx="5486040" cy="3085920"/>
          </a:xfrm>
          <a:prstGeom prst="rect">
            <a:avLst/>
          </a:prstGeom>
          <a:ln w="0">
            <a:noFill/>
          </a:ln>
        </p:spPr>
      </p:sp>
      <p:sp>
        <p:nvSpPr>
          <p:cNvPr id="16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defTabSz="914400">
              <a:lnSpc>
                <a:spcPct val="100000"/>
              </a:lnSpc>
              <a:buNone/>
              <a:tabLst>
                <a:tab algn="l" pos="0"/>
              </a:tabLst>
            </a:pPr>
            <a:r>
              <a:rPr b="0" lang="fr-FR" sz="2000" spc="-1" strike="noStrike">
                <a:solidFill>
                  <a:srgbClr val="000000"/>
                </a:solidFill>
                <a:latin typeface="Arial"/>
              </a:rPr>
              <a:t>Passons maintenant à la simulation informatique de neurones.</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(On considère le neurone central)</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Les connexions entre neurones biologiques se font via des synapses; toutes ne sont pas de la même « qualité » : certaines transmettent très bien les signaux, d’autre beaucoup moins.</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Nous simulons cela au niveau informatique via des poids.</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Ensuite, le neurone biologique possède un corps cellulaire, qui décide si oui ou non, il transmet le signal. Ceci est fait au niveau informatique par une « fonction d’agrégat ».</a:t>
            </a:r>
            <a:endParaRPr b="0" lang="en-US" sz="2000" spc="-1" strike="noStrike">
              <a:solidFill>
                <a:srgbClr val="000000"/>
              </a:solidFill>
              <a:latin typeface="Arial"/>
            </a:endParaRPr>
          </a:p>
          <a:p>
            <a:pPr indent="0" defTabSz="914400">
              <a:lnSpc>
                <a:spcPct val="100000"/>
              </a:lnSpc>
              <a:buNone/>
              <a:tabLst>
                <a:tab algn="l" pos="0"/>
              </a:tabLst>
            </a:pPr>
            <a:r>
              <a:rPr b="0" lang="fr-FR" sz="2000" spc="-1" strike="noStrike">
                <a:solidFill>
                  <a:srgbClr val="000000"/>
                </a:solidFill>
                <a:latin typeface="Arial"/>
              </a:rPr>
              <a:t>Enfin, le neurone biologique a un axone, pour envoyer le signal a un ou plusieurs autres neurones. En informatique, le neurone possède une ou plusieurs sorties.</a:t>
            </a:r>
            <a:endParaRPr b="0" lang="en-US" sz="2000" spc="-1" strike="noStrike">
              <a:solidFill>
                <a:srgbClr val="000000"/>
              </a:solidFill>
              <a:latin typeface="Arial"/>
            </a:endParaRPr>
          </a:p>
        </p:txBody>
      </p:sp>
      <p:sp>
        <p:nvSpPr>
          <p:cNvPr id="1694"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D6FCFAD-948A-4D4F-93B9-F9F068CD26D0}"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5" name="PlaceHolder 1"/>
          <p:cNvSpPr>
            <a:spLocks noGrp="1"/>
          </p:cNvSpPr>
          <p:nvPr>
            <p:ph type="sldImg"/>
          </p:nvPr>
        </p:nvSpPr>
        <p:spPr>
          <a:xfrm>
            <a:off x="685800" y="1143000"/>
            <a:ext cx="5486040" cy="3085920"/>
          </a:xfrm>
          <a:prstGeom prst="rect">
            <a:avLst/>
          </a:prstGeom>
          <a:ln w="0">
            <a:noFill/>
          </a:ln>
        </p:spPr>
      </p:sp>
      <p:sp>
        <p:nvSpPr>
          <p:cNvPr id="16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Treat each layer as a vector</a:t>
            </a:r>
            <a:endParaRPr b="0" lang="en-US" sz="2000" spc="-1" strike="noStrike">
              <a:solidFill>
                <a:srgbClr val="000000"/>
              </a:solidFill>
              <a:latin typeface="Arial"/>
            </a:endParaRPr>
          </a:p>
        </p:txBody>
      </p:sp>
      <p:sp>
        <p:nvSpPr>
          <p:cNvPr id="1697"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06F3334-5FD5-4D3C-8927-9629D0C39918}"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8" name="PlaceHolder 1"/>
          <p:cNvSpPr>
            <a:spLocks noGrp="1"/>
          </p:cNvSpPr>
          <p:nvPr>
            <p:ph type="sldImg"/>
          </p:nvPr>
        </p:nvSpPr>
        <p:spPr>
          <a:xfrm>
            <a:off x="685800" y="1143000"/>
            <a:ext cx="5486040" cy="3085920"/>
          </a:xfrm>
          <a:prstGeom prst="rect">
            <a:avLst/>
          </a:prstGeom>
          <a:ln w="0">
            <a:noFill/>
          </a:ln>
        </p:spPr>
      </p:sp>
      <p:sp>
        <p:nvSpPr>
          <p:cNvPr id="16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Treat each layer as a vector</a:t>
            </a:r>
            <a:endParaRPr b="0" lang="en-US" sz="2000" spc="-1" strike="noStrike">
              <a:solidFill>
                <a:srgbClr val="000000"/>
              </a:solidFill>
              <a:latin typeface="Arial"/>
            </a:endParaRPr>
          </a:p>
        </p:txBody>
      </p:sp>
      <p:sp>
        <p:nvSpPr>
          <p:cNvPr id="1700"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0FC16F8-8F0C-458C-846F-0F7D3CDDF950}"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1" name="PlaceHolder 1"/>
          <p:cNvSpPr>
            <a:spLocks noGrp="1"/>
          </p:cNvSpPr>
          <p:nvPr>
            <p:ph type="sldImg"/>
          </p:nvPr>
        </p:nvSpPr>
        <p:spPr>
          <a:xfrm>
            <a:off x="685800" y="1143000"/>
            <a:ext cx="5486040" cy="3085920"/>
          </a:xfrm>
          <a:prstGeom prst="rect">
            <a:avLst/>
          </a:prstGeom>
          <a:ln w="0">
            <a:noFill/>
          </a:ln>
        </p:spPr>
      </p:sp>
      <p:sp>
        <p:nvSpPr>
          <p:cNvPr id="17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Some neurons may be consistently too large/small, so we add a bias</a:t>
            </a:r>
            <a:endParaRPr b="0" lang="en-US" sz="2000" spc="-1" strike="noStrike">
              <a:solidFill>
                <a:srgbClr val="000000"/>
              </a:solidFill>
              <a:latin typeface="Arial"/>
            </a:endParaRPr>
          </a:p>
        </p:txBody>
      </p:sp>
      <p:sp>
        <p:nvSpPr>
          <p:cNvPr id="1703"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59866CC-F4A6-478D-A4C2-5F25E905F11F}"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4" name="PlaceHolder 1"/>
          <p:cNvSpPr>
            <a:spLocks noGrp="1"/>
          </p:cNvSpPr>
          <p:nvPr>
            <p:ph type="sldImg"/>
          </p:nvPr>
        </p:nvSpPr>
        <p:spPr>
          <a:xfrm>
            <a:off x="685800" y="1143000"/>
            <a:ext cx="5486040" cy="3085920"/>
          </a:xfrm>
          <a:prstGeom prst="rect">
            <a:avLst/>
          </a:prstGeom>
          <a:ln w="0">
            <a:noFill/>
          </a:ln>
        </p:spPr>
      </p:sp>
      <p:sp>
        <p:nvSpPr>
          <p:cNvPr id="17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Need to add complexity: linear transform twice is itself a linear transform</a:t>
            </a:r>
            <a:endParaRPr b="0" lang="en-US" sz="2000" spc="-1" strike="noStrike">
              <a:solidFill>
                <a:srgbClr val="000000"/>
              </a:solidFill>
              <a:latin typeface="Arial"/>
            </a:endParaRPr>
          </a:p>
        </p:txBody>
      </p:sp>
      <p:sp>
        <p:nvSpPr>
          <p:cNvPr id="1706"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B44D5A6-97F3-4B09-BB0A-A60D3355542B}"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7" name="PlaceHolder 1"/>
          <p:cNvSpPr>
            <a:spLocks noGrp="1"/>
          </p:cNvSpPr>
          <p:nvPr>
            <p:ph type="sldImg"/>
          </p:nvPr>
        </p:nvSpPr>
        <p:spPr>
          <a:xfrm>
            <a:off x="685800" y="1143000"/>
            <a:ext cx="5486040" cy="3085920"/>
          </a:xfrm>
          <a:prstGeom prst="rect">
            <a:avLst/>
          </a:prstGeom>
          <a:ln w="0">
            <a:noFill/>
          </a:ln>
        </p:spPr>
      </p:sp>
      <p:sp>
        <p:nvSpPr>
          <p:cNvPr id="17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With non-linear activation function sigma, the complexity of the system can not be simplified to a single layer.</a:t>
            </a:r>
            <a:endParaRPr b="0" lang="en-US" sz="2000" spc="-1" strike="noStrike">
              <a:solidFill>
                <a:srgbClr val="000000"/>
              </a:solidFill>
              <a:latin typeface="Arial"/>
            </a:endParaRPr>
          </a:p>
        </p:txBody>
      </p:sp>
      <p:sp>
        <p:nvSpPr>
          <p:cNvPr id="1709"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41FFD2E-AF43-4028-A7EE-7E6FB08C8BE1}"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0" name="PlaceHolder 1"/>
          <p:cNvSpPr>
            <a:spLocks noGrp="1"/>
          </p:cNvSpPr>
          <p:nvPr>
            <p:ph type="sldImg"/>
          </p:nvPr>
        </p:nvSpPr>
        <p:spPr>
          <a:xfrm>
            <a:off x="685800" y="1143000"/>
            <a:ext cx="5486040" cy="3085920"/>
          </a:xfrm>
          <a:prstGeom prst="rect">
            <a:avLst/>
          </a:prstGeom>
          <a:ln w="0">
            <a:noFill/>
          </a:ln>
        </p:spPr>
      </p:sp>
      <p:sp>
        <p:nvSpPr>
          <p:cNvPr id="17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With non-linear activation function sigma, the complexity of the system can not be simplified to a single layer.</a:t>
            </a:r>
            <a:endParaRPr b="0" lang="en-US" sz="2000" spc="-1" strike="noStrike">
              <a:solidFill>
                <a:srgbClr val="000000"/>
              </a:solidFill>
              <a:latin typeface="Arial"/>
            </a:endParaRPr>
          </a:p>
        </p:txBody>
      </p:sp>
      <p:sp>
        <p:nvSpPr>
          <p:cNvPr id="1712"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77AB3C3-93B0-4F47-A891-6A5CC47E5739}"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3" name="PlaceHolder 1"/>
          <p:cNvSpPr>
            <a:spLocks noGrp="1"/>
          </p:cNvSpPr>
          <p:nvPr>
            <p:ph type="sldImg"/>
          </p:nvPr>
        </p:nvSpPr>
        <p:spPr>
          <a:xfrm>
            <a:off x="685800" y="1143000"/>
            <a:ext cx="5486040" cy="3085920"/>
          </a:xfrm>
          <a:prstGeom prst="rect">
            <a:avLst/>
          </a:prstGeom>
          <a:ln w="0">
            <a:noFill/>
          </a:ln>
        </p:spPr>
      </p:sp>
      <p:sp>
        <p:nvSpPr>
          <p:cNvPr id="17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Using chain rule, we step by step calculate the derivative of the error function in terms of all intermediate variables.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Then, we use gradient descent to update all parameters.</a:t>
            </a:r>
            <a:endParaRPr b="0" lang="en-US" sz="2000" spc="-1" strike="noStrike">
              <a:solidFill>
                <a:srgbClr val="000000"/>
              </a:solidFill>
              <a:latin typeface="Arial"/>
            </a:endParaRPr>
          </a:p>
        </p:txBody>
      </p:sp>
      <p:sp>
        <p:nvSpPr>
          <p:cNvPr id="1715"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0FAFB14-2E98-4C76-A786-BE5C1633C3DA}"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6" name="PlaceHolder 1"/>
          <p:cNvSpPr>
            <a:spLocks noGrp="1"/>
          </p:cNvSpPr>
          <p:nvPr>
            <p:ph type="sldImg"/>
          </p:nvPr>
        </p:nvSpPr>
        <p:spPr>
          <a:xfrm>
            <a:off x="685800" y="1143000"/>
            <a:ext cx="5486040" cy="3085920"/>
          </a:xfrm>
          <a:prstGeom prst="rect">
            <a:avLst/>
          </a:prstGeom>
          <a:ln w="0">
            <a:noFill/>
          </a:ln>
        </p:spPr>
      </p:sp>
      <p:sp>
        <p:nvSpPr>
          <p:cNvPr id="17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 update the parameters by subtracting the gradient, times the learning rate.</a:t>
            </a:r>
            <a:endParaRPr b="0" lang="en-US" sz="2000" spc="-1" strike="noStrike">
              <a:solidFill>
                <a:srgbClr val="000000"/>
              </a:solidFill>
              <a:latin typeface="Arial"/>
            </a:endParaRPr>
          </a:p>
        </p:txBody>
      </p:sp>
      <p:sp>
        <p:nvSpPr>
          <p:cNvPr id="1718"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E594F69-177A-4617-BF27-F5CFFAC0D35C}" type="slidenum">
              <a:rPr b="0" lang="en-US" sz="1200" spc="-1" strike="noStrike">
                <a:solidFill>
                  <a:srgbClr val="000000"/>
                </a:solidFill>
                <a:latin typeface="Times New Roman"/>
              </a:rPr>
              <a:t>27</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9" name="PlaceHolder 1"/>
          <p:cNvSpPr>
            <a:spLocks noGrp="1"/>
          </p:cNvSpPr>
          <p:nvPr>
            <p:ph type="sldImg"/>
          </p:nvPr>
        </p:nvSpPr>
        <p:spPr>
          <a:xfrm>
            <a:off x="685800" y="1143000"/>
            <a:ext cx="5486040" cy="3085920"/>
          </a:xfrm>
          <a:prstGeom prst="rect">
            <a:avLst/>
          </a:prstGeom>
          <a:ln w="0">
            <a:noFill/>
          </a:ln>
        </p:spPr>
      </p:sp>
      <p:sp>
        <p:nvSpPr>
          <p:cNvPr id="17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d1d5db"/>
                </a:solidFill>
                <a:latin typeface="Söhne"/>
              </a:rPr>
              <a:t>Quelle fonction d'activation devrait être utilisée ? Eh bien, si vous traitez une régression logistique binaire (est-ce un cancer ou pas), vous voulez des valeurs de sortie entre 0 et 1, donc la fonction d'activation de la dernière couche sera sigm. Si vous voulez prédire le prix d'une action, vous voudrez peut-être utiliser relu sur la dernière couche car vous voulez des valeurs de sortie dans R+. Pour les fonctions d’activation sur les couches cachées, il y a un certain nombre de règles qui existent mais le plus facile est de former le réseau avec certaines fonctions d'activation, de les changer et de voir si votre loss diminue. Si c’est le cas, garder les nouvelles fonctions d’activation, sinon garder les anciennes. En gros, le choix de la fonction d'activation à utiliser est un hyperparamètre (si vous ne savez pas ce qu’est un hyperparamètre j’explique dans quelques slides).</a:t>
            </a:r>
            <a:endParaRPr b="0" lang="en-US" sz="2000" spc="-1" strike="noStrike">
              <a:solidFill>
                <a:srgbClr val="000000"/>
              </a:solidFill>
              <a:latin typeface="Arial"/>
            </a:endParaRPr>
          </a:p>
        </p:txBody>
      </p:sp>
      <p:sp>
        <p:nvSpPr>
          <p:cNvPr id="1721" name="PlaceHolder 3"/>
          <p:cNvSpPr>
            <a:spLocks noGrp="1"/>
          </p:cNvSpPr>
          <p:nvPr>
            <p:ph type="sldNum" idx="5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54EAB32-D062-4E19-B3C6-6523F6DD4E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2" name="PlaceHolder 1"/>
          <p:cNvSpPr>
            <a:spLocks noGrp="1"/>
          </p:cNvSpPr>
          <p:nvPr>
            <p:ph type="sldImg"/>
          </p:nvPr>
        </p:nvSpPr>
        <p:spPr>
          <a:xfrm>
            <a:off x="685800" y="1143000"/>
            <a:ext cx="5486040" cy="3085920"/>
          </a:xfrm>
          <a:prstGeom prst="rect">
            <a:avLst/>
          </a:prstGeom>
          <a:ln w="0">
            <a:noFill/>
          </a:ln>
        </p:spPr>
      </p:sp>
      <p:sp>
        <p:nvSpPr>
          <p:cNvPr id="17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Note that in reality, x and y are also multi-dimensional vectors, but all the math remains the same.</a:t>
            </a:r>
            <a:endParaRPr b="0" lang="en-US" sz="2000" spc="-1" strike="noStrike">
              <a:solidFill>
                <a:srgbClr val="000000"/>
              </a:solidFill>
              <a:latin typeface="Arial"/>
            </a:endParaRPr>
          </a:p>
        </p:txBody>
      </p:sp>
      <p:sp>
        <p:nvSpPr>
          <p:cNvPr id="1724" name="PlaceHolder 3"/>
          <p:cNvSpPr>
            <a:spLocks noGrp="1"/>
          </p:cNvSpPr>
          <p:nvPr>
            <p:ph type="sldNum" idx="5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74EFE95-33A9-4DB6-AE6B-01B11F8ADAF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5" name="PlaceHolder 1"/>
          <p:cNvSpPr>
            <a:spLocks noGrp="1"/>
          </p:cNvSpPr>
          <p:nvPr>
            <p:ph type="sldImg"/>
          </p:nvPr>
        </p:nvSpPr>
        <p:spPr>
          <a:xfrm>
            <a:off x="685800" y="1143000"/>
            <a:ext cx="5486040" cy="3085920"/>
          </a:xfrm>
          <a:prstGeom prst="rect">
            <a:avLst/>
          </a:prstGeom>
          <a:ln w="0">
            <a:noFill/>
          </a:ln>
        </p:spPr>
      </p:sp>
      <p:sp>
        <p:nvSpPr>
          <p:cNvPr id="17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Les dérivées finales que l’on veut calculer ce sont par rapport à a et b, parce que ce sont a et b qu’on veut faire bouger.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We consider the simplest possible case: 1D x, 1D y, and no activation function.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Note that this is in fact just a linear model.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p:txBody>
      </p:sp>
      <p:sp>
        <p:nvSpPr>
          <p:cNvPr id="1727" name="PlaceHolder 3"/>
          <p:cNvSpPr>
            <a:spLocks noGrp="1"/>
          </p:cNvSpPr>
          <p:nvPr>
            <p:ph type="sldNum" idx="5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F02ABF9-8D2E-4072-A09E-2E0C39C3F69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25336B0B-6445-4982-8542-6CF8D3064A02}"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5C75288-BF74-4539-B5C1-97C57C06C31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58A1FE4-2281-4D0E-911C-E1578F95C40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6DCD852-8678-4E08-BD9A-FA3EF1BA8F3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FE866A07-E226-47AD-892F-5DD85E24CA8C}"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B0C4FCD-3917-463C-BD21-89B064E7EBBD}"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9F84C6C-4F59-4BE2-BDF1-A9957CF7B175}"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4278CBC-0C51-44A1-95AA-E7829ADCDAED}"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C18FC5C9-00CA-4A50-98A3-E5C19D4CA2EB}"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01EC240-F5F9-4D66-A6A2-99B8B98F717E}"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ADE2F775-5A2C-4FC8-9968-7DB1470B7AF8}"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C488EF39-B6C9-4541-BD11-5F79D4B66653}"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sldNum" idx="34"/>
          </p:nvPr>
        </p:nvSpPr>
        <p:spPr/>
        <p:txBody>
          <a:bodyPr/>
          <a:p>
            <a:fld id="{72BC8746-2B4C-4462-B19C-FF2B4920B1E2}"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AND_TWO_COLUMNS">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sldNum" idx="35"/>
          </p:nvPr>
        </p:nvSpPr>
        <p:spPr/>
        <p:txBody>
          <a:bodyPr/>
          <a:p>
            <a:fld id="{8CAFC3B6-4D46-4F3A-AF5B-24504905A290}"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9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9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5" name="PlaceHolder 4"/>
          <p:cNvSpPr>
            <a:spLocks noGrp="1"/>
          </p:cNvSpPr>
          <p:nvPr>
            <p:ph type="sldNum" idx="35"/>
          </p:nvPr>
        </p:nvSpPr>
        <p:spPr/>
        <p:txBody>
          <a:bodyPr/>
          <a:p>
            <a:fld id="{06238F17-AE8F-4AE2-85ED-EDE90BE06A0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3.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4.xml"/><Relationship Id="rId3"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1"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Clic</a:t>
            </a:r>
            <a:r>
              <a:rPr b="0" lang="en-US" sz="6000" spc="-1" strike="noStrike">
                <a:solidFill>
                  <a:schemeClr val="dk1"/>
                </a:solidFill>
                <a:latin typeface="Calibri Light"/>
              </a:rPr>
              <a:t>k to </a:t>
            </a:r>
            <a:r>
              <a:rPr b="0" lang="en-US" sz="6000" spc="-1" strike="noStrike">
                <a:solidFill>
                  <a:schemeClr val="dk1"/>
                </a:solidFill>
                <a:latin typeface="Calibri Light"/>
              </a:rPr>
              <a:t>edit </a:t>
            </a:r>
            <a:r>
              <a:rPr b="0" lang="en-US" sz="6000" spc="-1" strike="noStrike">
                <a:solidFill>
                  <a:schemeClr val="dk1"/>
                </a:solidFill>
                <a:latin typeface="Calibri Light"/>
              </a:rPr>
              <a:t>Ma</a:t>
            </a:r>
            <a:r>
              <a:rPr b="0" lang="en-US" sz="6000" spc="-1" strike="noStrike">
                <a:solidFill>
                  <a:schemeClr val="dk1"/>
                </a:solidFill>
                <a:latin typeface="Calibri Light"/>
              </a:rPr>
              <a:t>ster </a:t>
            </a:r>
            <a:r>
              <a:rPr b="0" lang="en-US" sz="6000" spc="-1" strike="noStrike">
                <a:solidFill>
                  <a:schemeClr val="dk1"/>
                </a:solidFill>
                <a:latin typeface="Calibri Light"/>
              </a:rPr>
              <a:t>title </a:t>
            </a:r>
            <a:r>
              <a:rPr b="0" lang="en-US" sz="6000" spc="-1" strike="noStrike">
                <a:solidFill>
                  <a:schemeClr val="dk1"/>
                </a:solidFill>
                <a:latin typeface="Calibri Light"/>
              </a:rPr>
              <a:t>styl</a:t>
            </a:r>
            <a:r>
              <a:rPr b="0" lang="en-US" sz="6000" spc="-1" strike="noStrike">
                <a:solidFill>
                  <a:schemeClr val="dk1"/>
                </a:solidFill>
                <a:latin typeface="Calibri Light"/>
              </a:rPr>
              <a:t>e</a:t>
            </a:r>
            <a:endParaRPr b="0" lang="en-US" sz="6000" spc="-1" strike="noStrike">
              <a:solidFill>
                <a:schemeClr val="dk1"/>
              </a:solidFill>
              <a:latin typeface="Calibri"/>
            </a:endParaRPr>
          </a:p>
        </p:txBody>
      </p:sp>
      <p:sp>
        <p:nvSpPr>
          <p:cNvPr id="2"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7CC6A96-FBA0-4899-A1B4-7A3B1898EC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a:t>
            </a:r>
            <a:r>
              <a:rPr b="0" lang="en-US" sz="4400" spc="-1" strike="noStrike">
                <a:solidFill>
                  <a:schemeClr val="dk1"/>
                </a:solidFill>
                <a:latin typeface="Calibri Light"/>
              </a:rPr>
              <a:t>edit </a:t>
            </a:r>
            <a:r>
              <a:rPr b="0" lang="en-US" sz="4400" spc="-1" strike="noStrike">
                <a:solidFill>
                  <a:schemeClr val="dk1"/>
                </a:solidFill>
                <a:latin typeface="Calibri Light"/>
              </a:rPr>
              <a:t>Master </a:t>
            </a:r>
            <a:r>
              <a:rPr b="0" lang="en-US" sz="4400" spc="-1" strike="noStrike">
                <a:solidFill>
                  <a:schemeClr val="dk1"/>
                </a:solidFill>
                <a:latin typeface="Calibri Light"/>
              </a:rPr>
              <a:t>title </a:t>
            </a:r>
            <a:r>
              <a:rPr b="0" lang="en-US" sz="4400" spc="-1" strike="noStrike">
                <a:solidFill>
                  <a:schemeClr val="dk1"/>
                </a:solidFill>
                <a:latin typeface="Calibri Light"/>
              </a:rPr>
              <a:t>style</a:t>
            </a:r>
            <a:endParaRPr b="0" lang="en-US" sz="4400" spc="-1" strike="noStrike">
              <a:solidFill>
                <a:schemeClr val="dk1"/>
              </a:solidFill>
              <a:latin typeface="Calibri"/>
            </a:endParaRPr>
          </a:p>
        </p:txBody>
      </p:sp>
      <p:sp>
        <p:nvSpPr>
          <p:cNvPr id="10"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a:t>
            </a:r>
            <a:r>
              <a:rPr b="0" lang="en-US" sz="2800" spc="-1" strike="noStrike">
                <a:solidFill>
                  <a:schemeClr val="dk1"/>
                </a:solidFill>
                <a:latin typeface="Calibri"/>
              </a:rPr>
              <a:t>l</a:t>
            </a:r>
            <a:r>
              <a:rPr b="0" lang="en-US" sz="2800" spc="-1" strike="noStrike">
                <a:solidFill>
                  <a:schemeClr val="dk1"/>
                </a:solidFill>
                <a:latin typeface="Calibri"/>
              </a:rPr>
              <a:t>i</a:t>
            </a:r>
            <a:r>
              <a:rPr b="0" lang="en-US" sz="2800" spc="-1" strike="noStrike">
                <a:solidFill>
                  <a:schemeClr val="dk1"/>
                </a:solidFill>
                <a:latin typeface="Calibri"/>
              </a:rPr>
              <a:t>c</a:t>
            </a:r>
            <a:r>
              <a:rPr b="0" lang="en-US" sz="2800" spc="-1" strike="noStrike">
                <a:solidFill>
                  <a:schemeClr val="dk1"/>
                </a:solidFill>
                <a:latin typeface="Calibri"/>
              </a:rPr>
              <a:t>k</a:t>
            </a:r>
            <a:r>
              <a:rPr b="0" lang="en-US" sz="2800" spc="-1" strike="noStrike">
                <a:solidFill>
                  <a:schemeClr val="dk1"/>
                </a:solidFill>
                <a:latin typeface="Calibri"/>
              </a:rPr>
              <a:t> </a:t>
            </a:r>
            <a:r>
              <a:rPr b="0" lang="en-US" sz="2800" spc="-1" strike="noStrike">
                <a:solidFill>
                  <a:schemeClr val="dk1"/>
                </a:solidFill>
                <a:latin typeface="Calibri"/>
              </a:rPr>
              <a:t>t</a:t>
            </a:r>
            <a:r>
              <a:rPr b="0" lang="en-US" sz="2800" spc="-1" strike="noStrike">
                <a:solidFill>
                  <a:schemeClr val="dk1"/>
                </a:solidFill>
                <a:latin typeface="Calibri"/>
              </a:rPr>
              <a:t>o</a:t>
            </a:r>
            <a:r>
              <a:rPr b="0" lang="en-US" sz="2800" spc="-1" strike="noStrike">
                <a:solidFill>
                  <a:schemeClr val="dk1"/>
                </a:solidFill>
                <a:latin typeface="Calibri"/>
              </a:rPr>
              <a:t> </a:t>
            </a:r>
            <a:r>
              <a:rPr b="0" lang="en-US" sz="2800" spc="-1" strike="noStrike">
                <a:solidFill>
                  <a:schemeClr val="dk1"/>
                </a:solidFill>
                <a:latin typeface="Calibri"/>
              </a:rPr>
              <a:t>e</a:t>
            </a:r>
            <a:r>
              <a:rPr b="0" lang="en-US" sz="2800" spc="-1" strike="noStrike">
                <a:solidFill>
                  <a:schemeClr val="dk1"/>
                </a:solidFill>
                <a:latin typeface="Calibri"/>
              </a:rPr>
              <a:t>d</a:t>
            </a:r>
            <a:r>
              <a:rPr b="0" lang="en-US" sz="2800" spc="-1" strike="noStrike">
                <a:solidFill>
                  <a:schemeClr val="dk1"/>
                </a:solidFill>
                <a:latin typeface="Calibri"/>
              </a:rPr>
              <a:t>i</a:t>
            </a:r>
            <a:r>
              <a:rPr b="0" lang="en-US" sz="2800" spc="-1" strike="noStrike">
                <a:solidFill>
                  <a:schemeClr val="dk1"/>
                </a:solidFill>
                <a:latin typeface="Calibri"/>
              </a:rPr>
              <a:t>t</a:t>
            </a:r>
            <a:r>
              <a:rPr b="0" lang="en-US" sz="2800" spc="-1" strike="noStrike">
                <a:solidFill>
                  <a:schemeClr val="dk1"/>
                </a:solidFill>
                <a:latin typeface="Calibri"/>
              </a:rPr>
              <a:t> </a:t>
            </a:r>
            <a:r>
              <a:rPr b="0" lang="en-US" sz="2800" spc="-1" strike="noStrike">
                <a:solidFill>
                  <a:schemeClr val="dk1"/>
                </a:solidFill>
                <a:latin typeface="Calibri"/>
              </a:rPr>
              <a:t>M</a:t>
            </a:r>
            <a:r>
              <a:rPr b="0" lang="en-US" sz="2800" spc="-1" strike="noStrike">
                <a:solidFill>
                  <a:schemeClr val="dk1"/>
                </a:solidFill>
                <a:latin typeface="Calibri"/>
              </a:rPr>
              <a:t>a</a:t>
            </a:r>
            <a:r>
              <a:rPr b="0" lang="en-US" sz="2800" spc="-1" strike="noStrike">
                <a:solidFill>
                  <a:schemeClr val="dk1"/>
                </a:solidFill>
                <a:latin typeface="Calibri"/>
              </a:rPr>
              <a:t>s</a:t>
            </a:r>
            <a:r>
              <a:rPr b="0" lang="en-US" sz="2800" spc="-1" strike="noStrike">
                <a:solidFill>
                  <a:schemeClr val="dk1"/>
                </a:solidFill>
                <a:latin typeface="Calibri"/>
              </a:rPr>
              <a:t>t</a:t>
            </a:r>
            <a:r>
              <a:rPr b="0" lang="en-US" sz="2800" spc="-1" strike="noStrike">
                <a:solidFill>
                  <a:schemeClr val="dk1"/>
                </a:solidFill>
                <a:latin typeface="Calibri"/>
              </a:rPr>
              <a:t>e</a:t>
            </a:r>
            <a:r>
              <a:rPr b="0" lang="en-US" sz="2800" spc="-1" strike="noStrike">
                <a:solidFill>
                  <a:schemeClr val="dk1"/>
                </a:solidFill>
                <a:latin typeface="Calibri"/>
              </a:rPr>
              <a:t>r</a:t>
            </a:r>
            <a:r>
              <a:rPr b="0" lang="en-US" sz="2800" spc="-1" strike="noStrike">
                <a:solidFill>
                  <a:schemeClr val="dk1"/>
                </a:solidFill>
                <a:latin typeface="Calibri"/>
              </a:rPr>
              <a:t> </a:t>
            </a:r>
            <a:r>
              <a:rPr b="0" lang="en-US" sz="2800" spc="-1" strike="noStrike">
                <a:solidFill>
                  <a:schemeClr val="dk1"/>
                </a:solidFill>
                <a:latin typeface="Calibri"/>
              </a:rPr>
              <a:t>t</a:t>
            </a:r>
            <a:r>
              <a:rPr b="0" lang="en-US" sz="2800" spc="-1" strike="noStrike">
                <a:solidFill>
                  <a:schemeClr val="dk1"/>
                </a:solidFill>
                <a:latin typeface="Calibri"/>
              </a:rPr>
              <a:t>e</a:t>
            </a:r>
            <a:r>
              <a:rPr b="0" lang="en-US" sz="2800" spc="-1" strike="noStrike">
                <a:solidFill>
                  <a:schemeClr val="dk1"/>
                </a:solidFill>
                <a:latin typeface="Calibri"/>
              </a:rPr>
              <a:t>x</a:t>
            </a:r>
            <a:r>
              <a:rPr b="0" lang="en-US" sz="2800" spc="-1" strike="noStrike">
                <a:solidFill>
                  <a:schemeClr val="dk1"/>
                </a:solidFill>
                <a:latin typeface="Calibri"/>
              </a:rPr>
              <a:t>t</a:t>
            </a:r>
            <a:r>
              <a:rPr b="0" lang="en-US" sz="2800" spc="-1" strike="noStrike">
                <a:solidFill>
                  <a:schemeClr val="dk1"/>
                </a:solidFill>
                <a:latin typeface="Calibri"/>
              </a:rPr>
              <a:t> </a:t>
            </a:r>
            <a:r>
              <a:rPr b="0" lang="en-US" sz="2800" spc="-1" strike="noStrike">
                <a:solidFill>
                  <a:schemeClr val="dk1"/>
                </a:solidFill>
                <a:latin typeface="Calibri"/>
              </a:rPr>
              <a:t>s</a:t>
            </a:r>
            <a:r>
              <a:rPr b="0" lang="en-US" sz="2800" spc="-1" strike="noStrike">
                <a:solidFill>
                  <a:schemeClr val="dk1"/>
                </a:solidFill>
                <a:latin typeface="Calibri"/>
              </a:rPr>
              <a:t>t</a:t>
            </a:r>
            <a:r>
              <a:rPr b="0" lang="en-US" sz="2800" spc="-1" strike="noStrike">
                <a:solidFill>
                  <a:schemeClr val="dk1"/>
                </a:solidFill>
                <a:latin typeface="Calibri"/>
              </a:rPr>
              <a:t>y</a:t>
            </a:r>
            <a:r>
              <a:rPr b="0" lang="en-US" sz="2800" spc="-1" strike="noStrike">
                <a:solidFill>
                  <a:schemeClr val="dk1"/>
                </a:solidFill>
                <a:latin typeface="Calibri"/>
              </a:rPr>
              <a:t>l</a:t>
            </a:r>
            <a:r>
              <a:rPr b="0" lang="en-US" sz="2800" spc="-1" strike="noStrike">
                <a:solidFill>
                  <a:schemeClr val="dk1"/>
                </a:solidFill>
                <a:latin typeface="Calibri"/>
              </a:rPr>
              <a:t>e</a:t>
            </a:r>
            <a:r>
              <a:rPr b="0" lang="en-US" sz="2800" spc="-1" strike="noStrike">
                <a:solidFill>
                  <a:schemeClr val="dk1"/>
                </a:solidFill>
                <a:latin typeface="Calibri"/>
              </a:rPr>
              <a:t>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a:t>
            </a:r>
            <a:r>
              <a:rPr b="0" lang="en-US" sz="2400" spc="-1" strike="noStrike">
                <a:solidFill>
                  <a:schemeClr val="dk1"/>
                </a:solidFill>
                <a:latin typeface="Calibri"/>
              </a:rPr>
              <a:t>e</a:t>
            </a:r>
            <a:r>
              <a:rPr b="0" lang="en-US" sz="2400" spc="-1" strike="noStrike">
                <a:solidFill>
                  <a:schemeClr val="dk1"/>
                </a:solidFill>
                <a:latin typeface="Calibri"/>
              </a:rPr>
              <a:t>c</a:t>
            </a:r>
            <a:r>
              <a:rPr b="0" lang="en-US" sz="2400" spc="-1" strike="noStrike">
                <a:solidFill>
                  <a:schemeClr val="dk1"/>
                </a:solidFill>
                <a:latin typeface="Calibri"/>
              </a:rPr>
              <a:t>o</a:t>
            </a:r>
            <a:r>
              <a:rPr b="0" lang="en-US" sz="2400" spc="-1" strike="noStrike">
                <a:solidFill>
                  <a:schemeClr val="dk1"/>
                </a:solidFill>
                <a:latin typeface="Calibri"/>
              </a:rPr>
              <a:t>n</a:t>
            </a:r>
            <a:r>
              <a:rPr b="0" lang="en-US" sz="2400" spc="-1" strike="noStrike">
                <a:solidFill>
                  <a:schemeClr val="dk1"/>
                </a:solidFill>
                <a:latin typeface="Calibri"/>
              </a:rPr>
              <a:t>d</a:t>
            </a:r>
            <a:r>
              <a:rPr b="0" lang="en-US" sz="2400" spc="-1" strike="noStrike">
                <a:solidFill>
                  <a:schemeClr val="dk1"/>
                </a:solidFill>
                <a:latin typeface="Calibri"/>
              </a:rPr>
              <a:t> </a:t>
            </a:r>
            <a:r>
              <a:rPr b="0" lang="en-US" sz="2400" spc="-1" strike="noStrike">
                <a:solidFill>
                  <a:schemeClr val="dk1"/>
                </a:solidFill>
                <a:latin typeface="Calibri"/>
              </a:rPr>
              <a:t>l</a:t>
            </a:r>
            <a:r>
              <a:rPr b="0" lang="en-US" sz="2400" spc="-1" strike="noStrike">
                <a:solidFill>
                  <a:schemeClr val="dk1"/>
                </a:solidFill>
                <a:latin typeface="Calibri"/>
              </a:rPr>
              <a:t>e</a:t>
            </a:r>
            <a:r>
              <a:rPr b="0" lang="en-US" sz="2400" spc="-1" strike="noStrike">
                <a:solidFill>
                  <a:schemeClr val="dk1"/>
                </a:solidFill>
                <a:latin typeface="Calibri"/>
              </a:rPr>
              <a:t>v</a:t>
            </a:r>
            <a:r>
              <a:rPr b="0" lang="en-US" sz="2400" spc="-1" strike="noStrike">
                <a:solidFill>
                  <a:schemeClr val="dk1"/>
                </a:solidFill>
                <a:latin typeface="Calibri"/>
              </a:rPr>
              <a:t>e</a:t>
            </a:r>
            <a:r>
              <a:rPr b="0" lang="en-US" sz="2400" spc="-1" strike="noStrike">
                <a:solidFill>
                  <a:schemeClr val="dk1"/>
                </a:solidFill>
                <a:latin typeface="Calibri"/>
              </a:rPr>
              <a:t>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a:t>
            </a:r>
            <a:r>
              <a:rPr b="0" lang="en-US" sz="2000" spc="-1" strike="noStrike">
                <a:solidFill>
                  <a:schemeClr val="dk1"/>
                </a:solidFill>
                <a:latin typeface="Calibri"/>
              </a:rPr>
              <a:t>h</a:t>
            </a:r>
            <a:r>
              <a:rPr b="0" lang="en-US" sz="2000" spc="-1" strike="noStrike">
                <a:solidFill>
                  <a:schemeClr val="dk1"/>
                </a:solidFill>
                <a:latin typeface="Calibri"/>
              </a:rPr>
              <a:t>i</a:t>
            </a:r>
            <a:r>
              <a:rPr b="0" lang="en-US" sz="2000" spc="-1" strike="noStrike">
                <a:solidFill>
                  <a:schemeClr val="dk1"/>
                </a:solidFill>
                <a:latin typeface="Calibri"/>
              </a:rPr>
              <a:t>r</a:t>
            </a:r>
            <a:r>
              <a:rPr b="0" lang="en-US" sz="2000" spc="-1" strike="noStrike">
                <a:solidFill>
                  <a:schemeClr val="dk1"/>
                </a:solidFill>
                <a:latin typeface="Calibri"/>
              </a:rPr>
              <a:t>d</a:t>
            </a:r>
            <a:r>
              <a:rPr b="0" lang="en-US" sz="2000" spc="-1" strike="noStrike">
                <a:solidFill>
                  <a:schemeClr val="dk1"/>
                </a:solidFill>
                <a:latin typeface="Calibri"/>
              </a:rPr>
              <a:t> </a:t>
            </a:r>
            <a:r>
              <a:rPr b="0" lang="en-US" sz="2000" spc="-1" strike="noStrike">
                <a:solidFill>
                  <a:schemeClr val="dk1"/>
                </a:solidFill>
                <a:latin typeface="Calibri"/>
              </a:rPr>
              <a:t>l</a:t>
            </a:r>
            <a:r>
              <a:rPr b="0" lang="en-US" sz="2000" spc="-1" strike="noStrike">
                <a:solidFill>
                  <a:schemeClr val="dk1"/>
                </a:solidFill>
                <a:latin typeface="Calibri"/>
              </a:rPr>
              <a:t>e</a:t>
            </a:r>
            <a:r>
              <a:rPr b="0" lang="en-US" sz="2000" spc="-1" strike="noStrike">
                <a:solidFill>
                  <a:schemeClr val="dk1"/>
                </a:solidFill>
                <a:latin typeface="Calibri"/>
              </a:rPr>
              <a:t>v</a:t>
            </a:r>
            <a:r>
              <a:rPr b="0" lang="en-US" sz="2000" spc="-1" strike="noStrike">
                <a:solidFill>
                  <a:schemeClr val="dk1"/>
                </a:solidFill>
                <a:latin typeface="Calibri"/>
              </a:rPr>
              <a:t>e</a:t>
            </a:r>
            <a:r>
              <a:rPr b="0" lang="en-US" sz="2000" spc="-1" strike="noStrike">
                <a:solidFill>
                  <a:schemeClr val="dk1"/>
                </a:solidFill>
                <a:latin typeface="Calibri"/>
              </a:rPr>
              <a:t>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a:t>
            </a:r>
            <a:r>
              <a:rPr b="0" lang="en-US" sz="1800" spc="-1" strike="noStrike">
                <a:solidFill>
                  <a:schemeClr val="dk1"/>
                </a:solidFill>
                <a:latin typeface="Calibri"/>
              </a:rPr>
              <a:t>o</a:t>
            </a:r>
            <a:r>
              <a:rPr b="0" lang="en-US" sz="1800" spc="-1" strike="noStrike">
                <a:solidFill>
                  <a:schemeClr val="dk1"/>
                </a:solidFill>
                <a:latin typeface="Calibri"/>
              </a:rPr>
              <a:t>u</a:t>
            </a:r>
            <a:r>
              <a:rPr b="0" lang="en-US" sz="1800" spc="-1" strike="noStrike">
                <a:solidFill>
                  <a:schemeClr val="dk1"/>
                </a:solidFill>
                <a:latin typeface="Calibri"/>
              </a:rPr>
              <a:t>r</a:t>
            </a:r>
            <a:r>
              <a:rPr b="0" lang="en-US" sz="1800" spc="-1" strike="noStrike">
                <a:solidFill>
                  <a:schemeClr val="dk1"/>
                </a:solidFill>
                <a:latin typeface="Calibri"/>
              </a:rPr>
              <a:t>t</a:t>
            </a:r>
            <a:r>
              <a:rPr b="0" lang="en-US" sz="1800" spc="-1" strike="noStrike">
                <a:solidFill>
                  <a:schemeClr val="dk1"/>
                </a:solidFill>
                <a:latin typeface="Calibri"/>
              </a:rPr>
              <a:t>h</a:t>
            </a:r>
            <a:r>
              <a:rPr b="0" lang="en-US" sz="1800" spc="-1" strike="noStrike">
                <a:solidFill>
                  <a:schemeClr val="dk1"/>
                </a:solidFill>
                <a:latin typeface="Calibri"/>
              </a:rPr>
              <a:t> </a:t>
            </a:r>
            <a:r>
              <a:rPr b="0" lang="en-US" sz="1800" spc="-1" strike="noStrike">
                <a:solidFill>
                  <a:schemeClr val="dk1"/>
                </a:solidFill>
                <a:latin typeface="Calibri"/>
              </a:rPr>
              <a:t>l</a:t>
            </a:r>
            <a:r>
              <a:rPr b="0" lang="en-US" sz="1800" spc="-1" strike="noStrike">
                <a:solidFill>
                  <a:schemeClr val="dk1"/>
                </a:solidFill>
                <a:latin typeface="Calibri"/>
              </a:rPr>
              <a:t>e</a:t>
            </a:r>
            <a:r>
              <a:rPr b="0" lang="en-US" sz="1800" spc="-1" strike="noStrike">
                <a:solidFill>
                  <a:schemeClr val="dk1"/>
                </a:solidFill>
                <a:latin typeface="Calibri"/>
              </a:rPr>
              <a:t>v</a:t>
            </a:r>
            <a:r>
              <a:rPr b="0" lang="en-US" sz="1800" spc="-1" strike="noStrike">
                <a:solidFill>
                  <a:schemeClr val="dk1"/>
                </a:solidFill>
                <a:latin typeface="Calibri"/>
              </a:rPr>
              <a:t>e</a:t>
            </a:r>
            <a:r>
              <a:rPr b="0" lang="en-US" sz="1800" spc="-1" strike="noStrike">
                <a:solidFill>
                  <a:schemeClr val="dk1"/>
                </a:solidFill>
                <a:latin typeface="Calibri"/>
              </a:rPr>
              <a:t>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a:t>
            </a:r>
            <a:r>
              <a:rPr b="0" lang="en-US" sz="1800" spc="-1" strike="noStrike">
                <a:solidFill>
                  <a:schemeClr val="dk1"/>
                </a:solidFill>
                <a:latin typeface="Calibri"/>
              </a:rPr>
              <a:t>i</a:t>
            </a:r>
            <a:r>
              <a:rPr b="0" lang="en-US" sz="1800" spc="-1" strike="noStrike">
                <a:solidFill>
                  <a:schemeClr val="dk1"/>
                </a:solidFill>
                <a:latin typeface="Calibri"/>
              </a:rPr>
              <a:t>f</a:t>
            </a:r>
            <a:r>
              <a:rPr b="0" lang="en-US" sz="1800" spc="-1" strike="noStrike">
                <a:solidFill>
                  <a:schemeClr val="dk1"/>
                </a:solidFill>
                <a:latin typeface="Calibri"/>
              </a:rPr>
              <a:t>t</a:t>
            </a:r>
            <a:r>
              <a:rPr b="0" lang="en-US" sz="1800" spc="-1" strike="noStrike">
                <a:solidFill>
                  <a:schemeClr val="dk1"/>
                </a:solidFill>
                <a:latin typeface="Calibri"/>
              </a:rPr>
              <a:t>h</a:t>
            </a:r>
            <a:r>
              <a:rPr b="0" lang="en-US" sz="1800" spc="-1" strike="noStrike">
                <a:solidFill>
                  <a:schemeClr val="dk1"/>
                </a:solidFill>
                <a:latin typeface="Calibri"/>
              </a:rPr>
              <a:t> </a:t>
            </a:r>
            <a:r>
              <a:rPr b="0" lang="en-US" sz="1800" spc="-1" strike="noStrike">
                <a:solidFill>
                  <a:schemeClr val="dk1"/>
                </a:solidFill>
                <a:latin typeface="Calibri"/>
              </a:rPr>
              <a:t>l</a:t>
            </a:r>
            <a:r>
              <a:rPr b="0" lang="en-US" sz="1800" spc="-1" strike="noStrike">
                <a:solidFill>
                  <a:schemeClr val="dk1"/>
                </a:solidFill>
                <a:latin typeface="Calibri"/>
              </a:rPr>
              <a:t>e</a:t>
            </a:r>
            <a:r>
              <a:rPr b="0" lang="en-US" sz="1800" spc="-1" strike="noStrike">
                <a:solidFill>
                  <a:schemeClr val="dk1"/>
                </a:solidFill>
                <a:latin typeface="Calibri"/>
              </a:rPr>
              <a:t>v</a:t>
            </a:r>
            <a:r>
              <a:rPr b="0" lang="en-US" sz="1800" spc="-1" strike="noStrike">
                <a:solidFill>
                  <a:schemeClr val="dk1"/>
                </a:solidFill>
                <a:latin typeface="Calibri"/>
              </a:rPr>
              <a:t>e</a:t>
            </a:r>
            <a:r>
              <a:rPr b="0" lang="en-US" sz="1800" spc="-1" strike="noStrike">
                <a:solidFill>
                  <a:schemeClr val="dk1"/>
                </a:solidFill>
                <a:latin typeface="Calibri"/>
              </a:rPr>
              <a:t>l</a:t>
            </a:r>
            <a:endParaRPr b="0" lang="en-US" sz="1800" spc="-1" strike="noStrike">
              <a:solidFill>
                <a:schemeClr val="dk1"/>
              </a:solidFill>
              <a:latin typeface="Calibri"/>
            </a:endParaRP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F706E2A-F7A0-4761-9B71-384AB585C2C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15"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16"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17"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8"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ED133D5-A333-43CA-9AA8-54C543AD79C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4"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2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22"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23"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4"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29B01F16-BFE6-4180-B4FA-FAD1E35BC77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29"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en-US" sz="6000" spc="-1" strike="noStrike">
                <a:solidFill>
                  <a:schemeClr val="dk1"/>
                </a:solidFill>
                <a:latin typeface="Calibri Light"/>
              </a:rPr>
              <a:t>Click to edit Master title style</a:t>
            </a:r>
            <a:endParaRPr b="0" lang="en-US" sz="6000" spc="-1" strike="noStrike">
              <a:solidFill>
                <a:schemeClr val="dk1"/>
              </a:solidFill>
              <a:latin typeface="Calibri"/>
            </a:endParaRPr>
          </a:p>
        </p:txBody>
      </p:sp>
      <p:sp>
        <p:nvSpPr>
          <p:cNvPr id="30"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Click to edit Master text styles</a:t>
            </a:r>
            <a:endParaRPr b="0" lang="en-US" sz="2400" spc="-1" strike="noStrike">
              <a:solidFill>
                <a:schemeClr val="dk1"/>
              </a:solidFill>
              <a:latin typeface="Calibri"/>
            </a:endParaRPr>
          </a:p>
        </p:txBody>
      </p:sp>
      <p:sp>
        <p:nvSpPr>
          <p:cNvPr id="31"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998BF26-3228-4E84-83E5-7813C8F612F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8"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3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36"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7"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8"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9"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2EEE4922-E698-4EF4-9DCC-839D96C4A79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45"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46"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7"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48"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9"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50"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75899A2-9B8E-430F-96AC-5448C1CFEBA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Click to edit Master title style</a:t>
            </a:r>
            <a:endParaRPr b="0" lang="en-US" sz="4400" spc="-1" strike="noStrike">
              <a:solidFill>
                <a:schemeClr val="dk1"/>
              </a:solidFill>
              <a:latin typeface="Calibri"/>
            </a:endParaRPr>
          </a:p>
        </p:txBody>
      </p:sp>
      <p:sp>
        <p:nvSpPr>
          <p:cNvPr id="55"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6"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BB670AB1-DE95-457F-8F39-1FF625D9E4F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4"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61"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2"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3"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6E0699B-8238-4D06-8906-C08FB9F216E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6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chemeClr val="dk1"/>
                </a:solidFill>
                <a:latin typeface="Calibri"/>
              </a:rPr>
              <a:t>Click to edit the outline text format</a:t>
            </a:r>
            <a:endParaRPr b="0" lang="en-US" sz="2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chemeClr val="dk1"/>
                </a:solidFill>
                <a:latin typeface="Calibri"/>
              </a:rPr>
              <a:t>Second Outline Level</a:t>
            </a:r>
            <a:endParaRPr b="0" lang="en-US" sz="20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67"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68"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69"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70"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1"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7FFDCD94-34B2-4C4F-8FDC-A9A296073E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8"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Box 7"/>
          <p:cNvSpPr/>
          <p:nvPr/>
        </p:nvSpPr>
        <p:spPr>
          <a:xfrm>
            <a:off x="63360" y="6642000"/>
            <a:ext cx="433080" cy="152280"/>
          </a:xfrm>
          <a:prstGeom prst="rect">
            <a:avLst/>
          </a:prstGeom>
          <a:noFill/>
          <a:ln w="0">
            <a:noFill/>
          </a:ln>
        </p:spPr>
        <p:style>
          <a:lnRef idx="0"/>
          <a:fillRef idx="0"/>
          <a:effectRef idx="0"/>
          <a:fontRef idx="minor"/>
        </p:style>
        <p:txBody>
          <a:bodyPr horzOverflow="overflow" lIns="0" rIns="0" tIns="0" bIns="0" anchor="t">
            <a:spAutoFit/>
          </a:bodyPr>
          <a:p>
            <a:pPr defTabSz="914400">
              <a:lnSpc>
                <a:spcPct val="100000"/>
              </a:lnSpc>
            </a:pPr>
            <a:r>
              <a:rPr b="0" lang="en-GB" sz="1000" spc="-1" strike="noStrike">
                <a:solidFill>
                  <a:srgbClr val="000000"/>
                </a:solidFill>
                <a:latin typeface="Calibri"/>
                <a:ea typeface="Calibri"/>
              </a:rPr>
              <a:t>Internal</a:t>
            </a:r>
            <a:endParaRPr b="0" lang="en-US" sz="1000" spc="-1" strike="noStrike">
              <a:solidFill>
                <a:srgbClr val="000000"/>
              </a:solidFill>
              <a:latin typeface="Arial"/>
            </a:endParaRPr>
          </a:p>
        </p:txBody>
      </p:sp>
      <p:sp>
        <p:nvSpPr>
          <p:cNvPr id="7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en-US" sz="3200" spc="-1" strike="noStrike">
                <a:solidFill>
                  <a:schemeClr val="dk1"/>
                </a:solidFill>
                <a:latin typeface="Calibri Light"/>
              </a:rPr>
              <a:t>Click to edit Master title style</a:t>
            </a:r>
            <a:endParaRPr b="0" lang="en-US" sz="3200" spc="-1" strike="noStrike">
              <a:solidFill>
                <a:schemeClr val="dk1"/>
              </a:solidFill>
              <a:latin typeface="Calibri"/>
            </a:endParaRPr>
          </a:p>
        </p:txBody>
      </p:sp>
      <p:sp>
        <p:nvSpPr>
          <p:cNvPr id="7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7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1600" spc="-1" strike="noStrike">
                <a:solidFill>
                  <a:schemeClr val="dk1"/>
                </a:solidFill>
                <a:latin typeface="Calibri"/>
              </a:rPr>
              <a:t>Click to edit Master text styles</a:t>
            </a:r>
            <a:endParaRPr b="0" lang="en-US" sz="1600" spc="-1" strike="noStrike">
              <a:solidFill>
                <a:schemeClr val="dk1"/>
              </a:solidFill>
              <a:latin typeface="Calibri"/>
            </a:endParaRPr>
          </a:p>
        </p:txBody>
      </p:sp>
      <p:sp>
        <p:nvSpPr>
          <p:cNvPr id="7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7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9A6A14A-A4F7-4E90-B8D0-7BEA74DAFAF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0"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415440" y="592920"/>
            <a:ext cx="11360160" cy="763200"/>
          </a:xfrm>
          <a:prstGeom prst="rect">
            <a:avLst/>
          </a:prstGeom>
          <a:noFill/>
          <a:ln w="0">
            <a:noFill/>
          </a:ln>
        </p:spPr>
        <p:txBody>
          <a:bodyPr lIns="0" rIns="0" tIns="0" bIns="0" anchor="ctr">
            <a:noAutofit/>
          </a:bodyPr>
          <a:p>
            <a:pPr indent="0">
              <a:buNone/>
            </a:pPr>
            <a:r>
              <a:rPr b="0" lang="en-US" sz="1870" spc="-1" strike="noStrike">
                <a:solidFill>
                  <a:srgbClr val="000000"/>
                </a:solidFill>
                <a:latin typeface="Arial"/>
              </a:rPr>
              <a:t>Click to edit the title text format</a:t>
            </a:r>
            <a:endParaRPr b="0" lang="en-US" sz="1870" spc="-1" strike="noStrike">
              <a:solidFill>
                <a:srgbClr val="000000"/>
              </a:solidFill>
              <a:latin typeface="Arial"/>
            </a:endParaRPr>
          </a:p>
        </p:txBody>
      </p:sp>
      <p:sp>
        <p:nvSpPr>
          <p:cNvPr id="81" name="PlaceHolder 2"/>
          <p:cNvSpPr>
            <a:spLocks noGrp="1"/>
          </p:cNvSpPr>
          <p:nvPr>
            <p:ph type="sldNum" idx="34"/>
          </p:nvPr>
        </p:nvSpPr>
        <p:spPr>
          <a:xfrm>
            <a:off x="11296800" y="6217200"/>
            <a:ext cx="731160" cy="52416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rgbClr val="595959"/>
                </a:solidFill>
                <a:latin typeface="Arial"/>
                <a:ea typeface="Arial"/>
              </a:defRPr>
            </a:lvl1pPr>
          </a:lstStyle>
          <a:p>
            <a:pPr indent="0" algn="r">
              <a:lnSpc>
                <a:spcPct val="100000"/>
              </a:lnSpc>
              <a:buNone/>
              <a:tabLst>
                <a:tab algn="l" pos="0"/>
              </a:tabLst>
            </a:pPr>
            <a:fld id="{56C99FA1-C443-47E5-BB4C-AFD8F1ED085E}" type="slidenum">
              <a:rPr b="0" lang="en-US" sz="1000" spc="-1" strike="noStrike">
                <a:solidFill>
                  <a:srgbClr val="595959"/>
                </a:solidFill>
                <a:latin typeface="Arial"/>
                <a:ea typeface="Arial"/>
              </a:rPr>
              <a:t>&lt;number&gt;</a:t>
            </a:fld>
            <a:endParaRPr b="0" lang="en-US" sz="1000" spc="-1" strike="noStrike">
              <a:solidFill>
                <a:srgbClr val="000000"/>
              </a:solidFill>
              <a:latin typeface="Times New Roman"/>
            </a:endParaRPr>
          </a:p>
        </p:txBody>
      </p:sp>
      <p:sp>
        <p:nvSpPr>
          <p:cNvPr id="82"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885"/>
              </a:spcBef>
              <a:buClr>
                <a:srgbClr val="000000"/>
              </a:buClr>
              <a:buSzPct val="45000"/>
              <a:buFont typeface="Wingdings" charset="2"/>
              <a:buChar char=""/>
            </a:pPr>
            <a:r>
              <a:rPr b="0" lang="en-US" sz="1870" spc="-1" strike="noStrike">
                <a:solidFill>
                  <a:srgbClr val="000000"/>
                </a:solidFill>
                <a:latin typeface="Arial"/>
              </a:rPr>
              <a:t>Click to edit the outline text format</a:t>
            </a:r>
            <a:endParaRPr b="0" lang="en-US" sz="187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1870" spc="-1" strike="noStrike">
                <a:solidFill>
                  <a:srgbClr val="000000"/>
                </a:solidFill>
                <a:latin typeface="Arial"/>
              </a:rPr>
              <a:t>Second Outline Level</a:t>
            </a:r>
            <a:endParaRPr b="0" lang="en-US" sz="187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1870" spc="-1" strike="noStrike">
                <a:solidFill>
                  <a:srgbClr val="000000"/>
                </a:solidFill>
                <a:latin typeface="Arial"/>
              </a:rPr>
              <a:t>Third Outline Level</a:t>
            </a:r>
            <a:endParaRPr b="0" lang="en-US" sz="187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1870" spc="-1" strike="noStrike">
                <a:solidFill>
                  <a:srgbClr val="000000"/>
                </a:solidFill>
                <a:latin typeface="Arial"/>
              </a:rPr>
              <a:t>Fourth Outline Level</a:t>
            </a:r>
            <a:endParaRPr b="0" lang="en-US" sz="187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670" spc="-1" strike="noStrike">
                <a:solidFill>
                  <a:srgbClr val="000000"/>
                </a:solidFill>
                <a:latin typeface="Arial"/>
              </a:rPr>
              <a:t>Fifth Outline Level</a:t>
            </a:r>
            <a:endParaRPr b="0" lang="en-US" sz="267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670" spc="-1" strike="noStrike">
                <a:solidFill>
                  <a:srgbClr val="000000"/>
                </a:solidFill>
                <a:latin typeface="Arial"/>
              </a:rPr>
              <a:t>Sixth Outline Level</a:t>
            </a:r>
            <a:endParaRPr b="0" lang="en-US" sz="267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670" spc="-1" strike="noStrike">
                <a:solidFill>
                  <a:srgbClr val="000000"/>
                </a:solidFill>
                <a:latin typeface="Arial"/>
              </a:rPr>
              <a:t>Seventh Outline Level</a:t>
            </a:r>
            <a:endParaRPr b="0" lang="en-US" sz="267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2"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415440" y="592920"/>
            <a:ext cx="11360160" cy="763200"/>
          </a:xfrm>
          <a:prstGeom prst="rect">
            <a:avLst/>
          </a:prstGeom>
          <a:noFill/>
          <a:ln w="0">
            <a:noFill/>
          </a:ln>
        </p:spPr>
        <p:txBody>
          <a:bodyPr lIns="0" rIns="0" tIns="0" bIns="0" anchor="ctr">
            <a:noAutofit/>
          </a:bodyPr>
          <a:p>
            <a:pPr indent="0">
              <a:buNone/>
            </a:pPr>
            <a:r>
              <a:rPr b="0" lang="en-US" sz="1870" spc="-1" strike="noStrike">
                <a:solidFill>
                  <a:srgbClr val="000000"/>
                </a:solidFill>
                <a:latin typeface="Arial"/>
              </a:rPr>
              <a:t>Click to edit the title text format</a:t>
            </a:r>
            <a:endParaRPr b="0" lang="en-US" sz="1870" spc="-1" strike="noStrike">
              <a:solidFill>
                <a:srgbClr val="000000"/>
              </a:solidFill>
              <a:latin typeface="Arial"/>
            </a:endParaRPr>
          </a:p>
        </p:txBody>
      </p:sp>
      <p:sp>
        <p:nvSpPr>
          <p:cNvPr id="85" name="PlaceHolder 2"/>
          <p:cNvSpPr>
            <a:spLocks noGrp="1"/>
          </p:cNvSpPr>
          <p:nvPr>
            <p:ph type="body"/>
          </p:nvPr>
        </p:nvSpPr>
        <p:spPr>
          <a:xfrm>
            <a:off x="415440" y="1536120"/>
            <a:ext cx="5332680" cy="4554720"/>
          </a:xfrm>
          <a:prstGeom prst="rect">
            <a:avLst/>
          </a:prstGeom>
          <a:noFill/>
          <a:ln w="0">
            <a:noFill/>
          </a:ln>
        </p:spPr>
        <p:txBody>
          <a:bodyPr lIns="0" rIns="0" tIns="0" bIns="0" anchor="t">
            <a:normAutofit/>
          </a:bodyPr>
          <a:p>
            <a:pPr marL="432000" indent="-324000">
              <a:spcBef>
                <a:spcPts val="1885"/>
              </a:spcBef>
              <a:buClr>
                <a:srgbClr val="000000"/>
              </a:buClr>
              <a:buSzPct val="45000"/>
              <a:buFont typeface="Wingdings" charset="2"/>
              <a:buChar char=""/>
            </a:pPr>
            <a:r>
              <a:rPr b="0" lang="en-US" sz="1870" spc="-1" strike="noStrike">
                <a:solidFill>
                  <a:srgbClr val="000000"/>
                </a:solidFill>
                <a:latin typeface="Arial"/>
              </a:rPr>
              <a:t>Click to edit the outline text format</a:t>
            </a:r>
            <a:endParaRPr b="0" lang="en-US" sz="187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1870" spc="-1" strike="noStrike">
                <a:solidFill>
                  <a:srgbClr val="000000"/>
                </a:solidFill>
                <a:latin typeface="Arial"/>
              </a:rPr>
              <a:t>Second Outline Level</a:t>
            </a:r>
            <a:endParaRPr b="0" lang="en-US" sz="187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1870" spc="-1" strike="noStrike">
                <a:solidFill>
                  <a:srgbClr val="000000"/>
                </a:solidFill>
                <a:latin typeface="Arial"/>
              </a:rPr>
              <a:t>Third Outline Level</a:t>
            </a:r>
            <a:endParaRPr b="0" lang="en-US" sz="187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1870" spc="-1" strike="noStrike">
                <a:solidFill>
                  <a:srgbClr val="000000"/>
                </a:solidFill>
                <a:latin typeface="Arial"/>
              </a:rPr>
              <a:t>Fourth Outline Level</a:t>
            </a:r>
            <a:endParaRPr b="0" lang="en-US" sz="187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670" spc="-1" strike="noStrike">
                <a:solidFill>
                  <a:srgbClr val="000000"/>
                </a:solidFill>
                <a:latin typeface="Arial"/>
              </a:rPr>
              <a:t>Fifth Outline Level</a:t>
            </a:r>
            <a:endParaRPr b="0" lang="en-US" sz="267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670" spc="-1" strike="noStrike">
                <a:solidFill>
                  <a:srgbClr val="000000"/>
                </a:solidFill>
                <a:latin typeface="Arial"/>
              </a:rPr>
              <a:t>Sixth Outline Level</a:t>
            </a:r>
            <a:endParaRPr b="0" lang="en-US" sz="267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670" spc="-1" strike="noStrike">
                <a:solidFill>
                  <a:srgbClr val="000000"/>
                </a:solidFill>
                <a:latin typeface="Arial"/>
              </a:rPr>
              <a:t>Seventh Outline Level</a:t>
            </a:r>
            <a:endParaRPr b="0" lang="en-US" sz="2670" spc="-1" strike="noStrike">
              <a:solidFill>
                <a:srgbClr val="000000"/>
              </a:solidFill>
              <a:latin typeface="Arial"/>
            </a:endParaRPr>
          </a:p>
        </p:txBody>
      </p:sp>
      <p:sp>
        <p:nvSpPr>
          <p:cNvPr id="86" name="PlaceHolder 3"/>
          <p:cNvSpPr>
            <a:spLocks noGrp="1"/>
          </p:cNvSpPr>
          <p:nvPr>
            <p:ph type="body"/>
          </p:nvPr>
        </p:nvSpPr>
        <p:spPr>
          <a:xfrm>
            <a:off x="6442920" y="1536120"/>
            <a:ext cx="5332680" cy="4554720"/>
          </a:xfrm>
          <a:prstGeom prst="rect">
            <a:avLst/>
          </a:prstGeom>
          <a:noFill/>
          <a:ln w="0">
            <a:noFill/>
          </a:ln>
        </p:spPr>
        <p:txBody>
          <a:bodyPr lIns="0" rIns="0" tIns="0" bIns="0" anchor="t">
            <a:normAutofit/>
          </a:bodyPr>
          <a:p>
            <a:pPr marL="432000" indent="-324000">
              <a:spcBef>
                <a:spcPts val="1885"/>
              </a:spcBef>
              <a:buClr>
                <a:srgbClr val="000000"/>
              </a:buClr>
              <a:buSzPct val="45000"/>
              <a:buFont typeface="Wingdings" charset="2"/>
              <a:buChar char=""/>
            </a:pPr>
            <a:r>
              <a:rPr b="0" lang="en-US" sz="1870" spc="-1" strike="noStrike">
                <a:solidFill>
                  <a:srgbClr val="000000"/>
                </a:solidFill>
                <a:latin typeface="Arial"/>
              </a:rPr>
              <a:t>Click to edit the outline text format</a:t>
            </a:r>
            <a:endParaRPr b="0" lang="en-US" sz="1870" spc="-1" strike="noStrike">
              <a:solidFill>
                <a:srgbClr val="000000"/>
              </a:solidFill>
              <a:latin typeface="Arial"/>
            </a:endParaRPr>
          </a:p>
          <a:p>
            <a:pPr lvl="1" marL="864000" indent="-324000">
              <a:spcBef>
                <a:spcPts val="1508"/>
              </a:spcBef>
              <a:buClr>
                <a:srgbClr val="000000"/>
              </a:buClr>
              <a:buSzPct val="75000"/>
              <a:buFont typeface="Symbol" charset="2"/>
              <a:buChar char=""/>
            </a:pPr>
            <a:r>
              <a:rPr b="0" lang="en-US" sz="1870" spc="-1" strike="noStrike">
                <a:solidFill>
                  <a:srgbClr val="000000"/>
                </a:solidFill>
                <a:latin typeface="Arial"/>
              </a:rPr>
              <a:t>Second Outline Level</a:t>
            </a:r>
            <a:endParaRPr b="0" lang="en-US" sz="1870" spc="-1" strike="noStrike">
              <a:solidFill>
                <a:srgbClr val="000000"/>
              </a:solidFill>
              <a:latin typeface="Arial"/>
            </a:endParaRPr>
          </a:p>
          <a:p>
            <a:pPr lvl="2" marL="1296000" indent="-288000">
              <a:spcBef>
                <a:spcPts val="1131"/>
              </a:spcBef>
              <a:buClr>
                <a:srgbClr val="000000"/>
              </a:buClr>
              <a:buSzPct val="45000"/>
              <a:buFont typeface="Wingdings" charset="2"/>
              <a:buChar char=""/>
            </a:pPr>
            <a:r>
              <a:rPr b="0" lang="en-US" sz="1870" spc="-1" strike="noStrike">
                <a:solidFill>
                  <a:srgbClr val="000000"/>
                </a:solidFill>
                <a:latin typeface="Arial"/>
              </a:rPr>
              <a:t>Third Outline Level</a:t>
            </a:r>
            <a:endParaRPr b="0" lang="en-US" sz="1870" spc="-1" strike="noStrike">
              <a:solidFill>
                <a:srgbClr val="000000"/>
              </a:solidFill>
              <a:latin typeface="Arial"/>
            </a:endParaRPr>
          </a:p>
          <a:p>
            <a:pPr lvl="3" marL="1728000" indent="-216000">
              <a:spcBef>
                <a:spcPts val="754"/>
              </a:spcBef>
              <a:buClr>
                <a:srgbClr val="000000"/>
              </a:buClr>
              <a:buSzPct val="75000"/>
              <a:buFont typeface="Symbol" charset="2"/>
              <a:buChar char=""/>
            </a:pPr>
            <a:r>
              <a:rPr b="0" lang="en-US" sz="1870" spc="-1" strike="noStrike">
                <a:solidFill>
                  <a:srgbClr val="000000"/>
                </a:solidFill>
                <a:latin typeface="Arial"/>
              </a:rPr>
              <a:t>Fourth Outline Level</a:t>
            </a:r>
            <a:endParaRPr b="0" lang="en-US" sz="1870" spc="-1" strike="noStrike">
              <a:solidFill>
                <a:srgbClr val="000000"/>
              </a:solidFill>
              <a:latin typeface="Arial"/>
            </a:endParaRPr>
          </a:p>
          <a:p>
            <a:pPr lvl="4" marL="2160000" indent="-216000">
              <a:spcBef>
                <a:spcPts val="377"/>
              </a:spcBef>
              <a:buClr>
                <a:srgbClr val="000000"/>
              </a:buClr>
              <a:buSzPct val="45000"/>
              <a:buFont typeface="Wingdings" charset="2"/>
              <a:buChar char=""/>
            </a:pPr>
            <a:r>
              <a:rPr b="0" lang="en-US" sz="2670" spc="-1" strike="noStrike">
                <a:solidFill>
                  <a:srgbClr val="000000"/>
                </a:solidFill>
                <a:latin typeface="Arial"/>
              </a:rPr>
              <a:t>Fifth Outline Level</a:t>
            </a:r>
            <a:endParaRPr b="0" lang="en-US" sz="2670" spc="-1" strike="noStrike">
              <a:solidFill>
                <a:srgbClr val="000000"/>
              </a:solidFill>
              <a:latin typeface="Arial"/>
            </a:endParaRPr>
          </a:p>
          <a:p>
            <a:pPr lvl="5" marL="2592000" indent="-216000">
              <a:spcBef>
                <a:spcPts val="377"/>
              </a:spcBef>
              <a:buClr>
                <a:srgbClr val="000000"/>
              </a:buClr>
              <a:buSzPct val="45000"/>
              <a:buFont typeface="Wingdings" charset="2"/>
              <a:buChar char=""/>
            </a:pPr>
            <a:r>
              <a:rPr b="0" lang="en-US" sz="2670" spc="-1" strike="noStrike">
                <a:solidFill>
                  <a:srgbClr val="000000"/>
                </a:solidFill>
                <a:latin typeface="Arial"/>
              </a:rPr>
              <a:t>Sixth Outline Level</a:t>
            </a:r>
            <a:endParaRPr b="0" lang="en-US" sz="2670" spc="-1" strike="noStrike">
              <a:solidFill>
                <a:srgbClr val="000000"/>
              </a:solidFill>
              <a:latin typeface="Arial"/>
            </a:endParaRPr>
          </a:p>
          <a:p>
            <a:pPr lvl="6" marL="3024000" indent="-216000">
              <a:spcBef>
                <a:spcPts val="377"/>
              </a:spcBef>
              <a:buClr>
                <a:srgbClr val="000000"/>
              </a:buClr>
              <a:buSzPct val="45000"/>
              <a:buFont typeface="Wingdings" charset="2"/>
              <a:buChar char=""/>
            </a:pPr>
            <a:r>
              <a:rPr b="0" lang="en-US" sz="2670" spc="-1" strike="noStrike">
                <a:solidFill>
                  <a:srgbClr val="000000"/>
                </a:solidFill>
                <a:latin typeface="Arial"/>
              </a:rPr>
              <a:t>Seventh Outline Level</a:t>
            </a:r>
            <a:endParaRPr b="0" lang="en-US" sz="2670" spc="-1" strike="noStrike">
              <a:solidFill>
                <a:srgbClr val="000000"/>
              </a:solidFill>
              <a:latin typeface="Arial"/>
            </a:endParaRPr>
          </a:p>
        </p:txBody>
      </p:sp>
      <p:sp>
        <p:nvSpPr>
          <p:cNvPr id="87" name="PlaceHolder 4"/>
          <p:cNvSpPr>
            <a:spLocks noGrp="1"/>
          </p:cNvSpPr>
          <p:nvPr>
            <p:ph type="sldNum" idx="35"/>
          </p:nvPr>
        </p:nvSpPr>
        <p:spPr>
          <a:xfrm>
            <a:off x="11296800" y="6217200"/>
            <a:ext cx="731160" cy="52416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rgbClr val="595959"/>
                </a:solidFill>
                <a:latin typeface="Arial"/>
                <a:ea typeface="Arial"/>
              </a:defRPr>
            </a:lvl1pPr>
          </a:lstStyle>
          <a:p>
            <a:pPr indent="0" algn="r">
              <a:lnSpc>
                <a:spcPct val="100000"/>
              </a:lnSpc>
              <a:buNone/>
              <a:tabLst>
                <a:tab algn="l" pos="0"/>
              </a:tabLst>
            </a:pPr>
            <a:fld id="{B0984C58-114A-42BB-96A1-5E394D803C6E}" type="slidenum">
              <a:rPr b="0" lang="en-US" sz="1000" spc="-1" strike="noStrike">
                <a:solidFill>
                  <a:srgbClr val="595959"/>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4" r:id="rId2"/>
    <p:sldLayoutId id="2147483675"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Layout" Target="../slideLayouts/slideLayout9.xml"/><Relationship Id="rId1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Layout" Target="../slideLayouts/slideLayout9.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Layout" Target="../slideLayouts/slideLayout9.xml"/><Relationship Id="rId10"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9.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slideLayout" Target="../slideLayouts/slideLayout9.xml"/><Relationship Id="rId7"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slideLayout" Target="../slideLayouts/slideLayout9.xml"/><Relationship Id="rId11"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 Id="rId13" Type="http://schemas.openxmlformats.org/officeDocument/2006/relationships/image" Target="../media/image37.png"/><Relationship Id="rId14" Type="http://schemas.openxmlformats.org/officeDocument/2006/relationships/slideLayout" Target="../slideLayouts/slideLayout9.xml"/><Relationship Id="rId1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 Id="rId16" Type="http://schemas.openxmlformats.org/officeDocument/2006/relationships/image" Target="../media/image44.png"/><Relationship Id="rId17" Type="http://schemas.openxmlformats.org/officeDocument/2006/relationships/slideLayout" Target="../slideLayouts/slideLayout9.xml"/><Relationship Id="rId18"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5.png"/><Relationship Id="rId14" Type="http://schemas.openxmlformats.org/officeDocument/2006/relationships/image" Target="../media/image46.png"/><Relationship Id="rId15" Type="http://schemas.openxmlformats.org/officeDocument/2006/relationships/image" Target="../media/image47.png"/><Relationship Id="rId16" Type="http://schemas.openxmlformats.org/officeDocument/2006/relationships/image" Target="../media/image48.png"/><Relationship Id="rId17" Type="http://schemas.openxmlformats.org/officeDocument/2006/relationships/slideLayout" Target="../slideLayouts/slideLayout9.xml"/><Relationship Id="rId18"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9.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50.png"/><Relationship Id="rId14" Type="http://schemas.openxmlformats.org/officeDocument/2006/relationships/image" Target="../media/image51.png"/><Relationship Id="rId15" Type="http://schemas.openxmlformats.org/officeDocument/2006/relationships/image" Target="../media/image45.png"/><Relationship Id="rId16" Type="http://schemas.openxmlformats.org/officeDocument/2006/relationships/image" Target="../media/image46.png"/><Relationship Id="rId17" Type="http://schemas.openxmlformats.org/officeDocument/2006/relationships/image" Target="../media/image47.png"/><Relationship Id="rId18" Type="http://schemas.openxmlformats.org/officeDocument/2006/relationships/image" Target="../media/image48.png"/><Relationship Id="rId19" Type="http://schemas.openxmlformats.org/officeDocument/2006/relationships/image" Target="../media/image52.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55.png"/><Relationship Id="rId23" Type="http://schemas.openxmlformats.org/officeDocument/2006/relationships/image" Target="../media/image56.png"/><Relationship Id="rId24" Type="http://schemas.openxmlformats.org/officeDocument/2006/relationships/image" Target="../media/image57.png"/><Relationship Id="rId25" Type="http://schemas.openxmlformats.org/officeDocument/2006/relationships/slideLayout" Target="../slideLayouts/slideLayout9.xml"/><Relationship Id="rId2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58.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59.png"/><Relationship Id="rId19" Type="http://schemas.openxmlformats.org/officeDocument/2006/relationships/image" Target="../media/image60.png"/><Relationship Id="rId20" Type="http://schemas.openxmlformats.org/officeDocument/2006/relationships/image" Target="../media/image61.png"/><Relationship Id="rId21" Type="http://schemas.openxmlformats.org/officeDocument/2006/relationships/image" Target="../media/image62.png"/><Relationship Id="rId22" Type="http://schemas.openxmlformats.org/officeDocument/2006/relationships/slideLayout" Target="../slideLayouts/slideLayout9.xml"/><Relationship Id="rId2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5.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 Id="rId12" Type="http://schemas.openxmlformats.org/officeDocument/2006/relationships/image" Target="../media/image76.png"/><Relationship Id="rId13" Type="http://schemas.openxmlformats.org/officeDocument/2006/relationships/slideLayout" Target="../slideLayouts/slideLayout9.xml"/><Relationship Id="rId14"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en-US" sz="6000" spc="-1" strike="noStrike">
                <a:solidFill>
                  <a:schemeClr val="dk1"/>
                </a:solidFill>
                <a:latin typeface="Calibri Light"/>
              </a:rPr>
              <a:t>Neural Networks</a:t>
            </a:r>
            <a:endParaRPr b="0" lang="en-US" sz="6000" spc="-1" strike="noStrike">
              <a:solidFill>
                <a:schemeClr val="dk1"/>
              </a:solidFill>
              <a:latin typeface="Calibri"/>
            </a:endParaRPr>
          </a:p>
        </p:txBody>
      </p:sp>
      <p:sp>
        <p:nvSpPr>
          <p:cNvPr id="99" name="Title 2"/>
          <p:cNvSpPr txBox="1"/>
          <p:nvPr/>
        </p:nvSpPr>
        <p:spPr>
          <a:xfrm>
            <a:off x="1524240" y="3556440"/>
            <a:ext cx="9143640" cy="2387160"/>
          </a:xfrm>
          <a:prstGeom prst="rect">
            <a:avLst/>
          </a:prstGeom>
          <a:noFill/>
          <a:ln w="0">
            <a:noFill/>
          </a:ln>
        </p:spPr>
        <p:txBody>
          <a:bodyPr anchor="ctr">
            <a:noAutofit/>
          </a:bodyPr>
          <a:p>
            <a:pPr algn="ctr" defTabSz="914400">
              <a:lnSpc>
                <a:spcPct val="90000"/>
              </a:lnSpc>
            </a:pPr>
            <a:r>
              <a:rPr b="0" lang="en-US" sz="4800" spc="-1" strike="noStrike">
                <a:solidFill>
                  <a:srgbClr val="666666"/>
                </a:solidFill>
                <a:latin typeface="Calibri Light"/>
              </a:rPr>
              <a:t>Introduction</a:t>
            </a:r>
            <a:endParaRPr b="0" lang="en-US" sz="4800" spc="-1" strike="noStrike">
              <a:solidFill>
                <a:srgbClr val="666666"/>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415440" y="592920"/>
            <a:ext cx="11360160" cy="763200"/>
          </a:xfrm>
          <a:prstGeom prst="rect">
            <a:avLst/>
          </a:prstGeom>
          <a:noFill/>
          <a:ln w="0">
            <a:noFill/>
          </a:ln>
        </p:spPr>
        <p:txBody>
          <a:bodyPr lIns="91440" rIns="91440" tIns="91440" bIns="91440" anchor="t">
            <a:normAutofit/>
          </a:bodyPr>
          <a:p>
            <a:pPr indent="0">
              <a:lnSpc>
                <a:spcPct val="100000"/>
              </a:lnSpc>
              <a:buNone/>
              <a:tabLst>
                <a:tab algn="l" pos="0"/>
              </a:tabLst>
            </a:pPr>
            <a:r>
              <a:rPr b="0" lang="en-US" sz="2800" spc="-1" strike="noStrike">
                <a:solidFill>
                  <a:srgbClr val="000000"/>
                </a:solidFill>
                <a:latin typeface="Arial"/>
                <a:ea typeface="Arial"/>
              </a:rPr>
              <a:t>What is Machine Learning?</a:t>
            </a:r>
            <a:endParaRPr b="0" lang="en-US" sz="2800" spc="-1" strike="noStrike">
              <a:solidFill>
                <a:srgbClr val="000000"/>
              </a:solidFill>
              <a:latin typeface="Arial"/>
            </a:endParaRPr>
          </a:p>
        </p:txBody>
      </p:sp>
      <p:sp>
        <p:nvSpPr>
          <p:cNvPr id="101" name="PlaceHolder 2"/>
          <p:cNvSpPr>
            <a:spLocks noGrp="1"/>
          </p:cNvSpPr>
          <p:nvPr>
            <p:ph/>
          </p:nvPr>
        </p:nvSpPr>
        <p:spPr>
          <a:xfrm>
            <a:off x="415440" y="1356840"/>
            <a:ext cx="5332680" cy="599040"/>
          </a:xfrm>
          <a:prstGeom prst="rect">
            <a:avLst/>
          </a:prstGeom>
          <a:noFill/>
          <a:ln w="0">
            <a:noFill/>
          </a:ln>
        </p:spPr>
        <p:txBody>
          <a:bodyPr lIns="91440" rIns="91440" tIns="91440" bIns="91440" anchor="t">
            <a:noAutofit/>
          </a:bodyPr>
          <a:p>
            <a:pPr indent="0">
              <a:lnSpc>
                <a:spcPct val="95000"/>
              </a:lnSpc>
              <a:spcAft>
                <a:spcPts val="1199"/>
              </a:spcAft>
              <a:buNone/>
              <a:tabLst>
                <a:tab algn="l" pos="0"/>
              </a:tabLst>
            </a:pPr>
            <a:r>
              <a:rPr b="1" lang="en-US" sz="1600" spc="-1" strike="noStrike">
                <a:solidFill>
                  <a:srgbClr val="595959"/>
                </a:solidFill>
                <a:latin typeface="Arial"/>
                <a:ea typeface="Arial"/>
              </a:rPr>
              <a:t>Rule based</a:t>
            </a:r>
            <a:endParaRPr b="0" lang="en-US" sz="1600" spc="-1" strike="noStrike">
              <a:solidFill>
                <a:srgbClr val="000000"/>
              </a:solidFill>
              <a:latin typeface="Arial"/>
            </a:endParaRPr>
          </a:p>
        </p:txBody>
      </p:sp>
      <p:sp>
        <p:nvSpPr>
          <p:cNvPr id="102" name="PlaceHolder 3"/>
          <p:cNvSpPr>
            <a:spLocks noGrp="1"/>
          </p:cNvSpPr>
          <p:nvPr>
            <p:ph/>
          </p:nvPr>
        </p:nvSpPr>
        <p:spPr>
          <a:xfrm>
            <a:off x="6442920" y="1356840"/>
            <a:ext cx="5332680" cy="599040"/>
          </a:xfrm>
          <a:prstGeom prst="rect">
            <a:avLst/>
          </a:prstGeom>
          <a:noFill/>
          <a:ln w="0">
            <a:noFill/>
          </a:ln>
        </p:spPr>
        <p:txBody>
          <a:bodyPr lIns="91440" rIns="91440" tIns="91440" bIns="91440" anchor="t">
            <a:noAutofit/>
          </a:bodyPr>
          <a:p>
            <a:pPr indent="0">
              <a:lnSpc>
                <a:spcPct val="95000"/>
              </a:lnSpc>
              <a:spcAft>
                <a:spcPts val="1199"/>
              </a:spcAft>
              <a:buNone/>
              <a:tabLst>
                <a:tab algn="l" pos="0"/>
              </a:tabLst>
            </a:pPr>
            <a:r>
              <a:rPr b="1" lang="en-US" sz="1600" spc="-1" strike="noStrike">
                <a:solidFill>
                  <a:srgbClr val="595959"/>
                </a:solidFill>
                <a:latin typeface="Arial"/>
                <a:ea typeface="Arial"/>
              </a:rPr>
              <a:t>Machine Learning</a:t>
            </a:r>
            <a:endParaRPr b="0" lang="en-US" sz="1600" spc="-1" strike="noStrike">
              <a:solidFill>
                <a:srgbClr val="000000"/>
              </a:solidFill>
              <a:latin typeface="Arial"/>
            </a:endParaRPr>
          </a:p>
        </p:txBody>
      </p:sp>
      <p:grpSp>
        <p:nvGrpSpPr>
          <p:cNvPr id="103" name="Google Shape;79;p 2"/>
          <p:cNvGrpSpPr/>
          <p:nvPr/>
        </p:nvGrpSpPr>
        <p:grpSpPr>
          <a:xfrm>
            <a:off x="415800" y="1956240"/>
            <a:ext cx="4581360" cy="4616280"/>
            <a:chOff x="415800" y="1956240"/>
            <a:chExt cx="4581360" cy="4616280"/>
          </a:xfrm>
        </p:grpSpPr>
        <p:sp>
          <p:nvSpPr>
            <p:cNvPr id="104" name="Google Shape;80;p 2"/>
            <p:cNvSpPr/>
            <p:nvPr/>
          </p:nvSpPr>
          <p:spPr>
            <a:xfrm>
              <a:off x="415800" y="1956240"/>
              <a:ext cx="2092320" cy="436320"/>
            </a:xfrm>
            <a:prstGeom prst="roundRect">
              <a:avLst>
                <a:gd name="adj" fmla="val 16667"/>
              </a:avLst>
            </a:prstGeom>
            <a:solidFill>
              <a:srgbClr val="d0e0e3"/>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If XXX</a:t>
              </a:r>
              <a:endParaRPr b="0" lang="en-US" sz="1400" spc="-1" strike="noStrike">
                <a:solidFill>
                  <a:srgbClr val="000000"/>
                </a:solidFill>
                <a:latin typeface="Arial"/>
              </a:endParaRPr>
            </a:p>
          </p:txBody>
        </p:sp>
        <p:sp>
          <p:nvSpPr>
            <p:cNvPr id="105" name="Google Shape;81;p 2"/>
            <p:cNvSpPr/>
            <p:nvPr/>
          </p:nvSpPr>
          <p:spPr>
            <a:xfrm>
              <a:off x="771480" y="2562480"/>
              <a:ext cx="2092320" cy="436320"/>
            </a:xfrm>
            <a:prstGeom prst="roundRect">
              <a:avLst>
                <a:gd name="adj" fmla="val 16667"/>
              </a:avLst>
            </a:prstGeom>
            <a:solidFill>
              <a:srgbClr val="d9d2e9"/>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If A</a:t>
              </a:r>
              <a:endParaRPr b="0" lang="en-US" sz="1400" spc="-1" strike="noStrike">
                <a:solidFill>
                  <a:srgbClr val="000000"/>
                </a:solidFill>
                <a:latin typeface="Arial"/>
              </a:endParaRPr>
            </a:p>
          </p:txBody>
        </p:sp>
        <p:sp>
          <p:nvSpPr>
            <p:cNvPr id="106" name="Google Shape;82;p 2"/>
            <p:cNvSpPr/>
            <p:nvPr/>
          </p:nvSpPr>
          <p:spPr>
            <a:xfrm>
              <a:off x="2904840" y="2562480"/>
              <a:ext cx="2092320" cy="436320"/>
            </a:xfrm>
            <a:prstGeom prst="roundRect">
              <a:avLst>
                <a:gd name="adj" fmla="val 16667"/>
              </a:avLst>
            </a:prstGeom>
            <a:solidFill>
              <a:srgbClr val="fce5cd"/>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Then …</a:t>
              </a:r>
              <a:endParaRPr b="0" lang="en-US" sz="1400" spc="-1" strike="noStrike">
                <a:solidFill>
                  <a:srgbClr val="000000"/>
                </a:solidFill>
                <a:latin typeface="Arial"/>
              </a:endParaRPr>
            </a:p>
          </p:txBody>
        </p:sp>
        <p:sp>
          <p:nvSpPr>
            <p:cNvPr id="107" name="Google Shape;83;p 2"/>
            <p:cNvSpPr/>
            <p:nvPr/>
          </p:nvSpPr>
          <p:spPr>
            <a:xfrm>
              <a:off x="771480" y="3168720"/>
              <a:ext cx="2092320" cy="436320"/>
            </a:xfrm>
            <a:prstGeom prst="roundRect">
              <a:avLst>
                <a:gd name="adj" fmla="val 16667"/>
              </a:avLst>
            </a:prstGeom>
            <a:solidFill>
              <a:srgbClr val="d9d2e9"/>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If B</a:t>
              </a:r>
              <a:endParaRPr b="0" lang="en-US" sz="1400" spc="-1" strike="noStrike">
                <a:solidFill>
                  <a:srgbClr val="000000"/>
                </a:solidFill>
                <a:latin typeface="Arial"/>
              </a:endParaRPr>
            </a:p>
          </p:txBody>
        </p:sp>
        <p:sp>
          <p:nvSpPr>
            <p:cNvPr id="108" name="Google Shape;84;p 2"/>
            <p:cNvSpPr/>
            <p:nvPr/>
          </p:nvSpPr>
          <p:spPr>
            <a:xfrm>
              <a:off x="2904840" y="3168720"/>
              <a:ext cx="2092320" cy="436320"/>
            </a:xfrm>
            <a:prstGeom prst="roundRect">
              <a:avLst>
                <a:gd name="adj" fmla="val 16667"/>
              </a:avLst>
            </a:prstGeom>
            <a:solidFill>
              <a:srgbClr val="fce5cd"/>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Then …</a:t>
              </a:r>
              <a:endParaRPr b="0" lang="en-US" sz="1400" spc="-1" strike="noStrike">
                <a:solidFill>
                  <a:srgbClr val="000000"/>
                </a:solidFill>
                <a:latin typeface="Arial"/>
              </a:endParaRPr>
            </a:p>
          </p:txBody>
        </p:sp>
        <p:sp>
          <p:nvSpPr>
            <p:cNvPr id="109" name="Google Shape;85;p 2"/>
            <p:cNvSpPr/>
            <p:nvPr/>
          </p:nvSpPr>
          <p:spPr>
            <a:xfrm>
              <a:off x="415800" y="3774600"/>
              <a:ext cx="2092320" cy="436320"/>
            </a:xfrm>
            <a:prstGeom prst="roundRect">
              <a:avLst>
                <a:gd name="adj" fmla="val 16667"/>
              </a:avLst>
            </a:prstGeom>
            <a:solidFill>
              <a:srgbClr val="c9daf8"/>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Else if YYY </a:t>
              </a:r>
              <a:endParaRPr b="0" lang="en-US" sz="1400" spc="-1" strike="noStrike">
                <a:solidFill>
                  <a:srgbClr val="000000"/>
                </a:solidFill>
                <a:latin typeface="Arial"/>
              </a:endParaRPr>
            </a:p>
          </p:txBody>
        </p:sp>
        <p:sp>
          <p:nvSpPr>
            <p:cNvPr id="110" name="Google Shape;86;p 2"/>
            <p:cNvSpPr/>
            <p:nvPr/>
          </p:nvSpPr>
          <p:spPr>
            <a:xfrm>
              <a:off x="415800" y="5593320"/>
              <a:ext cx="2092320" cy="436320"/>
            </a:xfrm>
            <a:prstGeom prst="roundRect">
              <a:avLst>
                <a:gd name="adj" fmla="val 16667"/>
              </a:avLst>
            </a:prstGeom>
            <a:solidFill>
              <a:srgbClr val="cfe2f3"/>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Else</a:t>
              </a:r>
              <a:endParaRPr b="0" lang="en-US" sz="1400" spc="-1" strike="noStrike">
                <a:solidFill>
                  <a:srgbClr val="000000"/>
                </a:solidFill>
                <a:latin typeface="Arial"/>
              </a:endParaRPr>
            </a:p>
          </p:txBody>
        </p:sp>
        <p:sp>
          <p:nvSpPr>
            <p:cNvPr id="111" name="Google Shape;87;p 2"/>
            <p:cNvSpPr/>
            <p:nvPr/>
          </p:nvSpPr>
          <p:spPr>
            <a:xfrm>
              <a:off x="771480" y="4380840"/>
              <a:ext cx="2092320" cy="436320"/>
            </a:xfrm>
            <a:prstGeom prst="roundRect">
              <a:avLst>
                <a:gd name="adj" fmla="val 16667"/>
              </a:avLst>
            </a:prstGeom>
            <a:solidFill>
              <a:srgbClr val="d9d2e9"/>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If C</a:t>
              </a:r>
              <a:endParaRPr b="0" lang="en-US" sz="1400" spc="-1" strike="noStrike">
                <a:solidFill>
                  <a:srgbClr val="000000"/>
                </a:solidFill>
                <a:latin typeface="Arial"/>
              </a:endParaRPr>
            </a:p>
          </p:txBody>
        </p:sp>
        <p:sp>
          <p:nvSpPr>
            <p:cNvPr id="112" name="Google Shape;88;p 2"/>
            <p:cNvSpPr/>
            <p:nvPr/>
          </p:nvSpPr>
          <p:spPr>
            <a:xfrm>
              <a:off x="2904840" y="4380840"/>
              <a:ext cx="2092320" cy="436320"/>
            </a:xfrm>
            <a:prstGeom prst="roundRect">
              <a:avLst>
                <a:gd name="adj" fmla="val 16667"/>
              </a:avLst>
            </a:prstGeom>
            <a:solidFill>
              <a:srgbClr val="fce5cd"/>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Then …</a:t>
              </a:r>
              <a:endParaRPr b="0" lang="en-US" sz="1400" spc="-1" strike="noStrike">
                <a:solidFill>
                  <a:srgbClr val="000000"/>
                </a:solidFill>
                <a:latin typeface="Arial"/>
              </a:endParaRPr>
            </a:p>
          </p:txBody>
        </p:sp>
        <p:sp>
          <p:nvSpPr>
            <p:cNvPr id="113" name="Google Shape;89;p 2"/>
            <p:cNvSpPr/>
            <p:nvPr/>
          </p:nvSpPr>
          <p:spPr>
            <a:xfrm>
              <a:off x="771480" y="4987080"/>
              <a:ext cx="2092320" cy="436320"/>
            </a:xfrm>
            <a:prstGeom prst="roundRect">
              <a:avLst>
                <a:gd name="adj" fmla="val 16667"/>
              </a:avLst>
            </a:prstGeom>
            <a:solidFill>
              <a:srgbClr val="d9d2e9"/>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If D</a:t>
              </a:r>
              <a:endParaRPr b="0" lang="en-US" sz="1400" spc="-1" strike="noStrike">
                <a:solidFill>
                  <a:srgbClr val="000000"/>
                </a:solidFill>
                <a:latin typeface="Arial"/>
              </a:endParaRPr>
            </a:p>
          </p:txBody>
        </p:sp>
        <p:sp>
          <p:nvSpPr>
            <p:cNvPr id="114" name="Google Shape;90;p 2"/>
            <p:cNvSpPr/>
            <p:nvPr/>
          </p:nvSpPr>
          <p:spPr>
            <a:xfrm>
              <a:off x="2904840" y="4987080"/>
              <a:ext cx="2092320" cy="436320"/>
            </a:xfrm>
            <a:prstGeom prst="roundRect">
              <a:avLst>
                <a:gd name="adj" fmla="val 16667"/>
              </a:avLst>
            </a:prstGeom>
            <a:solidFill>
              <a:srgbClr val="fce5cd"/>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Then …</a:t>
              </a:r>
              <a:endParaRPr b="0" lang="en-US" sz="1400" spc="-1" strike="noStrike">
                <a:solidFill>
                  <a:srgbClr val="000000"/>
                </a:solidFill>
                <a:latin typeface="Arial"/>
              </a:endParaRPr>
            </a:p>
          </p:txBody>
        </p:sp>
        <p:sp>
          <p:nvSpPr>
            <p:cNvPr id="115" name="Google Shape;91;p 2"/>
            <p:cNvSpPr/>
            <p:nvPr/>
          </p:nvSpPr>
          <p:spPr>
            <a:xfrm>
              <a:off x="771480" y="6136200"/>
              <a:ext cx="2092320" cy="436320"/>
            </a:xfrm>
            <a:prstGeom prst="roundRect">
              <a:avLst>
                <a:gd name="adj" fmla="val 16667"/>
              </a:avLst>
            </a:prstGeom>
            <a:solidFill>
              <a:srgbClr val="f4cccc"/>
            </a:solidFill>
            <a:ln w="0">
              <a:noFill/>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Then …</a:t>
              </a:r>
              <a:endParaRPr b="0" lang="en-US" sz="1400" spc="-1" strike="noStrike">
                <a:solidFill>
                  <a:srgbClr val="000000"/>
                </a:solidFill>
                <a:latin typeface="Arial"/>
              </a:endParaRPr>
            </a:p>
          </p:txBody>
        </p:sp>
      </p:grpSp>
      <p:grpSp>
        <p:nvGrpSpPr>
          <p:cNvPr id="116" name="Google Shape;92;p 2"/>
          <p:cNvGrpSpPr/>
          <p:nvPr/>
        </p:nvGrpSpPr>
        <p:grpSpPr>
          <a:xfrm>
            <a:off x="6410520" y="2140560"/>
            <a:ext cx="5365440" cy="1280160"/>
            <a:chOff x="6410520" y="2140560"/>
            <a:chExt cx="5365440" cy="1280160"/>
          </a:xfrm>
        </p:grpSpPr>
        <p:sp>
          <p:nvSpPr>
            <p:cNvPr id="117" name="Google Shape;93;p 2"/>
            <p:cNvSpPr/>
            <p:nvPr/>
          </p:nvSpPr>
          <p:spPr>
            <a:xfrm>
              <a:off x="10544040" y="2165040"/>
              <a:ext cx="1231920" cy="1231560"/>
            </a:xfrm>
            <a:prstGeom prst="diamond">
              <a:avLst/>
            </a:prstGeom>
            <a:solidFill>
              <a:srgbClr val="fff2cc"/>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18" name="Google Shape;94;p 2"/>
            <p:cNvSpPr/>
            <p:nvPr/>
          </p:nvSpPr>
          <p:spPr>
            <a:xfrm>
              <a:off x="6442920" y="2197080"/>
              <a:ext cx="1167120" cy="1167480"/>
            </a:xfrm>
            <a:prstGeom prst="ellipse">
              <a:avLst/>
            </a:prstGeom>
            <a:solidFill>
              <a:srgbClr val="d9ead3"/>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19" name="Google Shape;95;p 2"/>
            <p:cNvSpPr/>
            <p:nvPr/>
          </p:nvSpPr>
          <p:spPr>
            <a:xfrm>
              <a:off x="10544040" y="2493360"/>
              <a:ext cx="1231920" cy="42696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US" sz="1600" spc="-1" strike="noStrike">
                  <a:solidFill>
                    <a:srgbClr val="595959"/>
                  </a:solidFill>
                  <a:latin typeface="Arial"/>
                  <a:ea typeface="Arial"/>
                </a:rPr>
                <a:t>Output</a:t>
              </a:r>
              <a:endParaRPr b="0" lang="en-US" sz="1600" spc="-1" strike="noStrike">
                <a:solidFill>
                  <a:srgbClr val="000000"/>
                </a:solidFill>
                <a:latin typeface="Arial"/>
              </a:endParaRPr>
            </a:p>
          </p:txBody>
        </p:sp>
        <p:sp>
          <p:nvSpPr>
            <p:cNvPr id="120" name="Google Shape;96;p 2"/>
            <p:cNvSpPr/>
            <p:nvPr/>
          </p:nvSpPr>
          <p:spPr>
            <a:xfrm>
              <a:off x="6410520" y="2493360"/>
              <a:ext cx="1232280" cy="42696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US" sz="1600" spc="-1" strike="noStrike">
                  <a:solidFill>
                    <a:srgbClr val="595959"/>
                  </a:solidFill>
                  <a:latin typeface="Arial"/>
                  <a:ea typeface="Arial"/>
                </a:rPr>
                <a:t>Input</a:t>
              </a:r>
              <a:endParaRPr b="0" lang="en-US" sz="1600" spc="-1" strike="noStrike">
                <a:solidFill>
                  <a:srgbClr val="000000"/>
                </a:solidFill>
                <a:latin typeface="Arial"/>
              </a:endParaRPr>
            </a:p>
          </p:txBody>
        </p:sp>
        <p:sp>
          <p:nvSpPr>
            <p:cNvPr id="121" name="Google Shape;97;p 2"/>
            <p:cNvSpPr/>
            <p:nvPr/>
          </p:nvSpPr>
          <p:spPr>
            <a:xfrm>
              <a:off x="7895160" y="2140560"/>
              <a:ext cx="2396160" cy="1280160"/>
            </a:xfrm>
            <a:prstGeom prst="rightArrow">
              <a:avLst>
                <a:gd name="adj1" fmla="val 50000"/>
                <a:gd name="adj2" fmla="val 50000"/>
              </a:avLst>
            </a:prstGeom>
            <a:solidFill>
              <a:srgbClr val="ead1dc"/>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Model</a:t>
              </a:r>
              <a:endParaRPr b="0" lang="en-US" sz="1400" spc="-1" strike="noStrike">
                <a:solidFill>
                  <a:srgbClr val="000000"/>
                </a:solidFill>
                <a:latin typeface="Arial"/>
              </a:endParaRPr>
            </a:p>
          </p:txBody>
        </p:sp>
      </p:grpSp>
      <p:grpSp>
        <p:nvGrpSpPr>
          <p:cNvPr id="122" name="Google Shape;98;p 2"/>
          <p:cNvGrpSpPr/>
          <p:nvPr/>
        </p:nvGrpSpPr>
        <p:grpSpPr>
          <a:xfrm>
            <a:off x="6569640" y="3444840"/>
            <a:ext cx="5032800" cy="2097360"/>
            <a:chOff x="6569640" y="3444840"/>
            <a:chExt cx="5032800" cy="2097360"/>
          </a:xfrm>
        </p:grpSpPr>
        <p:sp>
          <p:nvSpPr>
            <p:cNvPr id="123" name="Google Shape;99;p 2"/>
            <p:cNvSpPr/>
            <p:nvPr/>
          </p:nvSpPr>
          <p:spPr>
            <a:xfrm flipH="1" rot="5400000">
              <a:off x="8181000" y="2157120"/>
              <a:ext cx="1360800" cy="3935880"/>
            </a:xfrm>
            <a:prstGeom prst="bentUpArrow">
              <a:avLst>
                <a:gd name="adj1" fmla="val 19057"/>
                <a:gd name="adj2" fmla="val 25370"/>
                <a:gd name="adj3" fmla="val 23883"/>
              </a:avLst>
            </a:prstGeom>
            <a:solidFill>
              <a:srgbClr val="cfe2f3"/>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24" name="Google Shape;100;p 2"/>
            <p:cNvSpPr/>
            <p:nvPr/>
          </p:nvSpPr>
          <p:spPr>
            <a:xfrm>
              <a:off x="7350840" y="4099320"/>
              <a:ext cx="4251600" cy="1049400"/>
            </a:xfrm>
            <a:prstGeom prst="bentUpArrow">
              <a:avLst>
                <a:gd name="adj1" fmla="val 24587"/>
                <a:gd name="adj2" fmla="val 29021"/>
                <a:gd name="adj3" fmla="val 27633"/>
              </a:avLst>
            </a:prstGeom>
            <a:solidFill>
              <a:srgbClr val="c9daf8"/>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25" name="Google Shape;101;p 2"/>
            <p:cNvSpPr/>
            <p:nvPr/>
          </p:nvSpPr>
          <p:spPr>
            <a:xfrm>
              <a:off x="6569640" y="4375080"/>
              <a:ext cx="913680" cy="1167120"/>
            </a:xfrm>
            <a:prstGeom prst="flowChartMagneticDisk">
              <a:avLst/>
            </a:prstGeom>
            <a:solidFill>
              <a:srgbClr val="d0e0e3"/>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Data</a:t>
              </a:r>
              <a:endParaRPr b="0" lang="en-US" sz="1400" spc="-1" strike="noStrike">
                <a:solidFill>
                  <a:srgbClr val="000000"/>
                </a:solidFill>
                <a:latin typeface="Arial"/>
              </a:endParaRPr>
            </a:p>
          </p:txBody>
        </p:sp>
        <p:sp>
          <p:nvSpPr>
            <p:cNvPr id="126" name="Google Shape;102;p 2"/>
            <p:cNvSpPr/>
            <p:nvPr/>
          </p:nvSpPr>
          <p:spPr>
            <a:xfrm>
              <a:off x="7199640" y="4133880"/>
              <a:ext cx="3423600" cy="53352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US" sz="2300" spc="-1" strike="noStrike">
                  <a:solidFill>
                    <a:srgbClr val="6fa8dc"/>
                  </a:solidFill>
                  <a:latin typeface="Arial"/>
                  <a:ea typeface="Arial"/>
                </a:rPr>
                <a:t>Training</a:t>
              </a:r>
              <a:endParaRPr b="0" lang="en-US" sz="2300" spc="-1" strike="noStrike">
                <a:solidFill>
                  <a:srgbClr val="000000"/>
                </a:solidFill>
                <a:latin typeface="Arial"/>
              </a:endParaRPr>
            </a:p>
          </p:txBody>
        </p:sp>
        <p:sp>
          <p:nvSpPr>
            <p:cNvPr id="127" name="Google Shape;103;p 2"/>
            <p:cNvSpPr/>
            <p:nvPr/>
          </p:nvSpPr>
          <p:spPr>
            <a:xfrm>
              <a:off x="10816200" y="3490200"/>
              <a:ext cx="406080" cy="352440"/>
            </a:xfrm>
            <a:prstGeom prst="mathNotEqual">
              <a:avLst>
                <a:gd name="adj1" fmla="val 23520"/>
                <a:gd name="adj2" fmla="val 6600000"/>
                <a:gd name="adj3" fmla="val 11760"/>
              </a:avLst>
            </a:prstGeom>
            <a:solidFill>
              <a:srgbClr val="fce5cd"/>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28" name="Google Shape;104;p 2"/>
            <p:cNvSpPr/>
            <p:nvPr/>
          </p:nvSpPr>
          <p:spPr>
            <a:xfrm>
              <a:off x="11122200" y="3768120"/>
              <a:ext cx="406080" cy="352440"/>
            </a:xfrm>
            <a:prstGeom prst="mathEqual">
              <a:avLst>
                <a:gd name="adj1" fmla="val 23520"/>
                <a:gd name="adj2" fmla="val 11760"/>
              </a:avLst>
            </a:prstGeom>
            <a:solidFill>
              <a:srgbClr val="fce5cd"/>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grpSp>
      <p:grpSp>
        <p:nvGrpSpPr>
          <p:cNvPr id="129" name="Google Shape;105;p 2"/>
          <p:cNvGrpSpPr/>
          <p:nvPr/>
        </p:nvGrpSpPr>
        <p:grpSpPr>
          <a:xfrm>
            <a:off x="6435720" y="4367520"/>
            <a:ext cx="5347440" cy="833040"/>
            <a:chOff x="6435720" y="4367520"/>
            <a:chExt cx="5347440" cy="833040"/>
          </a:xfrm>
        </p:grpSpPr>
        <p:sp>
          <p:nvSpPr>
            <p:cNvPr id="130" name="Google Shape;106;p 2"/>
            <p:cNvSpPr/>
            <p:nvPr/>
          </p:nvSpPr>
          <p:spPr>
            <a:xfrm>
              <a:off x="10169280" y="4437360"/>
              <a:ext cx="1603800" cy="763200"/>
            </a:xfrm>
            <a:prstGeom prst="roundRect">
              <a:avLst>
                <a:gd name="adj" fmla="val 16667"/>
              </a:avLst>
            </a:prstGeom>
            <a:solidFill>
              <a:srgbClr val="d9d2e9"/>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31" name="Google Shape;107;p 2"/>
            <p:cNvSpPr/>
            <p:nvPr/>
          </p:nvSpPr>
          <p:spPr>
            <a:xfrm>
              <a:off x="6468120" y="4437360"/>
              <a:ext cx="1167120" cy="763200"/>
            </a:xfrm>
            <a:prstGeom prst="roundRect">
              <a:avLst>
                <a:gd name="adj" fmla="val 16667"/>
              </a:avLst>
            </a:prstGeom>
            <a:solidFill>
              <a:srgbClr val="e6b8af"/>
            </a:soli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32" name="Google Shape;108;p 2"/>
            <p:cNvSpPr/>
            <p:nvPr/>
          </p:nvSpPr>
          <p:spPr>
            <a:xfrm>
              <a:off x="6435720" y="4367520"/>
              <a:ext cx="1232280" cy="42696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US" sz="1600" spc="-1" strike="noStrike">
                  <a:solidFill>
                    <a:srgbClr val="595959"/>
                  </a:solidFill>
                  <a:latin typeface="Arial"/>
                  <a:ea typeface="Arial"/>
                </a:rPr>
                <a:t>New cases</a:t>
              </a:r>
              <a:endParaRPr b="0" lang="en-US" sz="1600" spc="-1" strike="noStrike">
                <a:solidFill>
                  <a:srgbClr val="000000"/>
                </a:solidFill>
                <a:latin typeface="Arial"/>
              </a:endParaRPr>
            </a:p>
          </p:txBody>
        </p:sp>
        <p:sp>
          <p:nvSpPr>
            <p:cNvPr id="133" name="Google Shape;109;p 2"/>
            <p:cNvSpPr/>
            <p:nvPr/>
          </p:nvSpPr>
          <p:spPr>
            <a:xfrm>
              <a:off x="10179360" y="4531680"/>
              <a:ext cx="1603800" cy="42696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n-US" sz="1600" spc="-1" strike="noStrike">
                  <a:solidFill>
                    <a:srgbClr val="595959"/>
                  </a:solidFill>
                  <a:latin typeface="Arial"/>
                  <a:ea typeface="Arial"/>
                </a:rPr>
                <a:t>Predictions</a:t>
              </a:r>
              <a:endParaRPr b="0" lang="en-US" sz="1600" spc="-1" strike="noStrike">
                <a:solidFill>
                  <a:srgbClr val="000000"/>
                </a:solidFill>
                <a:latin typeface="Arial"/>
              </a:endParaRPr>
            </a:p>
          </p:txBody>
        </p:sp>
        <p:sp>
          <p:nvSpPr>
            <p:cNvPr id="134" name="Google Shape;110;p 2"/>
            <p:cNvSpPr/>
            <p:nvPr/>
          </p:nvSpPr>
          <p:spPr>
            <a:xfrm>
              <a:off x="7771680" y="4819320"/>
              <a:ext cx="2295360" cy="360"/>
            </a:xfrm>
            <a:prstGeom prst="straightConnector1">
              <a:avLst/>
            </a:prstGeom>
            <a:noFill/>
            <a:ln w="38160">
              <a:solidFill>
                <a:srgbClr val="595959"/>
              </a:solidFill>
              <a:round/>
              <a:tailEnd len="med" type="stealth" w="med"/>
            </a:ln>
          </p:spPr>
          <p:style>
            <a:lnRef idx="0"/>
            <a:fillRef idx="0"/>
            <a:effectRef idx="0"/>
            <a:fontRef idx="minor"/>
          </p:style>
          <p:txBody>
            <a:bodyPr lIns="90000" rIns="90000" tIns="-44640" bIns="-44640" anchor="t">
              <a:noAutofit/>
            </a:bodyPr>
            <a:p>
              <a:endParaRPr b="0" lang="en-US" sz="1800" spc="-1" strike="noStrike">
                <a:solidFill>
                  <a:srgbClr val="000000"/>
                </a:solidFill>
                <a:latin typeface="Arial"/>
              </a:endParaRPr>
            </a:p>
          </p:txBody>
        </p:sp>
      </p:grpSp>
      <p:sp>
        <p:nvSpPr>
          <p:cNvPr id="135" name="Google Shape;111;p 2"/>
          <p:cNvSpPr/>
          <p:nvPr/>
        </p:nvSpPr>
        <p:spPr>
          <a:xfrm>
            <a:off x="7365960" y="6126120"/>
            <a:ext cx="3336840" cy="498600"/>
          </a:xfrm>
          <a:prstGeom prst="rect">
            <a:avLst/>
          </a:prstGeom>
          <a:noFill/>
          <a:ln w="0">
            <a:noFill/>
          </a:ln>
        </p:spPr>
        <p:style>
          <a:lnRef idx="0"/>
          <a:fillRef idx="0"/>
          <a:effectRef idx="0"/>
          <a:fontRef idx="minor"/>
        </p:style>
        <p:txBody>
          <a:bodyPr tIns="91440" bIns="91440" anchor="t">
            <a:spAutoFit/>
          </a:bodyPr>
          <a:p>
            <a:pPr algn="ctr">
              <a:lnSpc>
                <a:spcPct val="115000"/>
              </a:lnSpc>
              <a:spcAft>
                <a:spcPts val="1199"/>
              </a:spcAft>
              <a:tabLst>
                <a:tab algn="l" pos="0"/>
              </a:tabLst>
            </a:pPr>
            <a:r>
              <a:rPr b="0" lang="en-US" sz="1800" spc="-1" strike="noStrike">
                <a:solidFill>
                  <a:srgbClr val="595959"/>
                </a:solidFill>
                <a:latin typeface="Arial"/>
                <a:ea typeface="Arial"/>
              </a:rPr>
              <a:t>Learns from data</a:t>
            </a:r>
            <a:endParaRPr b="0" lang="en-US" sz="1800" spc="-1" strike="noStrike">
              <a:solidFill>
                <a:srgbClr val="000000"/>
              </a:solidFill>
              <a:latin typeface="Arial"/>
            </a:endParaRPr>
          </a:p>
        </p:txBody>
      </p:sp>
      <p:sp>
        <p:nvSpPr>
          <p:cNvPr id="136" name="Google Shape;112;p 2"/>
          <p:cNvSpPr/>
          <p:nvPr/>
        </p:nvSpPr>
        <p:spPr>
          <a:xfrm rot="20981400">
            <a:off x="880920" y="3155760"/>
            <a:ext cx="10407240" cy="533880"/>
          </a:xfrm>
          <a:prstGeom prst="rect">
            <a:avLst/>
          </a:prstGeom>
          <a:solidFill>
            <a:srgbClr val="ffffff"/>
          </a:solidFill>
          <a:ln w="38160">
            <a:solidFill>
              <a:srgbClr val="ff0000"/>
            </a:solidFill>
            <a:round/>
          </a:ln>
        </p:spPr>
        <p:style>
          <a:lnRef idx="0"/>
          <a:fillRef idx="0"/>
          <a:effectRef idx="0"/>
          <a:fontRef idx="minor"/>
        </p:style>
        <p:txBody>
          <a:bodyPr tIns="91440" bIns="91440" anchor="t">
            <a:spAutoFit/>
          </a:bodyPr>
          <a:p>
            <a:pPr algn="ctr">
              <a:lnSpc>
                <a:spcPct val="115000"/>
              </a:lnSpc>
              <a:spcAft>
                <a:spcPts val="1199"/>
              </a:spcAft>
              <a:tabLst>
                <a:tab algn="l" pos="0"/>
              </a:tabLst>
            </a:pPr>
            <a:r>
              <a:rPr b="0" lang="en-US" sz="2000" spc="-1" strike="noStrike">
                <a:solidFill>
                  <a:srgbClr val="595959"/>
                </a:solidFill>
                <a:latin typeface="Arial"/>
                <a:ea typeface="Arial"/>
              </a:rPr>
              <a:t>Machine learning </a:t>
            </a:r>
            <a:r>
              <a:rPr b="0" lang="en-US" sz="2000" spc="-1" strike="noStrike">
                <a:solidFill>
                  <a:srgbClr val="595959"/>
                </a:solidFill>
                <a:latin typeface="Arial"/>
                <a:ea typeface="Arial"/>
              </a:rPr>
              <a:t>can learn what a </a:t>
            </a:r>
            <a:r>
              <a:rPr b="0" lang="en-US" sz="2000" spc="-1" strike="noStrike">
                <a:solidFill>
                  <a:srgbClr val="595959"/>
                </a:solidFill>
                <a:latin typeface="Arial"/>
                <a:ea typeface="Arial"/>
              </a:rPr>
              <a:t>mathematical </a:t>
            </a:r>
            <a:r>
              <a:rPr b="0" lang="en-US" sz="2000" spc="-1" strike="noStrike">
                <a:solidFill>
                  <a:srgbClr val="595959"/>
                </a:solidFill>
                <a:latin typeface="Arial"/>
                <a:ea typeface="Arial"/>
              </a:rPr>
              <a:t>formula can not.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103"/>
                                        </p:tgtEl>
                                        <p:attrNameLst>
                                          <p:attrName>style.visibility</p:attrName>
                                        </p:attrNameLst>
                                      </p:cBhvr>
                                      <p:to>
                                        <p:strVal val="visible"/>
                                      </p:to>
                                    </p:set>
                                    <p:animEffect filter="fade" transition="in">
                                      <p:cBhvr additive="repl">
                                        <p:cTn id="7" dur="500"/>
                                        <p:tgtEl>
                                          <p:spTgt spid="103"/>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10">
                                  <p:stCondLst>
                                    <p:cond delay="0"/>
                                  </p:stCondLst>
                                  <p:childTnLst>
                                    <p:set>
                                      <p:cBhvr>
                                        <p:cTn id="11" dur="1" fill="hold">
                                          <p:stCondLst>
                                            <p:cond delay="0"/>
                                          </p:stCondLst>
                                        </p:cTn>
                                        <p:tgtEl>
                                          <p:spTgt spid="116"/>
                                        </p:tgtEl>
                                        <p:attrNameLst>
                                          <p:attrName>style.visibility</p:attrName>
                                        </p:attrNameLst>
                                      </p:cBhvr>
                                      <p:to>
                                        <p:strVal val="visible"/>
                                      </p:to>
                                    </p:set>
                                    <p:animEffect filter="fade" transition="in">
                                      <p:cBhvr additive="repl">
                                        <p:cTn id="12" dur="500"/>
                                        <p:tgtEl>
                                          <p:spTgt spid="116"/>
                                        </p:tgtEl>
                                      </p:cBhvr>
                                    </p:animEffec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0">
                                  <p:stCondLst>
                                    <p:cond delay="0"/>
                                  </p:stCondLst>
                                  <p:childTnLst>
                                    <p:set>
                                      <p:cBhvr>
                                        <p:cTn id="16" dur="1" fill="hold">
                                          <p:stCondLst>
                                            <p:cond delay="0"/>
                                          </p:stCondLst>
                                        </p:cTn>
                                        <p:tgtEl>
                                          <p:spTgt spid="122"/>
                                        </p:tgtEl>
                                        <p:attrNameLst>
                                          <p:attrName>style.visibility</p:attrName>
                                        </p:attrNameLst>
                                      </p:cBhvr>
                                      <p:to>
                                        <p:strVal val="visible"/>
                                      </p:to>
                                    </p:set>
                                    <p:animEffect filter="fade" transition="in">
                                      <p:cBhvr additive="repl">
                                        <p:cTn id="17" dur="500"/>
                                        <p:tgtEl>
                                          <p:spTgt spid="122"/>
                                        </p:tgtEl>
                                      </p:cBhvr>
                                    </p:animEffect>
                                  </p:childTnLst>
                                </p:cTn>
                              </p:par>
                              <p:par>
                                <p:cTn id="18" nodeType="withEffect" fill="hold" presetClass="entr" presetID="10">
                                  <p:stCondLst>
                                    <p:cond delay="0"/>
                                  </p:stCondLst>
                                  <p:childTnLst>
                                    <p:set>
                                      <p:cBhvr>
                                        <p:cTn id="19" dur="1" fill="hold">
                                          <p:stCondLst>
                                            <p:cond delay="0"/>
                                          </p:stCondLst>
                                        </p:cTn>
                                        <p:tgtEl>
                                          <p:spTgt spid="135"/>
                                        </p:tgtEl>
                                        <p:attrNameLst>
                                          <p:attrName>style.visibility</p:attrName>
                                        </p:attrNameLst>
                                      </p:cBhvr>
                                      <p:to>
                                        <p:strVal val="visible"/>
                                      </p:to>
                                    </p:set>
                                    <p:animEffect filter="fade" transition="in">
                                      <p:cBhvr additive="repl">
                                        <p:cTn id="20" dur="1000"/>
                                        <p:tgtEl>
                                          <p:spTgt spid="135"/>
                                        </p:tgtEl>
                                      </p:cBhvr>
                                    </p:animEffect>
                                  </p:childTnLst>
                                </p:cTn>
                              </p:par>
                            </p:childTnLst>
                          </p:cTn>
                        </p:par>
                      </p:childTnLst>
                    </p:cTn>
                  </p:par>
                  <p:par>
                    <p:cTn id="21" fill="hold">
                      <p:stCondLst>
                        <p:cond delay="indefinite"/>
                      </p:stCondLst>
                      <p:childTnLst>
                        <p:par>
                          <p:cTn id="22" fill="hold">
                            <p:stCondLst>
                              <p:cond delay="0"/>
                            </p:stCondLst>
                            <p:childTnLst>
                              <p:par>
                                <p:cTn id="23" nodeType="clickEffect" fill="hold" presetClass="exit" presetID="10">
                                  <p:stCondLst>
                                    <p:cond delay="0"/>
                                  </p:stCondLst>
                                  <p:childTnLst>
                                    <p:animEffect filter="fade" transition="out">
                                      <p:cBhvr additive="repl">
                                        <p:cTn id="24" dur="500"/>
                                        <p:tgtEl>
                                          <p:spTgt spid="122"/>
                                        </p:tgtEl>
                                      </p:cBhvr>
                                    </p:animEffect>
                                    <p:set>
                                      <p:cBhvr>
                                        <p:cTn id="25" dur="1" fill="hold">
                                          <p:stCondLst>
                                            <p:cond delay="500"/>
                                          </p:stCondLst>
                                        </p:cTn>
                                        <p:tgtEl>
                                          <p:spTgt spid="122"/>
                                        </p:tgtEl>
                                        <p:attrNameLst>
                                          <p:attrName>style.visibility</p:attrName>
                                        </p:attrNameLst>
                                      </p:cBhvr>
                                      <p:to>
                                        <p:strVal val="hidden"/>
                                      </p:to>
                                    </p:set>
                                  </p:childTnLst>
                                </p:cTn>
                              </p:par>
                            </p:childTnLst>
                          </p:cTn>
                        </p:par>
                        <p:par>
                          <p:cTn id="26" fill="hold">
                            <p:stCondLst>
                              <p:cond delay="500"/>
                            </p:stCondLst>
                            <p:childTnLst>
                              <p:par>
                                <p:cTn id="27" nodeType="afterEffect" fill="hold" presetClass="entr" presetID="10">
                                  <p:stCondLst>
                                    <p:cond delay="0"/>
                                  </p:stCondLst>
                                  <p:childTnLst>
                                    <p:set>
                                      <p:cBhvr>
                                        <p:cTn id="28" dur="1" fill="hold">
                                          <p:stCondLst>
                                            <p:cond delay="0"/>
                                          </p:stCondLst>
                                        </p:cTn>
                                        <p:tgtEl>
                                          <p:spTgt spid="129"/>
                                        </p:tgtEl>
                                        <p:attrNameLst>
                                          <p:attrName>style.visibility</p:attrName>
                                        </p:attrNameLst>
                                      </p:cBhvr>
                                      <p:to>
                                        <p:strVal val="visible"/>
                                      </p:to>
                                    </p:set>
                                    <p:animEffect filter="fade" transition="in">
                                      <p:cBhvr additive="repl">
                                        <p:cTn id="29" dur="500"/>
                                        <p:tgtEl>
                                          <p:spTgt spid="129"/>
                                        </p:tgtEl>
                                      </p:cBhvr>
                                    </p:animEffect>
                                  </p:childTnLst>
                                </p:cTn>
                              </p:par>
                            </p:childTnLst>
                          </p:cTn>
                        </p:par>
                      </p:childTnLst>
                    </p:cTn>
                  </p:par>
                  <p:par>
                    <p:cTn id="30" fill="hold">
                      <p:stCondLst>
                        <p:cond delay="indefinite"/>
                      </p:stCondLst>
                      <p:childTnLst>
                        <p:par>
                          <p:cTn id="31" fill="hold">
                            <p:stCondLst>
                              <p:cond delay="0"/>
                            </p:stCondLst>
                            <p:childTnLst>
                              <p:par>
                                <p:cTn id="32" nodeType="clickEffect" fill="hold" presetClass="entr" presetID="1">
                                  <p:stCondLst>
                                    <p:cond delay="0"/>
                                  </p:stCondLst>
                                  <p:childTnLst>
                                    <p:set>
                                      <p:cBhvr>
                                        <p:cTn id="33" dur="1" fill="hold">
                                          <p:stCondLst>
                                            <p:cond delay="0"/>
                                          </p:stCondLst>
                                        </p:cTn>
                                        <p:tgtEl>
                                          <p:spTgt spid="13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nodeType="clickEffect" fill="hold" presetClass="entr" presetID="1">
                                  <p:stCondLst>
                                    <p:cond delay="0"/>
                                  </p:stCondLst>
                                  <p:childTnLst>
                                    <p:set>
                                      <p:cBhvr>
                                        <p:cTn id="37"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415440" y="592920"/>
            <a:ext cx="11360160" cy="763200"/>
          </a:xfrm>
          <a:prstGeom prst="rect">
            <a:avLst/>
          </a:prstGeom>
          <a:noFill/>
          <a:ln w="0">
            <a:noFill/>
          </a:ln>
        </p:spPr>
        <p:txBody>
          <a:bodyPr lIns="91440" rIns="91440" tIns="91440" bIns="91440" anchor="t">
            <a:normAutofit/>
          </a:bodyPr>
          <a:p>
            <a:pPr indent="0">
              <a:lnSpc>
                <a:spcPct val="100000"/>
              </a:lnSpc>
              <a:buNone/>
              <a:tabLst>
                <a:tab algn="l" pos="0"/>
              </a:tabLst>
            </a:pPr>
            <a:r>
              <a:rPr b="0" lang="en-US" sz="2800" spc="-1" strike="noStrike">
                <a:solidFill>
                  <a:srgbClr val="000000"/>
                </a:solidFill>
                <a:latin typeface="Arial"/>
                <a:ea typeface="Arial"/>
              </a:rPr>
              <a:t>Vienne </a:t>
            </a:r>
            <a:r>
              <a:rPr b="0" lang="en-US" sz="2800" spc="-1" strike="noStrike">
                <a:solidFill>
                  <a:srgbClr val="000000"/>
                </a:solidFill>
                <a:latin typeface="Arial"/>
                <a:ea typeface="Arial"/>
              </a:rPr>
              <a:t>diagra</a:t>
            </a:r>
            <a:r>
              <a:rPr b="0" lang="en-US" sz="2800" spc="-1" strike="noStrike">
                <a:solidFill>
                  <a:srgbClr val="000000"/>
                </a:solidFill>
                <a:latin typeface="Arial"/>
                <a:ea typeface="Arial"/>
              </a:rPr>
              <a:t>m of AI, </a:t>
            </a:r>
            <a:r>
              <a:rPr b="0" lang="en-US" sz="2800" spc="-1" strike="noStrike">
                <a:solidFill>
                  <a:srgbClr val="000000"/>
                </a:solidFill>
                <a:latin typeface="Arial"/>
                <a:ea typeface="Arial"/>
              </a:rPr>
              <a:t>ML, </a:t>
            </a:r>
            <a:r>
              <a:rPr b="0" lang="en-US" sz="2800" spc="-1" strike="noStrike">
                <a:solidFill>
                  <a:srgbClr val="000000"/>
                </a:solidFill>
                <a:latin typeface="Arial"/>
                <a:ea typeface="Arial"/>
              </a:rPr>
              <a:t>NN, DL</a:t>
            </a:r>
            <a:endParaRPr b="0" lang="en-US" sz="2800" spc="-1" strike="noStrike">
              <a:solidFill>
                <a:srgbClr val="000000"/>
              </a:solidFill>
              <a:latin typeface="Arial"/>
            </a:endParaRPr>
          </a:p>
        </p:txBody>
      </p:sp>
      <p:sp>
        <p:nvSpPr>
          <p:cNvPr id="201" name="AI ellipse"/>
          <p:cNvSpPr/>
          <p:nvPr/>
        </p:nvSpPr>
        <p:spPr>
          <a:xfrm>
            <a:off x="1096000" y="1550000"/>
            <a:ext cx="10000000" cy="4700000"/>
          </a:xfrm>
          <a:prstGeom prst="ellipse">
            <a:avLst/>
          </a:prstGeom>
          <a:solidFill>
            <a:srgbClr val="DCE9F7"/>
          </a:solidFill>
          <a:ln w="19050">
            <a:solidFill>
              <a:srgbClr val="1F4E79"/>
            </a:solidFill>
          </a:ln>
        </p:spPr>
        <p:txBody>
          <a:bodyPr/>
          <a:p>
            <a:pPr algn="ctr">
              <a:buNone/>
            </a:pPr>
            <a:endParaRPr lang="en-US"/>
          </a:p>
        </p:txBody>
      </p:sp>
      <p:sp>
        <p:nvSpPr>
          <p:cNvPr id="202" name="ML ellipse"/>
          <p:cNvSpPr/>
          <p:nvPr/>
        </p:nvSpPr>
        <p:spPr>
          <a:xfrm>
            <a:off x="2096000" y="2150000"/>
            <a:ext cx="8000000" cy="3800000"/>
          </a:xfrm>
          <a:prstGeom prst="ellipse">
            <a:avLst/>
          </a:prstGeom>
          <a:solidFill>
            <a:srgbClr val="AECFEC"/>
          </a:solidFill>
          <a:ln w="19050">
            <a:solidFill>
              <a:srgbClr val="1F4E79"/>
            </a:solidFill>
          </a:ln>
        </p:spPr>
        <p:txBody>
          <a:bodyPr/>
          <a:p>
            <a:pPr algn="ctr">
              <a:buNone/>
            </a:pPr>
            <a:endParaRPr lang="en-US"/>
          </a:p>
        </p:txBody>
      </p:sp>
      <p:sp>
        <p:nvSpPr>
          <p:cNvPr id="203" name="NN ellipse"/>
          <p:cNvSpPr/>
          <p:nvPr/>
        </p:nvSpPr>
        <p:spPr>
          <a:xfrm>
            <a:off x="3096000" y="2750000"/>
            <a:ext cx="6000000" cy="2900000"/>
          </a:xfrm>
          <a:prstGeom prst="ellipse">
            <a:avLst/>
          </a:prstGeom>
          <a:solidFill>
            <a:srgbClr val="6FA8DC"/>
          </a:solidFill>
          <a:ln w="19050">
            <a:solidFill>
              <a:srgbClr val="1F4E79"/>
            </a:solidFill>
          </a:ln>
        </p:spPr>
        <p:txBody>
          <a:bodyPr/>
          <a:p>
            <a:pPr algn="ctr">
              <a:buNone/>
            </a:pPr>
            <a:endParaRPr lang="en-US"/>
          </a:p>
        </p:txBody>
      </p:sp>
      <p:sp>
        <p:nvSpPr>
          <p:cNvPr id="204" name="DL ellipse"/>
          <p:cNvSpPr/>
          <p:nvPr/>
        </p:nvSpPr>
        <p:spPr>
          <a:xfrm>
            <a:off x="4196000" y="3400000"/>
            <a:ext cx="3800000" cy="1800000"/>
          </a:xfrm>
          <a:prstGeom prst="ellipse">
            <a:avLst/>
          </a:prstGeom>
          <a:solidFill>
            <a:srgbClr val="2E75B6"/>
          </a:solidFill>
          <a:ln w="19050">
            <a:solidFill>
              <a:srgbClr val="1F4E79"/>
            </a:solidFill>
          </a:ln>
        </p:spPr>
        <p:txBody>
          <a:bodyPr/>
          <a:p>
            <a:pPr algn="ctr">
              <a:buNone/>
            </a:pPr>
            <a:endParaRPr lang="en-US"/>
          </a:p>
        </p:txBody>
      </p:sp>
      <p:sp>
        <p:nvSpPr>
          <p:cNvPr id="211" name="AI label"/>
          <p:cNvSpPr txBox="1"/>
          <p:nvPr/>
        </p:nvSpPr>
        <p:spPr>
          <a:xfrm>
            <a:off x="3896000" y="1670000"/>
            <a:ext cx="4400000" cy="400000"/>
          </a:xfrm>
          <a:prstGeom prst="rect">
            <a:avLst/>
          </a:prstGeom>
          <a:noFill/>
          <a:ln w="0">
            <a:noFill/>
          </a:ln>
        </p:spPr>
        <p:txBody>
          <a:bodyPr lIns="0" rIns="0" tIns="0" bIns="0" anchor="t" wrap="none">
            <a:noAutofit/>
          </a:bodyPr>
          <a:p>
            <a:pPr algn="ctr">
              <a:buNone/>
            </a:pPr>
            <a:r>
              <a:rPr b="1" lang="en-US" sz="1800" spc="-1" strike="noStrike">
                <a:solidFill>
                  <a:srgbClr val="1F4E79"/>
                </a:solidFill>
                <a:latin typeface="Arial"/>
                <a:ea typeface="Arial"/>
              </a:rPr>
              <a:t>Artificial Intelligence (AI)</a:t>
            </a:r>
            <a:endParaRPr b="1" lang="en-US" sz="1800"/>
          </a:p>
        </p:txBody>
      </p:sp>
      <p:sp>
        <p:nvSpPr>
          <p:cNvPr id="212" name="ML label"/>
          <p:cNvSpPr txBox="1"/>
          <p:nvPr/>
        </p:nvSpPr>
        <p:spPr>
          <a:xfrm>
            <a:off x="3896000" y="2270000"/>
            <a:ext cx="4400000" cy="400000"/>
          </a:xfrm>
          <a:prstGeom prst="rect">
            <a:avLst/>
          </a:prstGeom>
          <a:noFill/>
          <a:ln w="0">
            <a:noFill/>
          </a:ln>
        </p:spPr>
        <p:txBody>
          <a:bodyPr lIns="0" rIns="0" tIns="0" bIns="0" anchor="t" wrap="none">
            <a:noAutofit/>
          </a:bodyPr>
          <a:p>
            <a:pPr algn="ctr">
              <a:buNone/>
            </a:pPr>
            <a:r>
              <a:rPr b="1" lang="en-US" sz="1800" spc="-1" strike="noStrike">
                <a:solidFill>
                  <a:srgbClr val="1F4E79"/>
                </a:solidFill>
                <a:latin typeface="Arial"/>
                <a:ea typeface="Arial"/>
              </a:rPr>
              <a:t>Machine Learning (ML)</a:t>
            </a:r>
            <a:endParaRPr b="1" lang="en-US" sz="1800"/>
          </a:p>
        </p:txBody>
      </p:sp>
      <p:sp>
        <p:nvSpPr>
          <p:cNvPr id="213" name="NN label"/>
          <p:cNvSpPr txBox="1"/>
          <p:nvPr/>
        </p:nvSpPr>
        <p:spPr>
          <a:xfrm>
            <a:off x="3896000" y="2870000"/>
            <a:ext cx="4400000" cy="400000"/>
          </a:xfrm>
          <a:prstGeom prst="rect">
            <a:avLst/>
          </a:prstGeom>
          <a:noFill/>
          <a:ln w="0">
            <a:noFill/>
          </a:ln>
        </p:spPr>
        <p:txBody>
          <a:bodyPr lIns="0" rIns="0" tIns="0" bIns="0" anchor="t" wrap="none">
            <a:noAutofit/>
          </a:bodyPr>
          <a:p>
            <a:pPr algn="ctr">
              <a:buNone/>
            </a:pPr>
            <a:r>
              <a:rPr b="1" lang="en-US" sz="1800" spc="-1" strike="noStrike">
                <a:solidFill>
                  <a:srgbClr val="10375C"/>
                </a:solidFill>
                <a:latin typeface="Arial"/>
                <a:ea typeface="Arial"/>
              </a:rPr>
              <a:t>Neural Networks (NN)</a:t>
            </a:r>
            <a:endParaRPr b="1" lang="en-US" sz="1800"/>
          </a:p>
        </p:txBody>
      </p:sp>
      <p:sp>
        <p:nvSpPr>
          <p:cNvPr id="214" name="DL label"/>
          <p:cNvSpPr txBox="1"/>
          <p:nvPr/>
        </p:nvSpPr>
        <p:spPr>
          <a:xfrm>
            <a:off x="3896000" y="4100000"/>
            <a:ext cx="4400000" cy="400000"/>
          </a:xfrm>
          <a:prstGeom prst="rect">
            <a:avLst/>
          </a:prstGeom>
          <a:noFill/>
          <a:ln w="0">
            <a:noFill/>
          </a:ln>
        </p:spPr>
        <p:txBody>
          <a:bodyPr lIns="0" rIns="0" tIns="0" bIns="0" anchor="t" wrap="none">
            <a:noAutofit/>
          </a:bodyPr>
          <a:p>
            <a:pPr algn="ctr">
              <a:buNone/>
            </a:pPr>
            <a:r>
              <a:rPr b="1" lang="en-US" sz="1800" spc="-1" strike="noStrike">
                <a:solidFill>
                  <a:srgbClr val="FFFFFF"/>
                </a:solidFill>
                <a:latin typeface="Arial"/>
                <a:ea typeface="Arial"/>
              </a:rPr>
              <a:t>Deep Learning (DL)</a:t>
            </a:r>
            <a:endParaRPr b="1" lang="en-US" sz="1800"/>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fr-FR" sz="4400" spc="-1" strike="noStrike">
                <a:solidFill>
                  <a:schemeClr val="dk1"/>
                </a:solidFill>
                <a:latin typeface="Calibri Light"/>
              </a:rPr>
              <a:t>Application of neural networks</a:t>
            </a:r>
            <a:endParaRPr b="0" lang="en-US" sz="4400" spc="-1" strike="noStrike">
              <a:solidFill>
                <a:schemeClr val="dk1"/>
              </a:solidFill>
              <a:latin typeface="Calibri"/>
            </a:endParaRPr>
          </a:p>
        </p:txBody>
      </p:sp>
      <p:sp>
        <p:nvSpPr>
          <p:cNvPr id="139" name="PlaceHolder 2"/>
          <p:cNvSpPr>
            <a:spLocks noGrp="1"/>
          </p:cNvSpPr>
          <p:nvPr>
            <p:ph/>
          </p:nvPr>
        </p:nvSpPr>
        <p:spPr>
          <a:xfrm>
            <a:off x="838080" y="1689120"/>
            <a:ext cx="10515240" cy="4803480"/>
          </a:xfrm>
          <a:prstGeom prst="rect">
            <a:avLst/>
          </a:prstGeom>
          <a:noFill/>
          <a:ln w="0">
            <a:noFill/>
          </a:ln>
        </p:spPr>
        <p:txBody>
          <a:bodyPr lIns="91440" rIns="91440" tIns="45720" bIns="45720" anchor="t">
            <a:normAutofit/>
          </a:bodyPr>
          <a:p>
            <a:pPr marL="228600" indent="-228600" algn="just" defTabSz="914400">
              <a:lnSpc>
                <a:spcPct val="90000"/>
              </a:lnSpc>
              <a:spcBef>
                <a:spcPts val="1001"/>
              </a:spcBef>
              <a:buClr>
                <a:srgbClr val="000000"/>
              </a:buClr>
              <a:buFont typeface="Arial"/>
              <a:buChar char="•"/>
            </a:pPr>
            <a:r>
              <a:rPr b="0" lang="en-GB" sz="2800" spc="-1" strike="noStrike">
                <a:solidFill>
                  <a:schemeClr val="dk1"/>
                </a:solidFill>
                <a:latin typeface="Calibri (Body)"/>
              </a:rPr>
              <a:t>Few examples of the application of deep learning:</a:t>
            </a:r>
            <a:endParaRPr b="0" lang="en-US" sz="28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Image and video analysis</a:t>
            </a:r>
            <a:r>
              <a:rPr b="0" lang="en-GB" sz="2400" spc="-1" strike="noStrike">
                <a:solidFill>
                  <a:schemeClr val="dk1"/>
                </a:solidFill>
                <a:latin typeface="Calibri (Body)"/>
              </a:rPr>
              <a:t>: image and video classification, object detection, and segmentation. </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Healthcare</a:t>
            </a:r>
            <a:r>
              <a:rPr b="0" lang="en-GB" sz="2400" spc="-1" strike="noStrike">
                <a:solidFill>
                  <a:schemeClr val="dk1"/>
                </a:solidFill>
                <a:latin typeface="Calibri (Body)"/>
              </a:rPr>
              <a:t>: medical image analysis, drug discovery, and prediction of patient outcomes.</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Speech and language processing</a:t>
            </a:r>
            <a:r>
              <a:rPr b="0" lang="en-GB" sz="2400" spc="-1" strike="noStrike">
                <a:solidFill>
                  <a:schemeClr val="dk1"/>
                </a:solidFill>
                <a:latin typeface="Calibri (Body)"/>
              </a:rPr>
              <a:t>: speech recognition systems an</a:t>
            </a:r>
            <a:r>
              <a:rPr b="0" lang="en-GB" sz="2400" spc="-1" strike="noStrike">
                <a:solidFill>
                  <a:srgbClr val="000000"/>
                </a:solidFill>
                <a:latin typeface="Calibri (Body)"/>
              </a:rPr>
              <a:t>d Natural Language Processing tasks such as machine translati</a:t>
            </a:r>
            <a:r>
              <a:rPr b="0" lang="en-GB" sz="2400" spc="-1" strike="noStrike">
                <a:solidFill>
                  <a:schemeClr val="dk1"/>
                </a:solidFill>
                <a:latin typeface="Calibri (Body)"/>
              </a:rPr>
              <a:t>on, language generation, and text classification.</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Finance</a:t>
            </a:r>
            <a:r>
              <a:rPr b="0" lang="en-GB" sz="2400" spc="-1" strike="noStrike">
                <a:solidFill>
                  <a:schemeClr val="dk1"/>
                </a:solidFill>
                <a:latin typeface="Calibri (Body)"/>
              </a:rPr>
              <a:t>: analyse financial data and make predictions about stock prices, credit risk, and fraud detection.</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Robotics</a:t>
            </a:r>
            <a:r>
              <a:rPr b="0" lang="en-GB" sz="2400" spc="-1" strike="noStrike">
                <a:solidFill>
                  <a:schemeClr val="dk1"/>
                </a:solidFill>
                <a:latin typeface="Calibri (Body)"/>
              </a:rPr>
              <a:t>: object recognition and manipulation in robots.</a:t>
            </a:r>
            <a:endParaRPr b="0" lang="en-US" sz="2400" spc="-1" strike="noStrike">
              <a:solidFill>
                <a:schemeClr val="dk1"/>
              </a:solidFill>
              <a:latin typeface="Calibri"/>
            </a:endParaRPr>
          </a:p>
          <a:p>
            <a:pPr lvl="1" marL="685800" indent="-228600" algn="just" defTabSz="914400">
              <a:lnSpc>
                <a:spcPct val="90000"/>
              </a:lnSpc>
              <a:spcBef>
                <a:spcPts val="499"/>
              </a:spcBef>
              <a:buClr>
                <a:srgbClr val="000000"/>
              </a:buClr>
              <a:buFont typeface="Arial"/>
              <a:buChar char="•"/>
            </a:pPr>
            <a:r>
              <a:rPr b="1" lang="en-GB" sz="2400" spc="-1" strike="noStrike">
                <a:solidFill>
                  <a:schemeClr val="dk1"/>
                </a:solidFill>
                <a:latin typeface="Calibri (Body)"/>
              </a:rPr>
              <a:t>Gaming</a:t>
            </a:r>
            <a:r>
              <a:rPr b="0" lang="en-GB" sz="2400" spc="-1" strike="noStrike">
                <a:solidFill>
                  <a:schemeClr val="dk1"/>
                </a:solidFill>
                <a:latin typeface="Calibri (Body)"/>
              </a:rPr>
              <a:t>: create artificial intelligence agents that can play games such as chess and Go at a high level.</a:t>
            </a:r>
            <a:endParaRPr b="0" lang="en-US" sz="2400" spc="-1" strike="noStrike">
              <a:solidFill>
                <a:schemeClr val="dk1"/>
              </a:solidFill>
              <a:latin typeface="Calibri"/>
            </a:endParaRPr>
          </a:p>
        </p:txBody>
      </p:sp>
      <p:sp>
        <p:nvSpPr>
          <p:cNvPr id="4" name="PlaceHolder 3"/>
          <p:cNvSpPr>
            <a:spLocks noGrp="1"/>
          </p:cNvSpPr>
          <p:nvPr>
            <p:ph type="sldNum" idx="12"/>
          </p:nvPr>
        </p:nvSpPr>
        <p:spPr/>
        <p:txBody>
          <a:bodyPr/>
          <a:p>
            <a:fld id="{70A61046-A682-4E28-A3E1-D1B510C6480E}"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defTabSz="914400">
              <a:lnSpc>
                <a:spcPct val="90000"/>
              </a:lnSpc>
              <a:buNone/>
            </a:pPr>
            <a:r>
              <a:rPr b="0" lang="en-US" sz="4400" spc="-1" strike="noStrike">
                <a:solidFill>
                  <a:schemeClr val="dk1"/>
                </a:solidFill>
                <a:latin typeface="Calibri Light"/>
              </a:rPr>
              <a:t>Biological Neuron</a:t>
            </a:r>
            <a:endParaRPr b="0" lang="en-US" sz="4400" spc="-1" strike="noStrike">
              <a:solidFill>
                <a:schemeClr val="dk1"/>
              </a:solidFill>
              <a:latin typeface="Calibri"/>
            </a:endParaRPr>
          </a:p>
        </p:txBody>
      </p:sp>
      <p:pic>
        <p:nvPicPr>
          <p:cNvPr id="141" name="Picture 5" descr="A spider on a web&#10;&#10;Description automatically generated with medium confidence"/>
          <p:cNvPicPr/>
          <p:nvPr/>
        </p:nvPicPr>
        <p:blipFill>
          <a:blip r:embed="rId1"/>
          <a:stretch/>
        </p:blipFill>
        <p:spPr>
          <a:xfrm>
            <a:off x="2478600" y="1690560"/>
            <a:ext cx="7234200" cy="4521240"/>
          </a:xfrm>
          <a:prstGeom prst="rect">
            <a:avLst/>
          </a:prstGeom>
          <a:ln w="0">
            <a:noFill/>
          </a:ln>
          <a:effectLst>
            <a:softEdge rad="112680"/>
          </a:effectLst>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defTabSz="914400">
              <a:lnSpc>
                <a:spcPct val="90000"/>
              </a:lnSpc>
              <a:buNone/>
            </a:pPr>
            <a:r>
              <a:rPr b="0" lang="en-US" sz="4400" spc="-1" strike="noStrike">
                <a:solidFill>
                  <a:schemeClr val="dk1"/>
                </a:solidFill>
                <a:latin typeface="Calibri Light"/>
              </a:rPr>
              <a:t>Biological Neuron</a:t>
            </a:r>
            <a:endParaRPr b="0" lang="en-US" sz="4400" spc="-1" strike="noStrike">
              <a:solidFill>
                <a:schemeClr val="dk1"/>
              </a:solidFill>
              <a:latin typeface="Calibri"/>
            </a:endParaRPr>
          </a:p>
        </p:txBody>
      </p:sp>
      <p:pic>
        <p:nvPicPr>
          <p:cNvPr id="143" name="Picture 4" descr=""/>
          <p:cNvPicPr/>
          <p:nvPr/>
        </p:nvPicPr>
        <p:blipFill>
          <a:blip r:embed="rId1"/>
          <a:stretch/>
        </p:blipFill>
        <p:spPr>
          <a:xfrm rot="10800000">
            <a:off x="1868400" y="2117880"/>
            <a:ext cx="8455680" cy="3421440"/>
          </a:xfrm>
          <a:prstGeom prst="rect">
            <a:avLst/>
          </a:prstGeom>
          <a:ln w="0">
            <a:noFill/>
          </a:ln>
        </p:spPr>
      </p:pic>
      <p:cxnSp>
        <p:nvCxnSpPr>
          <p:cNvPr id="144" name="Straight Arrow Connector 6"/>
          <p:cNvCxnSpPr/>
          <p:nvPr/>
        </p:nvCxnSpPr>
        <p:spPr>
          <a:xfrm>
            <a:off x="4572000" y="2881080"/>
            <a:ext cx="407520" cy="787320"/>
          </a:xfrm>
          <a:prstGeom prst="straightConnector1">
            <a:avLst/>
          </a:prstGeom>
          <a:ln w="38100">
            <a:solidFill>
              <a:srgbClr val="000000"/>
            </a:solidFill>
            <a:tailEnd len="med" type="arrow" w="med"/>
          </a:ln>
        </p:spPr>
      </p:cxnSp>
      <p:sp>
        <p:nvSpPr>
          <p:cNvPr id="145" name="TextBox 10"/>
          <p:cNvSpPr/>
          <p:nvPr/>
        </p:nvSpPr>
        <p:spPr>
          <a:xfrm>
            <a:off x="464400" y="2035080"/>
            <a:ext cx="11671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chemeClr val="dk1"/>
                </a:solidFill>
                <a:latin typeface="Calibri"/>
              </a:rPr>
              <a:t>synapse</a:t>
            </a:r>
            <a:endParaRPr b="0" lang="en-US" sz="2400" spc="-1" strike="noStrike">
              <a:solidFill>
                <a:srgbClr val="000000"/>
              </a:solidFill>
              <a:latin typeface="Arial"/>
            </a:endParaRPr>
          </a:p>
        </p:txBody>
      </p:sp>
      <p:sp>
        <p:nvSpPr>
          <p:cNvPr id="146" name="TextBox 11"/>
          <p:cNvSpPr/>
          <p:nvPr/>
        </p:nvSpPr>
        <p:spPr>
          <a:xfrm>
            <a:off x="5192640" y="5281560"/>
            <a:ext cx="12387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chemeClr val="dk1"/>
                </a:solidFill>
                <a:latin typeface="Calibri"/>
              </a:rPr>
              <a:t>dendrite</a:t>
            </a:r>
            <a:endParaRPr b="0" lang="en-US" sz="2400" spc="-1" strike="noStrike">
              <a:solidFill>
                <a:srgbClr val="000000"/>
              </a:solidFill>
              <a:latin typeface="Arial"/>
            </a:endParaRPr>
          </a:p>
        </p:txBody>
      </p:sp>
      <p:cxnSp>
        <p:nvCxnSpPr>
          <p:cNvPr id="147" name="Straight Arrow Connector 12"/>
          <p:cNvCxnSpPr/>
          <p:nvPr/>
        </p:nvCxnSpPr>
        <p:spPr>
          <a:xfrm flipV="1">
            <a:off x="6379200" y="5135400"/>
            <a:ext cx="734040" cy="358200"/>
          </a:xfrm>
          <a:prstGeom prst="straightConnector1">
            <a:avLst/>
          </a:prstGeom>
          <a:ln w="38100">
            <a:solidFill>
              <a:srgbClr val="000000"/>
            </a:solidFill>
            <a:tailEnd len="med" type="arrow" w="med"/>
          </a:ln>
        </p:spPr>
      </p:cxnSp>
      <p:cxnSp>
        <p:nvCxnSpPr>
          <p:cNvPr id="148" name="Straight Arrow Connector 17"/>
          <p:cNvCxnSpPr/>
          <p:nvPr/>
        </p:nvCxnSpPr>
        <p:spPr>
          <a:xfrm>
            <a:off x="1563120" y="2427120"/>
            <a:ext cx="609840" cy="479160"/>
          </a:xfrm>
          <a:prstGeom prst="straightConnector1">
            <a:avLst/>
          </a:prstGeom>
          <a:ln w="38100">
            <a:solidFill>
              <a:srgbClr val="000000"/>
            </a:solidFill>
            <a:tailEnd len="med" type="arrow" w="med"/>
          </a:ln>
        </p:spPr>
      </p:cxnSp>
      <p:cxnSp>
        <p:nvCxnSpPr>
          <p:cNvPr id="149" name="Straight Arrow Connector 20"/>
          <p:cNvCxnSpPr/>
          <p:nvPr/>
        </p:nvCxnSpPr>
        <p:spPr>
          <a:xfrm flipH="1">
            <a:off x="8463240" y="1841760"/>
            <a:ext cx="1212480" cy="1826640"/>
          </a:xfrm>
          <a:prstGeom prst="straightConnector1">
            <a:avLst/>
          </a:prstGeom>
          <a:ln w="38100">
            <a:solidFill>
              <a:srgbClr val="000000"/>
            </a:solidFill>
            <a:tailEnd len="med" type="arrow" w="med"/>
          </a:ln>
        </p:spPr>
      </p:cxnSp>
      <p:cxnSp>
        <p:nvCxnSpPr>
          <p:cNvPr id="150" name="Straight Arrow Connector 23"/>
          <p:cNvCxnSpPr/>
          <p:nvPr/>
        </p:nvCxnSpPr>
        <p:spPr>
          <a:xfrm flipH="1" flipV="1">
            <a:off x="8622720" y="4157280"/>
            <a:ext cx="1343160" cy="1058400"/>
          </a:xfrm>
          <a:prstGeom prst="straightConnector1">
            <a:avLst/>
          </a:prstGeom>
          <a:ln w="38100">
            <a:solidFill>
              <a:srgbClr val="000000"/>
            </a:solidFill>
            <a:tailEnd len="med" type="arrow" w="med"/>
          </a:ln>
        </p:spPr>
      </p:cxnSp>
      <p:sp>
        <p:nvSpPr>
          <p:cNvPr id="151" name="TextBox 26"/>
          <p:cNvSpPr/>
          <p:nvPr/>
        </p:nvSpPr>
        <p:spPr>
          <a:xfrm>
            <a:off x="3857760" y="2454120"/>
            <a:ext cx="76788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chemeClr val="dk1"/>
                </a:solidFill>
                <a:latin typeface="Calibri"/>
              </a:rPr>
              <a:t>axon</a:t>
            </a:r>
            <a:endParaRPr b="0" lang="en-US" sz="2400" spc="-1" strike="noStrike">
              <a:solidFill>
                <a:srgbClr val="000000"/>
              </a:solidFill>
              <a:latin typeface="Arial"/>
            </a:endParaRPr>
          </a:p>
        </p:txBody>
      </p:sp>
      <p:sp>
        <p:nvSpPr>
          <p:cNvPr id="152" name="TextBox 27"/>
          <p:cNvSpPr/>
          <p:nvPr/>
        </p:nvSpPr>
        <p:spPr>
          <a:xfrm>
            <a:off x="9673920" y="1411560"/>
            <a:ext cx="9493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fr-FR" sz="2400" spc="-1" strike="noStrike">
                <a:solidFill>
                  <a:schemeClr val="dk1"/>
                </a:solidFill>
                <a:latin typeface="Calibri"/>
              </a:rPr>
              <a:t>kernel</a:t>
            </a:r>
            <a:endParaRPr b="0" lang="en-US" sz="2400" spc="-1" strike="noStrike">
              <a:solidFill>
                <a:srgbClr val="000000"/>
              </a:solidFill>
              <a:latin typeface="Arial"/>
            </a:endParaRPr>
          </a:p>
        </p:txBody>
      </p:sp>
      <p:sp>
        <p:nvSpPr>
          <p:cNvPr id="153" name="TextBox 28"/>
          <p:cNvSpPr/>
          <p:nvPr/>
        </p:nvSpPr>
        <p:spPr>
          <a:xfrm>
            <a:off x="9896040" y="5077800"/>
            <a:ext cx="60012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2400" spc="-1" strike="noStrike">
                <a:solidFill>
                  <a:schemeClr val="dk1"/>
                </a:solidFill>
                <a:latin typeface="Calibri"/>
              </a:rPr>
              <a:t>cell</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10">
                                  <p:stCondLst>
                                    <p:cond delay="0"/>
                                  </p:stCondLst>
                                  <p:childTnLst>
                                    <p:set>
                                      <p:cBhvr>
                                        <p:cTn id="43" dur="1" fill="hold">
                                          <p:stCondLst>
                                            <p:cond delay="0"/>
                                          </p:stCondLst>
                                        </p:cTn>
                                        <p:tgtEl>
                                          <p:spTgt spid="149"/>
                                        </p:tgtEl>
                                        <p:attrNameLst>
                                          <p:attrName>style.visibility</p:attrName>
                                        </p:attrNameLst>
                                      </p:cBhvr>
                                      <p:to>
                                        <p:strVal val="visible"/>
                                      </p:to>
                                    </p:set>
                                    <p:animEffect filter="fade" transition="in">
                                      <p:cBhvr additive="repl">
                                        <p:cTn id="44" dur="500"/>
                                        <p:tgtEl>
                                          <p:spTgt spid="149"/>
                                        </p:tgtEl>
                                      </p:cBhvr>
                                    </p:animEffect>
                                  </p:childTnLst>
                                </p:cTn>
                              </p:par>
                              <p:par>
                                <p:cTn id="45" nodeType="withEffect" fill="hold" presetClass="entr" presetID="10">
                                  <p:stCondLst>
                                    <p:cond delay="0"/>
                                  </p:stCondLst>
                                  <p:childTnLst>
                                    <p:set>
                                      <p:cBhvr>
                                        <p:cTn id="46" dur="1" fill="hold">
                                          <p:stCondLst>
                                            <p:cond delay="0"/>
                                          </p:stCondLst>
                                        </p:cTn>
                                        <p:tgtEl>
                                          <p:spTgt spid="152"/>
                                        </p:tgtEl>
                                        <p:attrNameLst>
                                          <p:attrName>style.visibility</p:attrName>
                                        </p:attrNameLst>
                                      </p:cBhvr>
                                      <p:to>
                                        <p:strVal val="visible"/>
                                      </p:to>
                                    </p:set>
                                    <p:animEffect filter="fade" transition="in">
                                      <p:cBhvr additive="repl">
                                        <p:cTn id="47" dur="500"/>
                                        <p:tgtEl>
                                          <p:spTgt spid="152"/>
                                        </p:tgtEl>
                                      </p:cBhvr>
                                    </p:animEffect>
                                  </p:childTnLst>
                                </p:cTn>
                              </p:par>
                            </p:childTnLst>
                          </p:cTn>
                        </p:par>
                      </p:childTnLst>
                    </p:cTn>
                  </p:par>
                  <p:par>
                    <p:cTn id="48" fill="hold">
                      <p:stCondLst>
                        <p:cond delay="indefinite"/>
                      </p:stCondLst>
                      <p:childTnLst>
                        <p:par>
                          <p:cTn id="49" fill="hold">
                            <p:stCondLst>
                              <p:cond delay="0"/>
                            </p:stCondLst>
                            <p:childTnLst>
                              <p:par>
                                <p:cTn id="50" nodeType="clickEffect" fill="hold" presetClass="entr" presetID="10">
                                  <p:stCondLst>
                                    <p:cond delay="0"/>
                                  </p:stCondLst>
                                  <p:childTnLst>
                                    <p:set>
                                      <p:cBhvr>
                                        <p:cTn id="51" dur="1" fill="hold">
                                          <p:stCondLst>
                                            <p:cond delay="0"/>
                                          </p:stCondLst>
                                        </p:cTn>
                                        <p:tgtEl>
                                          <p:spTgt spid="150"/>
                                        </p:tgtEl>
                                        <p:attrNameLst>
                                          <p:attrName>style.visibility</p:attrName>
                                        </p:attrNameLst>
                                      </p:cBhvr>
                                      <p:to>
                                        <p:strVal val="visible"/>
                                      </p:to>
                                    </p:set>
                                    <p:animEffect filter="fade" transition="in">
                                      <p:cBhvr additive="repl">
                                        <p:cTn id="52" dur="500"/>
                                        <p:tgtEl>
                                          <p:spTgt spid="150"/>
                                        </p:tgtEl>
                                      </p:cBhvr>
                                    </p:animEffect>
                                  </p:childTnLst>
                                </p:cTn>
                              </p:par>
                              <p:par>
                                <p:cTn id="53" nodeType="withEffect" fill="hold" presetClass="entr" presetID="10">
                                  <p:stCondLst>
                                    <p:cond delay="0"/>
                                  </p:stCondLst>
                                  <p:childTnLst>
                                    <p:set>
                                      <p:cBhvr>
                                        <p:cTn id="54" dur="1" fill="hold">
                                          <p:stCondLst>
                                            <p:cond delay="0"/>
                                          </p:stCondLst>
                                        </p:cTn>
                                        <p:tgtEl>
                                          <p:spTgt spid="153"/>
                                        </p:tgtEl>
                                        <p:attrNameLst>
                                          <p:attrName>style.visibility</p:attrName>
                                        </p:attrNameLst>
                                      </p:cBhvr>
                                      <p:to>
                                        <p:strVal val="visible"/>
                                      </p:to>
                                    </p:set>
                                    <p:animEffect filter="fade" transition="in">
                                      <p:cBhvr additive="repl">
                                        <p:cTn id="55" dur="500"/>
                                        <p:tgtEl>
                                          <p:spTgt spid="153"/>
                                        </p:tgtEl>
                                      </p:cBhvr>
                                    </p:animEffect>
                                  </p:childTnLst>
                                </p:cTn>
                              </p:par>
                            </p:childTnLst>
                          </p:cTn>
                        </p:par>
                      </p:childTnLst>
                    </p:cTn>
                  </p:par>
                  <p:par>
                    <p:cTn id="56" fill="hold">
                      <p:stCondLst>
                        <p:cond delay="indefinite"/>
                      </p:stCondLst>
                      <p:childTnLst>
                        <p:par>
                          <p:cTn id="57" fill="hold">
                            <p:stCondLst>
                              <p:cond delay="0"/>
                            </p:stCondLst>
                            <p:childTnLst>
                              <p:par>
                                <p:cTn id="58" nodeType="clickEffect" fill="hold" presetClass="entr" presetID="10">
                                  <p:stCondLst>
                                    <p:cond delay="0"/>
                                  </p:stCondLst>
                                  <p:childTnLst>
                                    <p:set>
                                      <p:cBhvr>
                                        <p:cTn id="59" dur="1" fill="hold">
                                          <p:stCondLst>
                                            <p:cond delay="0"/>
                                          </p:stCondLst>
                                        </p:cTn>
                                        <p:tgtEl>
                                          <p:spTgt spid="146"/>
                                        </p:tgtEl>
                                        <p:attrNameLst>
                                          <p:attrName>style.visibility</p:attrName>
                                        </p:attrNameLst>
                                      </p:cBhvr>
                                      <p:to>
                                        <p:strVal val="visible"/>
                                      </p:to>
                                    </p:set>
                                    <p:animEffect filter="fade" transition="in">
                                      <p:cBhvr additive="repl">
                                        <p:cTn id="60" dur="500"/>
                                        <p:tgtEl>
                                          <p:spTgt spid="146"/>
                                        </p:tgtEl>
                                      </p:cBhvr>
                                    </p:animEffect>
                                  </p:childTnLst>
                                </p:cTn>
                              </p:par>
                              <p:par>
                                <p:cTn id="61" nodeType="withEffect" fill="hold" presetClass="entr" presetID="10">
                                  <p:stCondLst>
                                    <p:cond delay="0"/>
                                  </p:stCondLst>
                                  <p:childTnLst>
                                    <p:set>
                                      <p:cBhvr>
                                        <p:cTn id="62" dur="1" fill="hold">
                                          <p:stCondLst>
                                            <p:cond delay="0"/>
                                          </p:stCondLst>
                                        </p:cTn>
                                        <p:tgtEl>
                                          <p:spTgt spid="147"/>
                                        </p:tgtEl>
                                        <p:attrNameLst>
                                          <p:attrName>style.visibility</p:attrName>
                                        </p:attrNameLst>
                                      </p:cBhvr>
                                      <p:to>
                                        <p:strVal val="visible"/>
                                      </p:to>
                                    </p:set>
                                    <p:animEffect filter="fade" transition="in">
                                      <p:cBhvr additive="repl">
                                        <p:cTn id="63" dur="500"/>
                                        <p:tgtEl>
                                          <p:spTgt spid="147"/>
                                        </p:tgtEl>
                                      </p:cBhvr>
                                    </p:animEffect>
                                  </p:childTnLst>
                                </p:cTn>
                              </p:par>
                            </p:childTnLst>
                          </p:cTn>
                        </p:par>
                      </p:childTnLst>
                    </p:cTn>
                  </p:par>
                  <p:par>
                    <p:cTn id="64" fill="hold">
                      <p:stCondLst>
                        <p:cond delay="indefinite"/>
                      </p:stCondLst>
                      <p:childTnLst>
                        <p:par>
                          <p:cTn id="65" fill="hold">
                            <p:stCondLst>
                              <p:cond delay="0"/>
                            </p:stCondLst>
                            <p:childTnLst>
                              <p:par>
                                <p:cTn id="66" nodeType="clickEffect" fill="hold" presetClass="entr" presetID="10">
                                  <p:stCondLst>
                                    <p:cond delay="0"/>
                                  </p:stCondLst>
                                  <p:childTnLst>
                                    <p:set>
                                      <p:cBhvr>
                                        <p:cTn id="67" dur="1" fill="hold">
                                          <p:stCondLst>
                                            <p:cond delay="0"/>
                                          </p:stCondLst>
                                        </p:cTn>
                                        <p:tgtEl>
                                          <p:spTgt spid="144"/>
                                        </p:tgtEl>
                                        <p:attrNameLst>
                                          <p:attrName>style.visibility</p:attrName>
                                        </p:attrNameLst>
                                      </p:cBhvr>
                                      <p:to>
                                        <p:strVal val="visible"/>
                                      </p:to>
                                    </p:set>
                                    <p:animEffect filter="fade" transition="in">
                                      <p:cBhvr additive="repl">
                                        <p:cTn id="68" dur="500"/>
                                        <p:tgtEl>
                                          <p:spTgt spid="144"/>
                                        </p:tgtEl>
                                      </p:cBhvr>
                                    </p:animEffect>
                                  </p:childTnLst>
                                </p:cTn>
                              </p:par>
                              <p:par>
                                <p:cTn id="69" nodeType="withEffect" fill="hold" presetClass="entr" presetID="10">
                                  <p:stCondLst>
                                    <p:cond delay="0"/>
                                  </p:stCondLst>
                                  <p:childTnLst>
                                    <p:set>
                                      <p:cBhvr>
                                        <p:cTn id="70" dur="1" fill="hold">
                                          <p:stCondLst>
                                            <p:cond delay="0"/>
                                          </p:stCondLst>
                                        </p:cTn>
                                        <p:tgtEl>
                                          <p:spTgt spid="151"/>
                                        </p:tgtEl>
                                        <p:attrNameLst>
                                          <p:attrName>style.visibility</p:attrName>
                                        </p:attrNameLst>
                                      </p:cBhvr>
                                      <p:to>
                                        <p:strVal val="visible"/>
                                      </p:to>
                                    </p:set>
                                    <p:animEffect filter="fade" transition="in">
                                      <p:cBhvr additive="repl">
                                        <p:cTn id="71" dur="500"/>
                                        <p:tgtEl>
                                          <p:spTgt spid="151"/>
                                        </p:tgtEl>
                                      </p:cBhvr>
                                    </p:animEffect>
                                  </p:childTnLst>
                                </p:cTn>
                              </p:par>
                            </p:childTnLst>
                          </p:cTn>
                        </p:par>
                      </p:childTnLst>
                    </p:cTn>
                  </p:par>
                  <p:par>
                    <p:cTn id="72" fill="hold">
                      <p:stCondLst>
                        <p:cond delay="indefinite"/>
                      </p:stCondLst>
                      <p:childTnLst>
                        <p:par>
                          <p:cTn id="73" fill="hold">
                            <p:stCondLst>
                              <p:cond delay="0"/>
                            </p:stCondLst>
                            <p:childTnLst>
                              <p:par>
                                <p:cTn id="74" nodeType="clickEffect" fill="hold" presetClass="entr" presetID="10">
                                  <p:stCondLst>
                                    <p:cond delay="0"/>
                                  </p:stCondLst>
                                  <p:childTnLst>
                                    <p:set>
                                      <p:cBhvr>
                                        <p:cTn id="75" dur="1" fill="hold">
                                          <p:stCondLst>
                                            <p:cond delay="0"/>
                                          </p:stCondLst>
                                        </p:cTn>
                                        <p:tgtEl>
                                          <p:spTgt spid="145"/>
                                        </p:tgtEl>
                                        <p:attrNameLst>
                                          <p:attrName>style.visibility</p:attrName>
                                        </p:attrNameLst>
                                      </p:cBhvr>
                                      <p:to>
                                        <p:strVal val="visible"/>
                                      </p:to>
                                    </p:set>
                                    <p:animEffect filter="fade" transition="in">
                                      <p:cBhvr additive="repl">
                                        <p:cTn id="76" dur="500"/>
                                        <p:tgtEl>
                                          <p:spTgt spid="145"/>
                                        </p:tgtEl>
                                      </p:cBhvr>
                                    </p:animEffect>
                                  </p:childTnLst>
                                </p:cTn>
                              </p:par>
                              <p:par>
                                <p:cTn id="77" nodeType="withEffect" fill="hold" presetClass="entr" presetID="10">
                                  <p:stCondLst>
                                    <p:cond delay="0"/>
                                  </p:stCondLst>
                                  <p:childTnLst>
                                    <p:set>
                                      <p:cBhvr>
                                        <p:cTn id="78" dur="1" fill="hold">
                                          <p:stCondLst>
                                            <p:cond delay="0"/>
                                          </p:stCondLst>
                                        </p:cTn>
                                        <p:tgtEl>
                                          <p:spTgt spid="148"/>
                                        </p:tgtEl>
                                        <p:attrNameLst>
                                          <p:attrName>style.visibility</p:attrName>
                                        </p:attrNameLst>
                                      </p:cBhvr>
                                      <p:to>
                                        <p:strVal val="visible"/>
                                      </p:to>
                                    </p:set>
                                    <p:animEffect filter="fade" transition="in">
                                      <p:cBhvr additive="repl">
                                        <p:cTn id="79"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Synaptic integration</a:t>
            </a:r>
            <a:endParaRPr b="0" lang="en-US" sz="4400" spc="-1" strike="noStrike">
              <a:solidFill>
                <a:schemeClr val="dk1"/>
              </a:solidFill>
              <a:latin typeface="Calibri"/>
            </a:endParaRPr>
          </a:p>
        </p:txBody>
      </p:sp>
      <p:grpSp>
        <p:nvGrpSpPr>
          <p:cNvPr id="155" name="Group 9"/>
          <p:cNvGrpSpPr/>
          <p:nvPr/>
        </p:nvGrpSpPr>
        <p:grpSpPr>
          <a:xfrm>
            <a:off x="1214640" y="1410840"/>
            <a:ext cx="7319880" cy="4916160"/>
            <a:chOff x="1214640" y="1410840"/>
            <a:chExt cx="7319880" cy="4916160"/>
          </a:xfrm>
        </p:grpSpPr>
        <p:pic>
          <p:nvPicPr>
            <p:cNvPr id="156" name="Picture 3" descr=""/>
            <p:cNvPicPr/>
            <p:nvPr/>
          </p:nvPicPr>
          <p:blipFill>
            <a:blip r:embed="rId1"/>
            <a:stretch/>
          </p:blipFill>
          <p:spPr>
            <a:xfrm rot="10800000">
              <a:off x="4860720" y="3553560"/>
              <a:ext cx="3673800" cy="1485720"/>
            </a:xfrm>
            <a:prstGeom prst="rect">
              <a:avLst/>
            </a:prstGeom>
            <a:ln w="0">
              <a:noFill/>
            </a:ln>
          </p:spPr>
        </p:pic>
        <p:pic>
          <p:nvPicPr>
            <p:cNvPr id="157" name="Picture 5" descr=""/>
            <p:cNvPicPr/>
            <p:nvPr/>
          </p:nvPicPr>
          <p:blipFill>
            <a:blip r:embed="rId2"/>
            <a:stretch/>
          </p:blipFill>
          <p:spPr>
            <a:xfrm rot="11741400">
              <a:off x="2417400" y="1879920"/>
              <a:ext cx="3673800" cy="1485720"/>
            </a:xfrm>
            <a:prstGeom prst="rect">
              <a:avLst/>
            </a:prstGeom>
            <a:ln w="0">
              <a:noFill/>
            </a:ln>
          </p:spPr>
        </p:pic>
        <p:pic>
          <p:nvPicPr>
            <p:cNvPr id="158" name="Picture 6" descr=""/>
            <p:cNvPicPr/>
            <p:nvPr/>
          </p:nvPicPr>
          <p:blipFill>
            <a:blip r:embed="rId3"/>
            <a:stretch/>
          </p:blipFill>
          <p:spPr>
            <a:xfrm flipH="1" rot="21445200">
              <a:off x="1869120" y="4759200"/>
              <a:ext cx="3673800" cy="1485720"/>
            </a:xfrm>
            <a:prstGeom prst="rect">
              <a:avLst/>
            </a:prstGeom>
            <a:ln w="0">
              <a:noFill/>
            </a:ln>
          </p:spPr>
        </p:pic>
        <p:pic>
          <p:nvPicPr>
            <p:cNvPr id="159" name="Picture 8" descr=""/>
            <p:cNvPicPr/>
            <p:nvPr/>
          </p:nvPicPr>
          <p:blipFill>
            <a:blip r:embed="rId4"/>
            <a:stretch/>
          </p:blipFill>
          <p:spPr>
            <a:xfrm rot="10283400">
              <a:off x="1305000" y="3250440"/>
              <a:ext cx="3673800" cy="1485720"/>
            </a:xfrm>
            <a:prstGeom prst="rect">
              <a:avLst/>
            </a:prstGeom>
            <a:ln w="0">
              <a:noFill/>
            </a:ln>
          </p:spPr>
        </p:pic>
      </p:grpSp>
      <p:sp>
        <p:nvSpPr>
          <p:cNvPr id="160" name="Oval 10"/>
          <p:cNvSpPr/>
          <p:nvPr/>
        </p:nvSpPr>
        <p:spPr>
          <a:xfrm>
            <a:off x="3156120" y="2285640"/>
            <a:ext cx="190440" cy="1904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1" name="TextBox 2"/>
          <p:cNvSpPr/>
          <p:nvPr/>
        </p:nvSpPr>
        <p:spPr>
          <a:xfrm>
            <a:off x="6223680" y="3754080"/>
            <a:ext cx="493560" cy="36900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2" name="TextBox 11"/>
          <p:cNvSpPr/>
          <p:nvPr/>
        </p:nvSpPr>
        <p:spPr>
          <a:xfrm>
            <a:off x="2231640" y="2107080"/>
            <a:ext cx="48852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 name="TextBox 12"/>
          <p:cNvSpPr/>
          <p:nvPr/>
        </p:nvSpPr>
        <p:spPr>
          <a:xfrm>
            <a:off x="1851120" y="5946120"/>
            <a:ext cx="493560" cy="3690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4" name="TextBox 13"/>
          <p:cNvSpPr/>
          <p:nvPr/>
        </p:nvSpPr>
        <p:spPr>
          <a:xfrm>
            <a:off x="1148400" y="3432960"/>
            <a:ext cx="493560" cy="36900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0" dur="indefinite" restart="never" nodeType="tmRoot">
          <p:childTnLst>
            <p:seq>
              <p:cTn id="81" dur="indefinite" nodeType="mainSeq">
                <p:childTnLst>
                  <p:par>
                    <p:cTn id="82" fill="hold">
                      <p:stCondLst>
                        <p:cond delay="indefinite"/>
                      </p:stCondLst>
                      <p:childTnLst>
                        <p:par>
                          <p:cTn id="83" fill="hold">
                            <p:stCondLst>
                              <p:cond delay="0"/>
                            </p:stCondLst>
                            <p:childTnLst>
                              <p:par>
                                <p:cTn id="84" nodeType="clickEffect" fill="hold" presetClass="path">
                                  <p:stCondLst>
                                    <p:cond delay="0"/>
                                  </p:stCondLst>
                                  <p:childTnLst>
                                    <p:animMotion origin="layout" path="M 3.33333E-006 -2.22222E-006 C 0.00091 -2.22222E-006 0.00208 0.0007 0.00325 0.00139 C 0.0039 0.00162 0.00481 0.00185 0.0056 0.00232 C 0.00599 0.00232 0.00638 0.00278 0.0069 0.00324 C 0.00755 0.00347 0.00911 0.00371 0.00976 0.00417 C 0.0108 0.0044 0.01172 0.00509 0.01289 0.00556 C 0.01328 0.00556 0.01367 0.00579 0.01419 0.00602 C 0.0151 0.00625 0.01536 0.00648 0.01653 0.00695 C 0.01718 0.00695 0.0181 0.00718 0.01888 0.00741 C 0.02135 0.00834 0.02369 0.00949 0.02643 0.01019 C 0.02721 0.01019 0.02799 0.01042 0.02877 0.01065 C 0.02929 0.01065 0.02968 0.01088 0.03034 0.01111 C 0.03086 0.01111 0.03151 0.01134 0.03216 0.01181 C 0.03268 0.01181 0.0332 0.01204 0.03372 0.01227 C 0.03398 0.01227 0.03437 0.0125 0.03476 0.01273 C 0.03541 0.01273 0.03632 0.01297 0.03711 0.0132 C 0.03867 0.01343 0.03802 0.01343 0.03945 0.01412 C 0.04192 0.01459 0.03997 0.01412 0.04284 0.01482 C 0.0431 0.01482 0.04349 0.01505 0.04388 0.01528 C 0.0444 0.01528 0.04505 0.01551 0.0457 0.01574 C 0.04726 0.01667 0.04557 0.01574 0.04856 0.01667 C 0.04882 0.01667 0.04922 0.0169 0.04961 0.01713 C 0.05039 0.01736 0.0513 0.01759 0.05221 0.01806 L 0.05403 0.01898 C 0.05429 0.01898 0.05455 0.01922 0.05481 0.01945 C 0.05534 0.01968 0.05586 0.02014 0.05638 0.02084 C 0.05664 0.02107 0.05677 0.02153 0.05716 0.02176 C 0.05768 0.02199 0.05833 0.02222 0.05898 0.02269 C 0.05937 0.02315 0.05976 0.02384 0.06028 0.02431 C 0.06185 0.0257 0.06106 0.02454 0.06237 0.02616 C 0.06653 0.03148 0.06146 0.025 0.06445 0.0294 C 0.06458 0.02963 0.06497 0.02963 0.06523 0.03009 C 0.06614 0.03125 0.06627 0.03172 0.06757 0.03287 C 0.06771 0.03287 0.0681 0.0331 0.06836 0.03334 C 0.06862 0.03357 0.06875 0.03403 0.06914 0.03426 C 0.06979 0.03472 0.07148 0.03588 0.07148 0.03611 C 0.07213 0.03658 0.07343 0.03843 0.07409 0.03912 C 0.07435 0.03935 0.07474 0.03912 0.07513 0.03959 C 0.07591 0.04005 0.07682 0.04121 0.07773 0.0419 C 0.07929 0.04306 0.08125 0.04375 0.08294 0.04445 C 0.08528 0.0456 0.08476 0.0456 0.08711 0.04676 C 0.08776 0.04699 0.08867 0.04746 0.08945 0.04792 C 0.09023 0.04815 0.09114 0.04884 0.09205 0.04931 C 0.09271 0.04954 0.09336 0.04977 0.09414 0.05023 C 0.09453 0.05047 0.09492 0.0507 0.09544 0.05116 C 0.09583 0.05116 0.09622 0.05139 0.09674 0.05162 C 0.09713 0.05185 0.09752 0.05232 0.09804 0.05255 C 0.09882 0.05278 0.09974 0.05301 0.10065 0.05347 C 0.10651 0.05602 0.10351 0.05486 0.10794 0.05718 C 0.10859 0.05741 0.10924 0.05764 0.11002 0.0581 C 0.11106 0.05857 0.1125 0.05996 0.11341 0.06088 C 0.11445 0.06181 0.11523 0.0625 0.11653 0.0632 C 0.12018 0.06459 0.122 0.06412 0.12643 0.06459 C 0.12682 0.06459 0.12929 0.06459 0.13034 0.06551 C 0.1306 0.06551 0.13073 0.06621 0.13112 0.06644 C 0.13151 0.06667 0.13216 0.0669 0.13268 0.06736 C 0.1332 0.06806 0.13424 0.06945 0.13502 0.07014 C 0.13567 0.07037 0.13632 0.0706 0.13711 0.0713 C 0.13906 0.07222 0.13828 0.07222 0.14049 0.07315 C 0.14231 0.07384 0.14453 0.07384 0.14648 0.07408 C 0.14752 0.07408 0.14869 0.07431 0.14987 0.07454 C 0.15286 0.07523 0.14935 0.07408 0.15247 0.07616 C 0.15299 0.07639 0.15364 0.07662 0.15429 0.07709 C 0.15703 0.08056 0.15534 0.07871 0.1595 0.08172 L 0.1595 0.08195 C 0.16132 0.0838 0.16028 0.0831 0.16263 0.0838 C 0.16458 0.08519 0.16315 0.08426 0.16523 0.08519 C 0.16744 0.08611 0.16692 0.08588 0.16914 0.08704 C 0.1694 0.08704 0.16979 0.08727 0.17018 0.0875 C 0.1707 0.08773 0.172 0.08912 0.17252 0.08959 C 0.17278 0.08982 0.17304 0.09005 0.1733 0.09051 C 0.17356 0.09074 0.17369 0.09144 0.17409 0.0919 C 0.17435 0.09236 0.17617 0.09422 0.17669 0.09537 C 0.17799 0.09769 0.17604 0.09584 0.17825 0.09861 C 0.1832 0.10463 0.17877 0.09908 0.18242 0.10232 C 0.1858 0.10509 0.18151 0.10162 0.18424 0.10371 C 0.1845 0.10394 0.18489 0.10417 0.18528 0.10463 C 0.18541 0.10463 0.1858 0.10463 0.18606 0.10486 C 0.18698 0.10556 0.18698 0.10625 0.18789 0.10787 C 0.18802 0.1081 0.18841 0.10834 0.18867 0.1088 C 0.1888 0.10926 0.18893 0.10972 0.18919 0.11019 C 0.18932 0.11065 0.18971 0.11088 0.18997 0.11158 C 0.19023 0.11227 0.19049 0.11482 0.19075 0.11621 C 0.19049 0.12963 0.19062 0.12755 0.19023 0.13704 C 0.18997 0.1419 0.19023 0.14005 0.18971 0.14306 C 0.18984 0.14977 0.18971 0.15047 0.19023 0.15602 C 0.19023 0.15672 0.19036 0.15741 0.19049 0.15834 C 0.19062 0.15949 0.19101 0.16204 0.19101 0.16227 C 0.19088 0.16551 0.19101 0.16968 0.19075 0.17361 C 0.19062 0.17431 0.1901 0.17477 0.18997 0.17547 C 0.18971 0.1757 0.18958 0.17616 0.18945 0.17685 C 0.18802 0.18102 0.18997 0.17616 0.18789 0.18056 C 0.18763 0.18079 0.1875 0.18125 0.18737 0.18195 C 0.18632 0.18449 0.18659 0.18357 0.18606 0.18658 C 0.18593 0.18797 0.1858 0.18935 0.1858 0.19097 C 0.18554 0.19306 0.18528 0.19722 0.18528 0.19746 C 0.18489 0.20926 0.18489 0.20533 0.18528 0.21968 C 0.18528 0.2213 0.18541 0.22593 0.1858 0.22847 C 0.18619 0.23125 0.18659 0.23449 0.18737 0.2375 C 0.18776 0.23935 0.18828 0.24028 0.18867 0.24236 C 0.18867 0.24306 0.1888 0.24375 0.18893 0.24468 C 0.18906 0.24537 0.18919 0.24607 0.18945 0.24699 C 0.18971 0.24861 0.18958 0.24861 0.18997 0.25047 C 0.19062 0.25347 0.19049 0.25139 0.19101 0.25533 C 0.19101 0.25625 0.19114 0.25741 0.19127 0.25857 C 0.19127 0.25903 0.1914 0.25972 0.19153 0.26042 C 0.19153 0.26134 0.19166 0.26204 0.19179 0.26297 C 0.19192 0.26366 0.19205 0.26435 0.19231 0.26528 C 0.19231 0.26597 0.19231 0.26667 0.19257 0.26759 C 0.19257 0.26806 0.19284 0.26875 0.1931 0.26945 C 0.1931 0.26968 0.19323 0.27037 0.19336 0.27107 C 0.19349 0.27246 0.19388 0.27384 0.19414 0.27547 C 0.19414 0.27593 0.19414 0.27662 0.1944 0.27732 C 0.19453 0.27778 0.19492 0.27801 0.19518 0.27871 C 0.19687 0.28218 0.19531 0.2794 0.19622 0.28102 L 0.1983 0.28496 E">
                                      <p:cBhvr>
                                        <p:cTn id="85" dur="2000" fill="hold"/>
                                        <p:tgtEl>
                                          <p:spTgt spid="160"/>
                                        </p:tgtEl>
                                        <p:attrNameLst>
                                          <p:attrName>ppt_x</p:attrName>
                                          <p:attrName>ppt_y</p:attrName>
                                        </p:attrNameLst>
                                      </p:cBhvr>
                                    </p:animMotion>
                                  </p:childTnLst>
                                </p:cTn>
                              </p:par>
                            </p:childTnLst>
                          </p:cTn>
                        </p:par>
                      </p:childTnLst>
                    </p:cTn>
                  </p:par>
                  <p:par>
                    <p:cTn id="86" fill="hold">
                      <p:stCondLst>
                        <p:cond delay="indefinite"/>
                      </p:stCondLst>
                      <p:childTnLst>
                        <p:par>
                          <p:cTn id="87" fill="hold">
                            <p:stCondLst>
                              <p:cond delay="0"/>
                            </p:stCondLst>
                            <p:childTnLst>
                              <p:par>
                                <p:cTn id="88" nodeType="clickEffect" fill="hold" presetClass="exit" presetID="10">
                                  <p:stCondLst>
                                    <p:cond delay="0"/>
                                  </p:stCondLst>
                                  <p:childTnLst>
                                    <p:animEffect filter="fade" transition="out">
                                      <p:cBhvr additive="repl">
                                        <p:cTn id="89" dur="500"/>
                                        <p:tgtEl>
                                          <p:spTgt spid="160"/>
                                        </p:tgtEl>
                                      </p:cBhvr>
                                    </p:animEffect>
                                    <p:set>
                                      <p:cBhvr>
                                        <p:cTn id="90" dur="1" fill="hold">
                                          <p:stCondLst>
                                            <p:cond delay="499"/>
                                          </p:stCondLst>
                                        </p:cTn>
                                        <p:tgtEl>
                                          <p:spTgt spid="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Synaptic integration</a:t>
            </a:r>
            <a:endParaRPr b="0" lang="en-US" sz="4400" spc="-1" strike="noStrike">
              <a:solidFill>
                <a:schemeClr val="dk1"/>
              </a:solidFill>
              <a:latin typeface="Calibri"/>
            </a:endParaRPr>
          </a:p>
        </p:txBody>
      </p:sp>
      <p:grpSp>
        <p:nvGrpSpPr>
          <p:cNvPr id="166" name="Group 9"/>
          <p:cNvGrpSpPr/>
          <p:nvPr/>
        </p:nvGrpSpPr>
        <p:grpSpPr>
          <a:xfrm>
            <a:off x="1214640" y="1410840"/>
            <a:ext cx="7319880" cy="4916160"/>
            <a:chOff x="1214640" y="1410840"/>
            <a:chExt cx="7319880" cy="4916160"/>
          </a:xfrm>
        </p:grpSpPr>
        <p:pic>
          <p:nvPicPr>
            <p:cNvPr id="167" name="Picture 3" descr=""/>
            <p:cNvPicPr/>
            <p:nvPr/>
          </p:nvPicPr>
          <p:blipFill>
            <a:blip r:embed="rId1"/>
            <a:stretch/>
          </p:blipFill>
          <p:spPr>
            <a:xfrm rot="10800000">
              <a:off x="4860720" y="3553560"/>
              <a:ext cx="3673800" cy="1485720"/>
            </a:xfrm>
            <a:prstGeom prst="rect">
              <a:avLst/>
            </a:prstGeom>
            <a:ln w="0">
              <a:noFill/>
            </a:ln>
          </p:spPr>
        </p:pic>
        <p:pic>
          <p:nvPicPr>
            <p:cNvPr id="168" name="Picture 5" descr=""/>
            <p:cNvPicPr/>
            <p:nvPr/>
          </p:nvPicPr>
          <p:blipFill>
            <a:blip r:embed="rId2"/>
            <a:stretch/>
          </p:blipFill>
          <p:spPr>
            <a:xfrm rot="11741400">
              <a:off x="2417400" y="1879920"/>
              <a:ext cx="3673800" cy="1485720"/>
            </a:xfrm>
            <a:prstGeom prst="rect">
              <a:avLst/>
            </a:prstGeom>
            <a:ln w="0">
              <a:noFill/>
            </a:ln>
          </p:spPr>
        </p:pic>
        <p:pic>
          <p:nvPicPr>
            <p:cNvPr id="169" name="Picture 6" descr=""/>
            <p:cNvPicPr/>
            <p:nvPr/>
          </p:nvPicPr>
          <p:blipFill>
            <a:blip r:embed="rId3"/>
            <a:stretch/>
          </p:blipFill>
          <p:spPr>
            <a:xfrm flipH="1" rot="21445200">
              <a:off x="1869120" y="4759200"/>
              <a:ext cx="3673800" cy="1485720"/>
            </a:xfrm>
            <a:prstGeom prst="rect">
              <a:avLst/>
            </a:prstGeom>
            <a:ln w="0">
              <a:noFill/>
            </a:ln>
          </p:spPr>
        </p:pic>
        <p:pic>
          <p:nvPicPr>
            <p:cNvPr id="170" name="Picture 8" descr=""/>
            <p:cNvPicPr/>
            <p:nvPr/>
          </p:nvPicPr>
          <p:blipFill>
            <a:blip r:embed="rId4"/>
            <a:stretch/>
          </p:blipFill>
          <p:spPr>
            <a:xfrm rot="10283400">
              <a:off x="1305000" y="3250440"/>
              <a:ext cx="3673800" cy="1485720"/>
            </a:xfrm>
            <a:prstGeom prst="rect">
              <a:avLst/>
            </a:prstGeom>
            <a:ln w="0">
              <a:noFill/>
            </a:ln>
          </p:spPr>
        </p:pic>
      </p:grpSp>
      <p:sp>
        <p:nvSpPr>
          <p:cNvPr id="171" name="Oval 10"/>
          <p:cNvSpPr/>
          <p:nvPr/>
        </p:nvSpPr>
        <p:spPr>
          <a:xfrm>
            <a:off x="3012120" y="2140920"/>
            <a:ext cx="466200" cy="466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72" name="TextBox 11"/>
          <p:cNvSpPr/>
          <p:nvPr/>
        </p:nvSpPr>
        <p:spPr>
          <a:xfrm>
            <a:off x="6223680" y="3754080"/>
            <a:ext cx="493560" cy="36900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73" name="TextBox 12"/>
          <p:cNvSpPr/>
          <p:nvPr/>
        </p:nvSpPr>
        <p:spPr>
          <a:xfrm>
            <a:off x="2231640" y="2107080"/>
            <a:ext cx="48852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74" name="TextBox 13"/>
          <p:cNvSpPr/>
          <p:nvPr/>
        </p:nvSpPr>
        <p:spPr>
          <a:xfrm>
            <a:off x="1851120" y="5946120"/>
            <a:ext cx="493560" cy="3690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75" name="TextBox 14"/>
          <p:cNvSpPr/>
          <p:nvPr/>
        </p:nvSpPr>
        <p:spPr>
          <a:xfrm>
            <a:off x="1148400" y="3432960"/>
            <a:ext cx="493560" cy="36900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91" dur="indefinite" restart="never" nodeType="tmRoot">
          <p:childTnLst>
            <p:seq>
              <p:cTn id="92" dur="indefinite" nodeType="mainSeq">
                <p:childTnLst>
                  <p:par>
                    <p:cTn id="93" fill="hold">
                      <p:stCondLst>
                        <p:cond delay="indefinite"/>
                      </p:stCondLst>
                      <p:childTnLst>
                        <p:par>
                          <p:cTn id="94" fill="hold">
                            <p:stCondLst>
                              <p:cond delay="0"/>
                            </p:stCondLst>
                            <p:childTnLst>
                              <p:par>
                                <p:cTn id="95" nodeType="clickEffect" fill="hold" presetClass="path">
                                  <p:stCondLst>
                                    <p:cond delay="0"/>
                                  </p:stCondLst>
                                  <p:childTnLst>
                                    <p:animMotion origin="layout" path="M 4.16667E-006 -4.44444E-006 C 0.00091 -4.44444E-006 0.00208 0.00047 0.00325 0.00116 C 0.0039 0.00139 0.00481 0.00162 0.00559 0.00209 C 0.00599 0.00209 0.00638 0.00255 0.0069 0.00301 C 0.00755 0.00325 0.00911 0.00348 0.00976 0.00394 C 0.0108 0.00417 0.01171 0.00487 0.01289 0.00533 C 0.01328 0.00533 0.01367 0.00556 0.01419 0.00579 C 0.0151 0.00602 0.01536 0.00625 0.01653 0.00672 C 0.01718 0.00672 0.01809 0.00695 0.01888 0.00718 C 0.02135 0.00811 0.02369 0.00926 0.0263 0.00996 C 0.02708 0.00996 0.02786 0.01019 0.02864 0.01042 C 0.02916 0.01042 0.02955 0.01065 0.0302 0.01112 C 0.03073 0.01112 0.03138 0.01135 0.03203 0.01158 C 0.03255 0.01158 0.03307 0.01181 0.03359 0.01204 C 0.03385 0.01204 0.03424 0.01227 0.03463 0.0125 C 0.03528 0.0125 0.03619 0.01274 0.03698 0.01297 C 0.03854 0.0132 0.03789 0.0132 0.03932 0.01389 C 0.04179 0.01459 0.03984 0.01389 0.0427 0.01482 C 0.04296 0.01482 0.04336 0.01505 0.04375 0.01528 C 0.04427 0.01528 0.04492 0.01551 0.04557 0.01575 C 0.04713 0.01644 0.04544 0.01575 0.04843 0.01644 C 0.04869 0.01644 0.04908 0.01644 0.04948 0.01667 C 0.05026 0.0169 0.05117 0.01713 0.05208 0.01783 L 0.0539 0.01852 C 0.05416 0.01852 0.05442 0.01875 0.05468 0.01899 C 0.0552 0.01922 0.05573 0.01968 0.05625 0.02037 C 0.05651 0.02061 0.05664 0.02107 0.05703 0.0213 C 0.05755 0.02153 0.0582 0.02176 0.05885 0.02246 C 0.05924 0.02292 0.05963 0.02338 0.06015 0.02385 C 0.06171 0.02524 0.06093 0.02408 0.06224 0.0257 C 0.0664 0.03125 0.06132 0.02454 0.06432 0.02894 C 0.06445 0.02917 0.06484 0.0294 0.0651 0.02987 C 0.06601 0.03102 0.06614 0.03149 0.06744 0.03264 C 0.06757 0.03264 0.06796 0.03287 0.06823 0.03287 C 0.06849 0.03311 0.06862 0.03357 0.06901 0.0338 C 0.06966 0.03426 0.07135 0.03542 0.07135 0.03565 C 0.072 0.03612 0.0733 0.03774 0.07395 0.03843 C 0.07421 0.03866 0.07448 0.03843 0.07487 0.03889 C 0.07565 0.03936 0.07656 0.04051 0.07747 0.04121 C 0.07903 0.04237 0.08099 0.04306 0.08268 0.04399 C 0.08502 0.04537 0.0845 0.04537 0.08684 0.04653 C 0.0875 0.04676 0.08841 0.047 0.08919 0.04746 C 0.08997 0.04769 0.09088 0.04838 0.09179 0.04885 C 0.09244 0.04908 0.09309 0.04931 0.09388 0.04954 C 0.09427 0.04977 0.09466 0.04977 0.09518 0.05024 C 0.09557 0.05024 0.09596 0.05047 0.09648 0.0507 C 0.09687 0.05093 0.09726 0.05139 0.09778 0.05162 C 0.09856 0.05186 0.09948 0.05209 0.10039 0.05278 C 0.10625 0.05533 0.10325 0.05417 0.10768 0.05649 C 0.10833 0.05672 0.10898 0.05695 0.10976 0.05741 C 0.1108 0.05787 0.11224 0.05926 0.11315 0.06019 C 0.11419 0.06112 0.11497 0.06181 0.11627 0.0625 C 0.11992 0.06389 0.12174 0.06343 0.12604 0.06389 C 0.12643 0.06389 0.1289 0.06389 0.12994 0.06482 C 0.1302 0.06482 0.13033 0.06551 0.13073 0.06575 C 0.13112 0.06598 0.13177 0.06621 0.13229 0.06644 C 0.13281 0.0669 0.13385 0.06852 0.13463 0.06922 C 0.13528 0.06945 0.13593 0.06968 0.13671 0.07014 C 0.13867 0.0713 0.13789 0.0713 0.1401 0.07223 C 0.14192 0.07292 0.14414 0.07292 0.14609 0.07315 C 0.14713 0.07315 0.14843 0.07338 0.14948 0.07362 C 0.15247 0.07454 0.14895 0.07315 0.15208 0.07524 C 0.1526 0.07547 0.15325 0.0757 0.1539 0.07616 C 0.15664 0.07987 0.15494 0.07778 0.15911 0.08102 L 0.15911 0.08125 C 0.16093 0.08287 0.15989 0.08218 0.16224 0.08287 C 0.16419 0.0838 0.16276 0.08287 0.16484 0.0838 C 0.16705 0.08473 0.16653 0.0845 0.16875 0.08565 C 0.16901 0.08565 0.1694 0.08588 0.16979 0.08612 C 0.17031 0.08635 0.17161 0.08774 0.17213 0.08866 C 0.17239 0.08889 0.17265 0.08912 0.17291 0.08959 C 0.17317 0.08982 0.17317 0.09075 0.17356 0.09121 C 0.17382 0.09167 0.17565 0.09352 0.17617 0.09422 C 0.17747 0.09653 0.17552 0.09468 0.17773 0.09746 C 0.18268 0.10348 0.17825 0.09792 0.1819 0.1007 C 0.18528 0.10394 0.18099 0.1 0.18372 0.10232 C 0.18398 0.10255 0.18437 0.10278 0.18476 0.10325 C 0.18489 0.10325 0.18528 0.10348 0.18554 0.10371 C 0.18645 0.1044 0.18645 0.1051 0.18737 0.10672 C 0.1875 0.10695 0.18789 0.10718 0.18815 0.10764 C 0.18828 0.10811 0.18841 0.10857 0.18867 0.10903 C 0.1888 0.1095 0.18919 0.10973 0.18945 0.11042 C 0.18971 0.11112 0.18997 0.11366 0.19023 0.11505 C 0.18997 0.12848 0.1901 0.12639 0.18971 0.13542 C 0.18945 0.14028 0.18971 0.13843 0.18919 0.14167 C 0.18932 0.14885 0.18919 0.14931 0.18971 0.15417 C 0.18971 0.15487 0.18984 0.15556 0.18997 0.15649 C 0.1901 0.15787 0.19049 0.16065 0.19049 0.16088 C 0.19036 0.16436 0.19049 0.16783 0.19023 0.17176 C 0.1901 0.17246 0.18958 0.17292 0.18945 0.17362 C 0.18919 0.17385 0.18906 0.17431 0.18893 0.175 C 0.1875 0.1794 0.18945 0.17431 0.18737 0.17894 C 0.18711 0.17917 0.18698 0.17963 0.18684 0.18033 C 0.1858 0.18264 0.18606 0.18218 0.18554 0.18473 C 0.18541 0.18612 0.18528 0.1875 0.18528 0.18866 C 0.18502 0.19075 0.18476 0.19561 0.18476 0.19584 C 0.18437 0.20695 0.18437 0.20325 0.18476 0.21737 C 0.18476 0.21899 0.18489 0.22362 0.18528 0.22616 C 0.18567 0.22894 0.18606 0.23241 0.18684 0.23473 C 0.18724 0.23681 0.18776 0.23797 0.18815 0.24005 C 0.18815 0.24075 0.18828 0.24144 0.18841 0.24237 C 0.18854 0.24306 0.18867 0.24375 0.18893 0.24445 C 0.18919 0.24607 0.18906 0.24607 0.18945 0.24792 C 0.1901 0.2507 0.18997 0.24908 0.19049 0.25278 C 0.19049 0.25371 0.19062 0.25487 0.19075 0.25602 C 0.19075 0.25649 0.19088 0.25718 0.19101 0.25787 C 0.19101 0.25857 0.19114 0.2595 0.19127 0.26042 C 0.1914 0.26112 0.19153 0.26181 0.19179 0.26274 C 0.19179 0.2632 0.19179 0.26389 0.19205 0.26505 C 0.19205 0.26551 0.19231 0.26575 0.19257 0.26644 C 0.19257 0.2669 0.1927 0.2676 0.19283 0.26829 C 0.19296 0.26968 0.19336 0.27107 0.19362 0.27269 C 0.19362 0.27315 0.19362 0.27385 0.19388 0.27454 C 0.19401 0.275 0.1944 0.27524 0.19466 0.27593 C 0.19635 0.2794 0.19479 0.27662 0.1957 0.27825 L 0.19804 0.28241 E">
                                      <p:cBhvr>
                                        <p:cTn id="96" dur="2000" fill="hold"/>
                                        <p:tgtEl>
                                          <p:spTgt spid="171"/>
                                        </p:tgtEl>
                                        <p:attrNameLst>
                                          <p:attrName>ppt_x</p:attrName>
                                          <p:attrName>ppt_y</p:attrName>
                                        </p:attrNameLst>
                                      </p:cBhvr>
                                    </p:animMotion>
                                  </p:childTnLst>
                                </p:cTn>
                              </p:par>
                            </p:childTnLst>
                          </p:cTn>
                        </p:par>
                      </p:childTnLst>
                    </p:cTn>
                  </p:par>
                  <p:par>
                    <p:cTn id="97" fill="hold">
                      <p:stCondLst>
                        <p:cond delay="indefinite"/>
                      </p:stCondLst>
                      <p:childTnLst>
                        <p:par>
                          <p:cTn id="98" fill="hold">
                            <p:stCondLst>
                              <p:cond delay="0"/>
                            </p:stCondLst>
                            <p:childTnLst>
                              <p:par>
                                <p:cTn id="99" nodeType="clickEffect" fill="hold" presetClass="emph" presetID="6">
                                  <p:stCondLst>
                                    <p:cond delay="0"/>
                                  </p:stCondLst>
                                  <p:childTnLst>
                                    <p:animScale>
                                      <p:cBhvr>
                                        <p:cTn id="100" dur="1000" fill="hold"/>
                                        <p:tgtEl>
                                          <p:spTgt spid="171"/>
                                        </p:tgtEl>
                                      </p:cBhvr>
                                      <p:by x="50000" y="50000"/>
                                    </p:animScale>
                                  </p:childTnLst>
                                </p:cTn>
                              </p:par>
                            </p:childTnLst>
                          </p:cTn>
                        </p:par>
                      </p:childTnLst>
                    </p:cTn>
                  </p:par>
                  <p:par>
                    <p:cTn id="101" fill="hold">
                      <p:stCondLst>
                        <p:cond delay="indefinite"/>
                      </p:stCondLst>
                      <p:childTnLst>
                        <p:par>
                          <p:cTn id="102" fill="hold">
                            <p:stCondLst>
                              <p:cond delay="0"/>
                            </p:stCondLst>
                            <p:childTnLst>
                              <p:par>
                                <p:cTn id="103" nodeType="clickEffect" fill="hold" presetClass="path">
                                  <p:stCondLst>
                                    <p:cond delay="0"/>
                                  </p:stCondLst>
                                  <p:childTnLst>
                                    <p:animMotion origin="layout" path="M 0.19882 0.28889 C 0.20143 0.28912 0.20416 0.28935 0.20677 0.28935 C 0.21484 0.28912 0.21432 0.28889 0.21953 0.28819 C 0.22044 0.28819 0.22148 0.28796 0.22239 0.28796 C 0.22669 0.28726 0.22474 0.2875 0.22825 0.28657 C 0.22929 0.28611 0.2302 0.28611 0.23125 0.28588 C 0.23281 0.28426 0.23164 0.28518 0.23476 0.28449 C 0.23776 0.28356 0.23398 0.28426 0.24023 0.28379 C 0.2427 0.2831 0.24257 0.2831 0.24622 0.2831 C 0.25039 0.2831 0.25455 0.28333 0.25872 0.28333 C 0.25924 0.28356 0.25976 0.28356 0.26028 0.28379 C 0.26132 0.28379 0.26224 0.28379 0.26328 0.28402 C 0.26354 0.28402 0.26393 0.28426 0.26419 0.28449 C 0.26601 0.28495 0.26692 0.28495 0.26849 0.28541 C 0.26888 0.28564 0.26914 0.28588 0.26953 0.28611 C 0.27083 0.2868 0.27018 0.28588 0.27187 0.28726 C 0.27252 0.28773 0.27304 0.28842 0.27382 0.28889 C 0.27487 0.28958 0.27656 0.29074 0.27773 0.29097 C 0.27838 0.2912 0.27903 0.2912 0.27968 0.29143 C 0.28385 0.29213 0.27786 0.29143 0.28684 0.29213 L 0.29114 0.29236 C 0.29257 0.29259 0.2944 0.29305 0.2957 0.29305 C 0.29778 0.29328 0.29987 0.29328 0.30195 0.29351 C 0.30599 0.29328 0.31002 0.29328 0.31406 0.29305 C 0.32044 0.29259 0.31588 0.29259 0.3207 0.29166 C 0.32187 0.29143 0.32317 0.29143 0.32434 0.29143 L 0.32786 0.29074 C 0.32942 0.29027 0.33177 0.28981 0.33333 0.28958 L 0.35013 0.28889 C 0.35065 0.28889 0.35117 0.28865 0.35169 0.28865 C 0.36276 0.28865 0.36093 0.28842 0.36718 0.28935 C 0.3694 0.28981 0.36731 0.28912 0.36953 0.29027 C 0.37005 0.29051 0.37057 0.29074 0.37109 0.29097 C 0.37122 0.2912 0.37148 0.2912 0.37161 0.29143 C 0.372 0.29166 0.37226 0.29213 0.37265 0.29236 C 0.37304 0.29259 0.37343 0.29259 0.37382 0.29282 C 0.37682 0.29375 0.37252 0.29236 0.37591 0.29351 C 0.3763 0.29375 0.37656 0.29398 0.37695 0.29421 C 0.37838 0.2949 0.37851 0.2949 0.37981 0.29514 C 0.3802 0.29537 0.38059 0.29537 0.38099 0.2956 C 0.38268 0.29606 0.38437 0.29629 0.38593 0.29652 C 0.38684 0.29676 0.38789 0.29676 0.3888 0.29699 C 0.39088 0.29861 0.38841 0.29676 0.39062 0.29791 C 0.39088 0.29814 0.39114 0.29861 0.3914 0.29861 C 0.39218 0.29907 0.39296 0.29907 0.39375 0.2993 C 0.39557 0.3 0.39453 0.29976 0.397 0.3 C 0.39739 0.30023 0.39765 0.30046 0.39804 0.30046 C 0.39948 0.30069 0.40234 0.30092 0.40234 0.30092 L 0.40377 0.30092 E">
                                      <p:cBhvr>
                                        <p:cTn id="104" dur="1000" fill="hold"/>
                                        <p:tgtEl>
                                          <p:spTgt spid="171"/>
                                        </p:tgtEl>
                                        <p:attrNameLst>
                                          <p:attrName>ppt_x</p:attrName>
                                          <p:attrName>ppt_y</p:attrName>
                                        </p:attrNameLst>
                                      </p:cBhvr>
                                    </p:animMotion>
                                  </p:childTnLst>
                                </p:cTn>
                              </p:par>
                            </p:childTnLst>
                          </p:cTn>
                        </p:par>
                        <p:par>
                          <p:cTn id="105" fill="hold">
                            <p:stCondLst>
                              <p:cond delay="1000"/>
                            </p:stCondLst>
                            <p:childTnLst>
                              <p:par>
                                <p:cTn id="106" nodeType="afterEffect" fill="hold" presetClass="exit" presetID="2" presetSubtype="2">
                                  <p:stCondLst>
                                    <p:cond delay="0"/>
                                  </p:stCondLst>
                                  <p:childTnLst>
                                    <p:anim calcmode="lin" valueType="num">
                                      <p:cBhvr additive="repl">
                                        <p:cTn id="107" dur="500"/>
                                        <p:tgtEl>
                                          <p:spTgt spid="171"/>
                                        </p:tgtEl>
                                        <p:attrNameLst>
                                          <p:attrName>ppt_x</p:attrName>
                                        </p:attrNameLst>
                                      </p:cBhvr>
                                      <p:tavLst>
                                        <p:tav tm="0">
                                          <p:val>
                                            <p:strVal val="#ppt_x"/>
                                          </p:val>
                                        </p:tav>
                                        <p:tav tm="100000">
                                          <p:val>
                                            <p:strVal val="1+#ppt_w/2"/>
                                          </p:val>
                                        </p:tav>
                                      </p:tavLst>
                                    </p:anim>
                                    <p:anim calcmode="lin" valueType="num">
                                      <p:cBhvr additive="repl">
                                        <p:cTn id="108" dur="500"/>
                                        <p:tgtEl>
                                          <p:spTgt spid="171"/>
                                        </p:tgtEl>
                                        <p:attrNameLst>
                                          <p:attrName>ppt_y</p:attrName>
                                        </p:attrNameLst>
                                      </p:cBhvr>
                                      <p:tavLst>
                                        <p:tav tm="0">
                                          <p:val>
                                            <p:strVal val="#ppt_y"/>
                                          </p:val>
                                        </p:tav>
                                        <p:tav tm="100000">
                                          <p:val>
                                            <p:strVal val="#ppt_y"/>
                                          </p:val>
                                        </p:tav>
                                      </p:tavLst>
                                    </p:anim>
                                    <p:set>
                                      <p:cBhvr>
                                        <p:cTn id="109" dur="1" fill="hold">
                                          <p:stCondLst>
                                            <p:cond delay="499"/>
                                          </p:stCondLst>
                                        </p:cTn>
                                        <p:tgtEl>
                                          <p:spTgt spid="1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Synaptic integration</a:t>
            </a:r>
            <a:endParaRPr b="0" lang="en-US" sz="4400" spc="-1" strike="noStrike">
              <a:solidFill>
                <a:schemeClr val="dk1"/>
              </a:solidFill>
              <a:latin typeface="Calibri"/>
            </a:endParaRPr>
          </a:p>
        </p:txBody>
      </p:sp>
      <p:grpSp>
        <p:nvGrpSpPr>
          <p:cNvPr id="177" name="Group 9"/>
          <p:cNvGrpSpPr/>
          <p:nvPr/>
        </p:nvGrpSpPr>
        <p:grpSpPr>
          <a:xfrm>
            <a:off x="1214640" y="1410840"/>
            <a:ext cx="7319880" cy="4916160"/>
            <a:chOff x="1214640" y="1410840"/>
            <a:chExt cx="7319880" cy="4916160"/>
          </a:xfrm>
        </p:grpSpPr>
        <p:pic>
          <p:nvPicPr>
            <p:cNvPr id="178" name="Picture 3" descr=""/>
            <p:cNvPicPr/>
            <p:nvPr/>
          </p:nvPicPr>
          <p:blipFill>
            <a:blip r:embed="rId1"/>
            <a:stretch/>
          </p:blipFill>
          <p:spPr>
            <a:xfrm rot="10800000">
              <a:off x="4860720" y="3553560"/>
              <a:ext cx="3673800" cy="1485720"/>
            </a:xfrm>
            <a:prstGeom prst="rect">
              <a:avLst/>
            </a:prstGeom>
            <a:ln w="0">
              <a:noFill/>
            </a:ln>
          </p:spPr>
        </p:pic>
        <p:pic>
          <p:nvPicPr>
            <p:cNvPr id="179" name="Picture 5" descr=""/>
            <p:cNvPicPr/>
            <p:nvPr/>
          </p:nvPicPr>
          <p:blipFill>
            <a:blip r:embed="rId2"/>
            <a:stretch/>
          </p:blipFill>
          <p:spPr>
            <a:xfrm rot="11741400">
              <a:off x="2417400" y="1879920"/>
              <a:ext cx="3673800" cy="1485720"/>
            </a:xfrm>
            <a:prstGeom prst="rect">
              <a:avLst/>
            </a:prstGeom>
            <a:ln w="0">
              <a:noFill/>
            </a:ln>
          </p:spPr>
        </p:pic>
        <p:pic>
          <p:nvPicPr>
            <p:cNvPr id="180" name="Picture 6" descr=""/>
            <p:cNvPicPr/>
            <p:nvPr/>
          </p:nvPicPr>
          <p:blipFill>
            <a:blip r:embed="rId3"/>
            <a:stretch/>
          </p:blipFill>
          <p:spPr>
            <a:xfrm flipH="1" rot="21445200">
              <a:off x="1869120" y="4759200"/>
              <a:ext cx="3673800" cy="1485720"/>
            </a:xfrm>
            <a:prstGeom prst="rect">
              <a:avLst/>
            </a:prstGeom>
            <a:ln w="0">
              <a:noFill/>
            </a:ln>
          </p:spPr>
        </p:pic>
        <p:pic>
          <p:nvPicPr>
            <p:cNvPr id="181" name="Picture 8" descr=""/>
            <p:cNvPicPr/>
            <p:nvPr/>
          </p:nvPicPr>
          <p:blipFill>
            <a:blip r:embed="rId4"/>
            <a:stretch/>
          </p:blipFill>
          <p:spPr>
            <a:xfrm rot="10283400">
              <a:off x="1305000" y="3250440"/>
              <a:ext cx="3673800" cy="1485720"/>
            </a:xfrm>
            <a:prstGeom prst="rect">
              <a:avLst/>
            </a:prstGeom>
            <a:ln w="0">
              <a:noFill/>
            </a:ln>
          </p:spPr>
        </p:pic>
      </p:grpSp>
      <p:sp>
        <p:nvSpPr>
          <p:cNvPr id="182" name="Oval 10"/>
          <p:cNvSpPr/>
          <p:nvPr/>
        </p:nvSpPr>
        <p:spPr>
          <a:xfrm>
            <a:off x="3156120" y="2285640"/>
            <a:ext cx="190440" cy="1904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3" name="Oval 11"/>
          <p:cNvSpPr/>
          <p:nvPr/>
        </p:nvSpPr>
        <p:spPr>
          <a:xfrm>
            <a:off x="2030400" y="4093920"/>
            <a:ext cx="190440" cy="1904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4" name="Oval 12"/>
          <p:cNvSpPr/>
          <p:nvPr/>
        </p:nvSpPr>
        <p:spPr>
          <a:xfrm>
            <a:off x="2576880" y="5406840"/>
            <a:ext cx="190440" cy="19044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85" name="TextBox 13"/>
          <p:cNvSpPr/>
          <p:nvPr/>
        </p:nvSpPr>
        <p:spPr>
          <a:xfrm>
            <a:off x="6223680" y="3754080"/>
            <a:ext cx="493560" cy="36900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86" name="TextBox 14"/>
          <p:cNvSpPr/>
          <p:nvPr/>
        </p:nvSpPr>
        <p:spPr>
          <a:xfrm>
            <a:off x="2231640" y="2107080"/>
            <a:ext cx="48852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87" name="TextBox 15"/>
          <p:cNvSpPr/>
          <p:nvPr/>
        </p:nvSpPr>
        <p:spPr>
          <a:xfrm>
            <a:off x="1851120" y="5946120"/>
            <a:ext cx="493560" cy="3690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88" name="TextBox 16"/>
          <p:cNvSpPr/>
          <p:nvPr/>
        </p:nvSpPr>
        <p:spPr>
          <a:xfrm>
            <a:off x="1148400" y="3432960"/>
            <a:ext cx="493560" cy="36900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10" dur="indefinite" restart="never" nodeType="tmRoot">
          <p:childTnLst>
            <p:seq>
              <p:cTn id="111" dur="indefinite" nodeType="mainSeq">
                <p:childTnLst>
                  <p:par>
                    <p:cTn id="112" fill="hold">
                      <p:stCondLst>
                        <p:cond delay="indefinite"/>
                      </p:stCondLst>
                      <p:childTnLst>
                        <p:par>
                          <p:cTn id="113" fill="hold">
                            <p:stCondLst>
                              <p:cond delay="0"/>
                            </p:stCondLst>
                            <p:childTnLst>
                              <p:par>
                                <p:cTn id="114" nodeType="clickEffect" fill="hold" presetClass="path">
                                  <p:stCondLst>
                                    <p:cond delay="0"/>
                                  </p:stCondLst>
                                  <p:childTnLst>
                                    <p:animMotion origin="layout" path="M 3.33333E-006 -2.22222E-006 L 3.33333E-006 0.00023 C 0.00091 0.00023 0.00208 0.00093 0.00325 0.00162 C 0.0039 0.00185 0.00481 0.00209 0.0056 0.00255 C 0.00599 0.00255 0.00638 0.00301 0.0069 0.00347 C 0.00755 0.00371 0.00911 0.00394 0.00976 0.0044 C 0.0108 0.00463 0.01172 0.00533 0.01289 0.00579 C 0.01328 0.00579 0.01367 0.00602 0.01419 0.00625 C 0.0151 0.00648 0.01536 0.00672 0.01653 0.00718 C 0.01718 0.00718 0.0181 0.00741 0.01888 0.00764 C 0.02135 0.00857 0.02369 0.00972 0.02643 0.01042 C 0.02721 0.01042 0.02799 0.01065 0.02877 0.01088 C 0.02929 0.01088 0.02968 0.01111 0.03034 0.01134 C 0.03086 0.01134 0.03151 0.01158 0.03216 0.01204 C 0.03268 0.01204 0.0332 0.01227 0.03372 0.0125 C 0.03398 0.0125 0.03437 0.01273 0.03476 0.01297 C 0.03541 0.01297 0.03632 0.0132 0.03711 0.01343 C 0.03867 0.01366 0.03802 0.01366 0.03945 0.01435 C 0.04192 0.01482 0.03997 0.01435 0.04284 0.01505 C 0.0431 0.01505 0.04349 0.01528 0.04388 0.01551 C 0.0444 0.01551 0.04505 0.01574 0.0457 0.01597 C 0.04726 0.0169 0.04557 0.01597 0.04856 0.0169 C 0.04882 0.0169 0.04922 0.01713 0.04948 0.01736 C 0.05026 0.01759 0.05117 0.01783 0.05208 0.01829 L 0.0539 0.01922 C 0.05416 0.01922 0.05442 0.01945 0.05468 0.01968 C 0.05521 0.01991 0.05573 0.02037 0.05625 0.02107 C 0.05651 0.0213 0.05664 0.02176 0.05703 0.02199 C 0.05755 0.02222 0.0582 0.02246 0.05885 0.02292 C 0.05924 0.02338 0.05963 0.02408 0.06015 0.02454 C 0.06172 0.02593 0.06093 0.02477 0.06224 0.02639 C 0.0664 0.03172 0.06132 0.02523 0.06432 0.02963 C 0.06445 0.02986 0.06484 0.02986 0.0651 0.03033 C 0.06601 0.03148 0.06614 0.03195 0.06744 0.0331 C 0.06757 0.0331 0.06797 0.03334 0.06823 0.03357 C 0.06849 0.0338 0.06862 0.03426 0.06901 0.03449 C 0.06966 0.03496 0.07135 0.03611 0.07135 0.03634 C 0.072 0.03681 0.0733 0.03866 0.07396 0.03935 C 0.07422 0.03959 0.07461 0.03935 0.075 0.03982 C 0.07578 0.04028 0.07669 0.04144 0.0776 0.04213 C 0.07916 0.04329 0.08112 0.04398 0.08281 0.04468 C 0.08515 0.04584 0.08463 0.04584 0.08698 0.04699 C 0.08763 0.04722 0.08854 0.04769 0.08932 0.04815 C 0.0901 0.04838 0.09101 0.04908 0.09192 0.04954 C 0.09257 0.04977 0.09323 0.05 0.09401 0.05047 C 0.0944 0.0507 0.09479 0.05093 0.09531 0.05139 C 0.0957 0.05139 0.09609 0.05162 0.09661 0.05185 C 0.097 0.05209 0.09739 0.05255 0.09791 0.05278 C 0.09869 0.05301 0.09948 0.05324 0.10039 0.05371 C 0.10625 0.05625 0.10325 0.05509 0.10768 0.05741 C 0.10833 0.05764 0.10898 0.05787 0.10976 0.05834 C 0.1108 0.0588 0.11224 0.06019 0.11315 0.06111 C 0.11419 0.06204 0.11497 0.06273 0.11627 0.06343 C 0.11992 0.06482 0.12174 0.06435 0.12617 0.06482 C 0.12656 0.06482 0.12903 0.06482 0.13007 0.06574 C 0.13034 0.06574 0.13047 0.06644 0.13086 0.06667 C 0.13125 0.0669 0.1319 0.06713 0.13242 0.06759 C 0.13294 0.06829 0.13398 0.06968 0.13476 0.07037 C 0.13541 0.0706 0.13606 0.07084 0.13685 0.07153 C 0.1388 0.07246 0.13802 0.07246 0.14023 0.07338 C 0.14205 0.07408 0.14427 0.07408 0.14622 0.07431 C 0.14726 0.07431 0.1483 0.07454 0.14948 0.07477 C 0.15247 0.07547 0.14896 0.07431 0.15208 0.07639 C 0.1526 0.07662 0.15325 0.07685 0.1539 0.07732 C 0.15664 0.08079 0.15494 0.07894 0.15911 0.08195 L 0.15911 0.08218 C 0.16093 0.08403 0.15989 0.08334 0.16224 0.08403 C 0.16419 0.08542 0.16276 0.08449 0.16484 0.08542 C 0.16705 0.08634 0.16653 0.08611 0.16875 0.08727 C 0.16901 0.08727 0.1694 0.0875 0.16979 0.08773 C 0.17031 0.08797 0.17161 0.08935 0.17213 0.08982 C 0.17239 0.09005 0.17265 0.09028 0.17291 0.09074 C 0.17317 0.09097 0.1733 0.09167 0.17369 0.09213 C 0.17396 0.09259 0.17578 0.09445 0.1763 0.0956 C 0.1776 0.09792 0.17565 0.09607 0.17786 0.09884 C 0.18281 0.10486 0.17838 0.09931 0.18203 0.10255 C 0.18541 0.10533 0.18112 0.10185 0.18385 0.10394 C 0.18411 0.10417 0.1845 0.1044 0.18489 0.10486 C 0.18502 0.10486 0.18541 0.10486 0.18567 0.10509 C 0.18659 0.10579 0.18659 0.10648 0.1875 0.1081 C 0.18763 0.10834 0.18802 0.10857 0.18828 0.10903 C 0.18841 0.10949 0.18854 0.10996 0.1888 0.11042 C 0.18893 0.11088 0.18932 0.11111 0.18958 0.11181 C 0.18984 0.1125 0.1901 0.11505 0.19036 0.11644 C 0.1901 0.12986 0.19023 0.12778 0.18984 0.13727 C 0.18958 0.14213 0.18984 0.14028 0.18932 0.14352 C 0.18945 0.15023 0.18932 0.15093 0.18984 0.15648 C 0.18984 0.15718 0.18997 0.15787 0.1901 0.1588 C 0.19023 0.15996 0.19062 0.1625 0.19062 0.16273 C 0.19049 0.16597 0.19062 0.17014 0.19036 0.17408 C 0.19023 0.17477 0.18971 0.17523 0.18958 0.17593 C 0.18932 0.17616 0.18919 0.17662 0.18906 0.17732 C 0.18763 0.18148 0.18958 0.17662 0.1875 0.18102 C 0.18724 0.18125 0.18711 0.18172 0.18698 0.18241 C 0.18593 0.18496 0.18619 0.18403 0.18567 0.18704 C 0.18554 0.18843 0.18541 0.18982 0.18541 0.19144 C 0.18515 0.19352 0.18489 0.19769 0.18489 0.19792 C 0.1845 0.20972 0.1845 0.20579 0.18489 0.22014 C 0.18489 0.22176 0.18502 0.22639 0.18541 0.22894 C 0.1858 0.23172 0.18619 0.23496 0.18698 0.23797 C 0.18737 0.23982 0.18789 0.24074 0.18828 0.24283 C 0.18828 0.24352 0.18841 0.24422 0.18854 0.24514 C 0.18867 0.24584 0.1888 0.24653 0.18906 0.24746 C 0.18932 0.24908 0.18919 0.24908 0.18958 0.25093 C 0.19023 0.25394 0.1901 0.25185 0.19062 0.25579 C 0.19062 0.25672 0.19075 0.25787 0.19088 0.25903 C 0.19088 0.25949 0.19101 0.26019 0.19114 0.26088 C 0.19114 0.26181 0.19127 0.2625 0.1914 0.26343 C 0.19153 0.26412 0.19166 0.26482 0.19192 0.26574 C 0.19192 0.26644 0.19192 0.26713 0.19218 0.26806 C 0.19218 0.26852 0.19244 0.26922 0.19271 0.26991 C 0.19271 0.27014 0.19284 0.27084 0.19297 0.27153 C 0.1931 0.27292 0.19349 0.27431 0.19375 0.27593 C 0.19375 0.27639 0.19375 0.27709 0.19401 0.27778 C 0.19414 0.27824 0.19453 0.27847 0.19479 0.27917 C 0.19648 0.28264 0.19492 0.27986 0.19583 0.28148 L 0.19778 0.28542 E">
                                      <p:cBhvr>
                                        <p:cTn id="115" dur="2000" fill="hold"/>
                                        <p:tgtEl>
                                          <p:spTgt spid="182"/>
                                        </p:tgtEl>
                                        <p:attrNameLst>
                                          <p:attrName>ppt_x</p:attrName>
                                          <p:attrName>ppt_y</p:attrName>
                                        </p:attrNameLst>
                                      </p:cBhvr>
                                    </p:animMotion>
                                  </p:childTnLst>
                                </p:cTn>
                              </p:par>
                              <p:par>
                                <p:cTn id="116" nodeType="withEffect" fill="hold" presetClass="path">
                                  <p:stCondLst>
                                    <p:cond delay="0"/>
                                  </p:stCondLst>
                                  <p:childTnLst>
                                    <p:animMotion origin="layout" path="M -0.00104 0.00232 L -0.00104 0.00255 C 0.00052 0.00116 0.00195 -1.48148000000004E-006 0.00365 -0.00116 C 0.00937 -0.00417 0.01523 -0.00301 0.02161 -0.00347 C 0.02227 -0.0037 0.02292 -0.00393 0.0237 -0.0044 C 0.02448 -0.00463 0.02539 -0.00463 0.0263 -0.00509 C 0.03229 -0.00833 0.02318 -0.00555 0.03216 -0.00787 C 0.03268 -0.0081 0.03307 -0.0081 0.03372 -0.00856 C 0.03437 -0.00879 0.03503 -0.00903 0.03581 -0.00949 C 0.04206 -0.0125 0.03477 -0.00972 0.04115 -0.0118 C 0.0418 -0.01204 0.04245 -0.01227 0.04323 -0.01273 C 0.04375 -0.01296 0.04414 -0.01342 0.04492 -0.01366 C 0.05091 -0.01458 0.0651 -0.01504 0.06862 -0.01528 C 0.08346 -0.01458 0.09544 -0.01366 0.11042 -0.01528 C 0.11094 -0.01528 0.11133 -0.01667 0.11198 -0.01713 C 0.11263 -0.01736 0.11328 -0.01736 0.11406 -0.01782 C 0.11458 -0.01875 0.11484 -0.01967 0.11575 -0.02037 C 0.11654 -0.02083 0.11745 -0.0206 0.11836 -0.02106 C 0.11888 -0.02129 0.1194 -0.02153 0.11992 -0.02199 C 0.12083 -0.02245 0.12292 -0.02384 0.12422 -0.02454 C 0.1276 -0.02592 0.12943 -0.02569 0.13359 -0.02639 C 0.13424 -0.02662 0.13503 -0.02685 0.13581 -0.02708 C 0.13802 -0.02754 0.14453 -0.02824 0.14648 -0.0287 C 0.14753 -0.02917 0.14844 -0.02986 0.14961 -0.03032 L 0.15508 -0.03217 C 0.15586 -0.03241 0.15677 -0.03264 0.15768 -0.03287 C 0.15898 -0.03333 0.16042 -0.03379 0.16185 -0.03472 C 0.16406 -0.03565 0.16276 -0.03518 0.16549 -0.03565 C 0.16823 -0.03565 0.17083 -0.03565 0.17344 -0.03565 C 0.17435 -0.03542 0.17526 -0.03472 0.17617 -0.03472 C 0.1776 -0.03426 0.1793 -0.03403 0.18086 -0.03379 C 0.18724 -0.03403 0.19362 -0.03403 0.2 -0.03472 C 0.20065 -0.03472 0.2013 -0.03542 0.20208 -0.03565 C 0.20338 -0.03565 0.20482 -0.03565 0.20625 -0.03565 C 0.20703 -0.03565 0.20807 -0.03565 0.20885 -0.03565 C 0.20924 -0.03495 0.20898 -0.03356 0.20937 -0.03287 C 0.21029 -0.03055 0.21146 -0.02963 0.21315 -0.0287 C 0.21367 -0.02824 0.21432 -0.02801 0.21484 -0.02778 C 0.21719 -0.02199 0.21562 -0.02338 0.21849 -0.02199 C 0.21875 -0.0206 0.21888 -0.01944 0.21953 -0.01875 C 0.21979 -0.01805 0.22057 -0.01805 0.22109 -0.01782 C 0.22161 -0.01736 0.22213 -0.01667 0.22266 -0.0162 C 0.22422 -0.01088 0.22318 -0.01366 0.22578 -0.00787 C 0.22604 -0.00694 0.22617 -0.00555 0.22682 -0.00509 C 0.2276 -0.0044 0.22838 -0.00324 0.22956 -0.00254 C 0.23021 -0.00208 0.23086 -0.00208 0.23164 -0.00185 C 0.23281 -0.00069 0.23359 0.00116 0.2349 0.00139 C 0.23555 0.00185 0.2362 0.00208 0.23698 0.00232 C 0.2375 0.00278 0.23789 0.00301 0.23854 0.00324 C 0.23984 0.00394 0.24141 0.00417 0.24271 0.00486 C 0.24622 0.00764 0.24323 0.00579 0.247 0.00741 C 0.24805 0.00787 0.24896 0.00857 0.25013 0.00903 C 0.25078 0.00949 0.25156 0.00972 0.25234 0.00996 C 0.25286 0.01042 0.25325 0.01065 0.25391 0.01065 C 0.26328 0.01389 0.25338 0.01019 0.25977 0.0125 C 0.26029 0.0132 0.26068 0.01366 0.26133 0.01412 C 0.26224 0.01482 0.26445 0.01574 0.26445 0.01597 C 0.2651 0.01667 0.26575 0.01759 0.26654 0.01829 C 0.26706 0.01898 0.26784 0.01898 0.26862 0.01921 C 0.27266 0.0206 0.27018 0.01968 0.27565 0.02083 C 0.27643 0.02107 0.27734 0.02176 0.27825 0.02176 C 0.28385 0.02292 0.28424 0.02269 0.2901 0.02269 L 0.2901 0.02292 E">
                                      <p:cBhvr>
                                        <p:cTn id="117" dur="2000" fill="hold"/>
                                        <p:tgtEl>
                                          <p:spTgt spid="183"/>
                                        </p:tgtEl>
                                        <p:attrNameLst>
                                          <p:attrName>ppt_x</p:attrName>
                                          <p:attrName>ppt_y</p:attrName>
                                        </p:attrNameLst>
                                      </p:cBhvr>
                                    </p:animMotion>
                                  </p:childTnLst>
                                </p:cTn>
                              </p:par>
                              <p:par>
                                <p:cTn id="118" nodeType="withEffect" fill="hold" presetClass="path">
                                  <p:stCondLst>
                                    <p:cond delay="0"/>
                                  </p:stCondLst>
                                  <p:childTnLst>
                                    <p:animMotion origin="layout" path="M -6.25E-007 0.00115 L -6.25E-007 0.00162 L 0.0375 0.00069 C 0.03815 0.00046 0.0388 0.00023 0.03958 0.00023 C 0.0418 -0.00023 0.04427 -0.00023 0.04662 -0.00023 C 0.04792 -0.0007 0.05091 -0.00162 0.0526 -0.00162 C 0.05404 -0.00185 0.05573 -0.00209 0.05729 -0.00209 C 0.05742 -0.00232 0.06029 -0.00301 0.06068 -0.00301 C 0.06094 -0.00324 0.06133 -0.00394 0.06172 -0.00394 C 0.0625 -0.0044 0.06341 -0.0044 0.06432 -0.0044 C 0.06458 -0.00463 0.06497 -0.00486 0.06537 -0.00486 C 0.06589 -0.00533 0.06628 -0.00579 0.06693 -0.00579 C 0.06745 -0.00625 0.0681 -0.00625 0.06875 -0.00625 C 0.06901 -0.00648 0.0694 -0.00672 0.06979 -0.00672 C 0.07018 -0.00695 0.07057 -0.00718 0.07109 -0.00718 C 0.07422 -0.00903 0.07031 -0.00764 0.07396 -0.00857 C 0.07578 -0.01042 0.07461 -0.00949 0.0776 -0.01042 C 0.08073 -0.01158 0.07669 -0.01019 0.08047 -0.01135 C 0.08086 -0.01158 0.08125 -0.01158 0.08203 -0.01158 C 0.08229 -0.01181 0.08268 -0.01204 0.08307 -0.01204 C 0.08464 -0.0125 0.08633 -0.0125 0.08802 -0.0125 C 0.09037 -0.01366 0.08737 -0.01227 0.09089 -0.01389 C 0.09115 -0.01435 0.09154 -0.01459 0.09193 -0.01459 C 0.09232 -0.01505 0.09271 -0.01528 0.09323 -0.01551 C 0.09375 -0.01597 0.09544 -0.0169 0.09583 -0.0169 C 0.09662 -0.01736 0.10065 -0.01783 0.1013 -0.01783 C 0.10156 -0.01806 0.10195 -0.01829 0.10234 -0.01829 C 0.10625 -0.01829 0.11029 -0.01806 0.11432 -0.01783 L 0.13229 -0.01736 C 0.14258 -0.01435 0.13581 -0.01621 0.1612 -0.01736 C 0.16172 -0.0176 0.16211 -0.01829 0.16276 -0.01829 C 0.16628 -0.01968 0.16185 -0.01806 0.16563 -0.01968 C 0.16602 -0.01991 0.16641 -0.02014 0.16693 -0.02014 C 0.16719 -0.02037 0.16758 -0.0206 0.16797 -0.0206 C 0.16836 -0.02084 0.16875 -0.02107 0.16927 -0.02107 C 0.17162 -0.02176 0.17109 -0.0213 0.17318 -0.02199 C 0.17578 -0.02315 0.17227 -0.02199 0.17552 -0.02338 C 0.17591 -0.02385 0.17656 -0.02385 0.17708 -0.02385 C 0.1776 -0.02431 0.178 -0.02454 0.17865 -0.02477 C 0.1793 -0.025 0.17995 -0.02523 0.18073 -0.02547 C 0.18151 -0.02593 0.18242 -0.02593 0.18333 -0.02639 C 0.18607 -0.02847 0.1832 -0.02662 0.18568 -0.02778 C 0.18646 -0.02824 0.18711 -0.02917 0.18802 -0.02917 L 0.19063 -0.02986 C 0.19284 -0.03102 0.19089 -0.03033 0.19531 -0.03079 C 0.19609 -0.03102 0.19688 -0.03125 0.19766 -0.03125 C 0.19792 -0.03148 0.19805 -0.03172 0.19844 -0.03172 C 0.19961 -0.03218 0.20208 -0.03264 0.20208 -0.03241 C 0.20417 -0.03472 0.20195 -0.03287 0.20521 -0.03403 C 0.20573 -0.03426 0.20612 -0.03472 0.20677 -0.03496 C 0.20716 -0.03519 0.20755 -0.03542 0.20807 -0.03542 C 0.21172 -0.03866 0.20768 -0.03519 0.21094 -0.03797 C 0.21211 -0.03935 0.21185 -0.03866 0.21302 -0.04028 C 0.21419 -0.04236 0.2138 -0.04167 0.21458 -0.04352 C 0.2151 -0.04491 0.21537 -0.04584 0.21589 -0.04699 C 0.21615 -0.04815 0.21654 -0.04931 0.21693 -0.05023 C 0.21693 -0.05093 0.21706 -0.05209 0.21719 -0.05278 C 0.21758 -0.05718 0.21719 -0.05255 0.21771 -0.05602 C 0.21771 -0.05695 0.21784 -0.05764 0.21797 -0.05834 C 0.2181 -0.05926 0.21823 -0.05996 0.21849 -0.06088 C 0.21849 -0.06135 0.21862 -0.06204 0.21875 -0.06227 C 0.21888 -0.06297 0.21901 -0.06366 0.21927 -0.06389 C 0.21966 -0.06551 0.22018 -0.0669 0.22083 -0.06806 C 0.22096 -0.06875 0.22135 -0.06898 0.22162 -0.06945 C 0.22214 -0.07292 0.22135 -0.06898 0.22266 -0.07222 C 0.22279 -0.07269 0.22279 -0.07338 0.22292 -0.07361 C 0.22305 -0.07431 0.22318 -0.07454 0.22344 -0.075 C 0.22357 -0.07593 0.2237 -0.07685 0.22396 -0.07732 C 0.22409 -0.07824 0.22448 -0.07894 0.22474 -0.07963 C 0.22487 -0.08056 0.225 -0.08148 0.22526 -0.08241 C 0.22539 -0.08403 0.22578 -0.08704 0.22578 -0.08681 C 0.22578 -0.08889 0.22578 -0.09028 0.22604 -0.09213 C 0.22617 -0.09375 0.22656 -0.09491 0.22682 -0.0963 L 0.22708 -0.09769 C 0.22708 -0.09815 0.22721 -0.09885 0.22734 -0.09908 C 0.22774 -0.10116 0.22826 -0.10324 0.22865 -0.10486 C 0.22865 -0.10579 0.22865 -0.10718 0.22891 -0.10787 C 0.22917 -0.10996 0.22956 -0.11158 0.22995 -0.11343 C 0.23008 -0.11482 0.23021 -0.11528 0.23047 -0.11644 C 0.23047 -0.11736 0.2306 -0.11852 0.23073 -0.11922 C 0.23073 -0.12014 0.23086 -0.12084 0.23099 -0.12153 C 0.23099 -0.12292 0.23099 -0.12408 0.23125 -0.125 C 0.23125 -0.1257 0.23151 -0.12639 0.23177 -0.12685 C 0.23177 -0.12732 0.2319 -0.12801 0.23203 -0.12824 C 0.23216 -0.12917 0.23229 -0.12963 0.23255 -0.13033 C 0.23255 -0.13102 0.23268 -0.13172 0.23281 -0.13218 C 0.23346 -0.13565 0.23307 -0.13287 0.23385 -0.13542 C 0.23385 -0.13588 0.23385 -0.13658 0.23412 -0.13681 C 0.23438 -0.1382 0.23477 -0.13889 0.23516 -0.13982 L 0.23568 -0.14167 C 0.23568 -0.14236 0.23568 -0.14306 0.23594 -0.14375 C 0.2362 -0.14514 0.23659 -0.1463 0.23698 -0.14746 C 0.23711 -0.14815 0.23737 -0.14885 0.2375 -0.14931 C 0.23802 -0.15232 0.23737 -0.14931 0.23828 -0.15255 C 0.23841 -0.15371 0.23854 -0.1544 0.2388 -0.1551 C 0.23893 -0.15556 0.23906 -0.15625 0.23932 -0.15672 C 0.23932 -0.15718 0.23932 -0.15787 0.23958 -0.1581 C 0.23971 -0.1588 0.2401 -0.15903 0.24037 -0.15949 C 0.24154 -0.16227 0.2405 -0.16065 0.24193 -0.16227 C 0.2431 -0.16574 0.24154 -0.16158 0.24323 -0.16505 C 0.24388 -0.16667 0.24336 -0.16644 0.24401 -0.16644 L 0.24531 -0.16852 E">
                                      <p:cBhvr>
                                        <p:cTn id="119" dur="2000" fill="hold"/>
                                        <p:tgtEl>
                                          <p:spTgt spid="184"/>
                                        </p:tgtEl>
                                        <p:attrNameLst>
                                          <p:attrName>ppt_x</p:attrName>
                                          <p:attrName>ppt_y</p:attrName>
                                        </p:attrNameLst>
                                      </p:cBhvr>
                                    </p:animMotion>
                                  </p:childTnLst>
                                </p:cTn>
                              </p:par>
                            </p:childTnLst>
                          </p:cTn>
                        </p:par>
                      </p:childTnLst>
                    </p:cTn>
                  </p:par>
                  <p:par>
                    <p:cTn id="120" fill="hold">
                      <p:stCondLst>
                        <p:cond delay="indefinite"/>
                      </p:stCondLst>
                      <p:childTnLst>
                        <p:par>
                          <p:cTn id="121" fill="hold">
                            <p:stCondLst>
                              <p:cond delay="0"/>
                            </p:stCondLst>
                            <p:childTnLst>
                              <p:par>
                                <p:cTn id="122" nodeType="clickEffect" fill="hold" presetClass="emph" presetID="6">
                                  <p:stCondLst>
                                    <p:cond delay="0"/>
                                  </p:stCondLst>
                                  <p:childTnLst>
                                    <p:animScale>
                                      <p:cBhvr>
                                        <p:cTn id="123" dur="500" fill="hold"/>
                                        <p:tgtEl>
                                          <p:spTgt spid="183"/>
                                        </p:tgtEl>
                                      </p:cBhvr>
                                      <p:by x="200000" y="200000"/>
                                    </p:animScale>
                                  </p:childTnLst>
                                </p:cTn>
                              </p:par>
                              <p:par>
                                <p:cTn id="124" nodeType="withEffect" fill="hold" presetClass="exit" presetID="10">
                                  <p:stCondLst>
                                    <p:cond delay="0"/>
                                  </p:stCondLst>
                                  <p:childTnLst>
                                    <p:animEffect filter="fade" transition="out">
                                      <p:cBhvr additive="repl">
                                        <p:cTn id="125" dur="500"/>
                                        <p:tgtEl>
                                          <p:spTgt spid="182"/>
                                        </p:tgtEl>
                                      </p:cBhvr>
                                    </p:animEffect>
                                    <p:set>
                                      <p:cBhvr>
                                        <p:cTn id="126" dur="1" fill="hold">
                                          <p:stCondLst>
                                            <p:cond delay="499"/>
                                          </p:stCondLst>
                                        </p:cTn>
                                        <p:tgtEl>
                                          <p:spTgt spid="182"/>
                                        </p:tgtEl>
                                        <p:attrNameLst>
                                          <p:attrName>style.visibility</p:attrName>
                                        </p:attrNameLst>
                                      </p:cBhvr>
                                      <p:to>
                                        <p:strVal val="hidden"/>
                                      </p:to>
                                    </p:set>
                                  </p:childTnLst>
                                </p:cTn>
                              </p:par>
                              <p:par>
                                <p:cTn id="127" nodeType="withEffect" fill="hold" presetClass="exit" presetID="10">
                                  <p:stCondLst>
                                    <p:cond delay="0"/>
                                  </p:stCondLst>
                                  <p:childTnLst>
                                    <p:animEffect filter="fade" transition="out">
                                      <p:cBhvr additive="repl">
                                        <p:cTn id="128" dur="500"/>
                                        <p:tgtEl>
                                          <p:spTgt spid="184"/>
                                        </p:tgtEl>
                                      </p:cBhvr>
                                    </p:animEffect>
                                    <p:set>
                                      <p:cBhvr>
                                        <p:cTn id="129" dur="1" fill="hold">
                                          <p:stCondLst>
                                            <p:cond delay="499"/>
                                          </p:stCondLst>
                                        </p:cTn>
                                        <p:tgtEl>
                                          <p:spTgt spid="184"/>
                                        </p:tgtEl>
                                        <p:attrNameLst>
                                          <p:attrName>style.visibility</p:attrName>
                                        </p:attrNameLst>
                                      </p:cBhvr>
                                      <p:to>
                                        <p:strVal val="hidden"/>
                                      </p:to>
                                    </p:set>
                                  </p:childTnLst>
                                </p:cTn>
                              </p:par>
                            </p:childTnLst>
                          </p:cTn>
                        </p:par>
                        <p:par>
                          <p:cTn id="130" fill="hold">
                            <p:stCondLst>
                              <p:cond delay="500"/>
                            </p:stCondLst>
                            <p:childTnLst>
                              <p:par>
                                <p:cTn id="131" nodeType="afterEffect" fill="hold" presetClass="emph" presetID="6">
                                  <p:stCondLst>
                                    <p:cond delay="0"/>
                                  </p:stCondLst>
                                  <p:childTnLst>
                                    <p:animScale>
                                      <p:cBhvr>
                                        <p:cTn id="132" dur="500" fill="hold"/>
                                        <p:tgtEl>
                                          <p:spTgt spid="183"/>
                                        </p:tgtEl>
                                      </p:cBhvr>
                                      <p:by x="50000" y="50000"/>
                                    </p:animScale>
                                  </p:childTnLst>
                                </p:cTn>
                              </p:par>
                            </p:childTnLst>
                          </p:cTn>
                        </p:par>
                      </p:childTnLst>
                    </p:cTn>
                  </p:par>
                  <p:par>
                    <p:cTn id="133" fill="hold">
                      <p:stCondLst>
                        <p:cond delay="indefinite"/>
                      </p:stCondLst>
                      <p:childTnLst>
                        <p:par>
                          <p:cTn id="134" fill="hold">
                            <p:stCondLst>
                              <p:cond delay="0"/>
                            </p:stCondLst>
                            <p:childTnLst>
                              <p:par>
                                <p:cTn id="135" nodeType="clickEffect" fill="hold" presetClass="path">
                                  <p:stCondLst>
                                    <p:cond delay="0"/>
                                  </p:stCondLst>
                                  <p:childTnLst>
                                    <p:animMotion origin="layout" path="M 0.2901 0.02407 C 0.29349 0.02454 0.29284 0.02454 0.29766 0.02407 C 0.29857 0.02384 0.29935 0.02361 0.30026 0.02338 C 0.30052 0.02315 0.30091 0.02292 0.30117 0.02268 C 0.30117 0.02268 0.3026 0.0213 0.30286 0.0213 C 0.30521 0.02106 0.30755 0.02106 0.30976 0.02083 C 0.31484 0.02014 0.30898 0.02106 0.31953 0.02014 C 0.32187 0.02014 0.32539 0.01991 0.32812 0.01921 C 0.3306 0.01852 0.32786 0.01898 0.33086 0.01852 L 0.33489 0.01782 L 0.33724 0.01759 C 0.34297 0.01759 0.34883 0.01759 0.35443 0.01782 C 0.35495 0.01782 0.35573 0.01921 0.35599 0.01944 C 0.3569 0.02037 0.35716 0.02083 0.35807 0.0213 C 0.35872 0.02176 0.3595 0.02245 0.36042 0.02268 L 0.36641 0.02361 C 0.36706 0.02384 0.36758 0.02384 0.36823 0.02407 L 0.37266 0.02477 L 0.375 0.025 C 0.37604 0.02546 0.37721 0.02593 0.37838 0.02616 C 0.38151 0.02662 0.3862 0.02685 0.38945 0.02708 C 0.39831 0.02847 0.39167 0.02755 0.41146 0.02708 L 0.42135 0.02685 C 0.42279 0.02639 0.42487 0.02593 0.42617 0.02569 C 0.43463 0.025 0.42904 0.02546 0.44323 0.025 C 0.45013 0.02361 0.44661 0.02407 0.45833 0.02477 C 0.45911 0.02477 0.46016 0.02569 0.46068 0.02569 C 0.46133 0.02593 0.46198 0.02593 0.46276 0.02616 C 0.46289 0.02616 0.46302 0.02639 0.46328 0.02639 C 0.46497 0.02708 0.46419 0.02662 0.46562 0.02708 C 0.46614 0.02731 0.46654 0.02755 0.46693 0.02778 C 0.46758 0.02801 0.46927 0.0287 0.46953 0.02893 C 0.47005 0.02893 0.4707 0.02917 0.47135 0.02917 C 0.47292 0.03032 0.47161 0.02963 0.47344 0.03032 C 0.47409 0.03056 0.47461 0.03079 0.47526 0.03102 C 0.47552 0.03102 0.47565 0.03125 0.47604 0.03125 C 0.47669 0.03148 0.4776 0.03148 0.47838 0.03171 C 0.47891 0.03194 0.4793 0.03218 0.47995 0.03241 C 0.48164 0.03287 0.48346 0.0331 0.48516 0.03333 C 0.48724 0.03403 0.48529 0.03356 0.48906 0.03403 C 0.48971 0.03403 0.49023 0.03426 0.49088 0.03449 C 0.49154 0.03449 0.49245 0.03472 0.49323 0.03472 L 0.49427 0.03518 L 0.49557 0.03518 E">
                                      <p:cBhvr>
                                        <p:cTn id="136" dur="2000" fill="hold"/>
                                        <p:tgtEl>
                                          <p:spTgt spid="183"/>
                                        </p:tgtEl>
                                        <p:attrNameLst>
                                          <p:attrName>ppt_x</p:attrName>
                                          <p:attrName>ppt_y</p:attrName>
                                        </p:attrNameLst>
                                      </p:cBhvr>
                                    </p:animMotion>
                                  </p:childTnLst>
                                </p:cTn>
                              </p:par>
                            </p:childTnLst>
                          </p:cTn>
                        </p:par>
                        <p:par>
                          <p:cTn id="137" fill="hold">
                            <p:stCondLst>
                              <p:cond delay="2000"/>
                            </p:stCondLst>
                            <p:childTnLst>
                              <p:par>
                                <p:cTn id="138" nodeType="afterEffect" fill="hold" presetClass="exit" presetID="2" presetSubtype="2">
                                  <p:stCondLst>
                                    <p:cond delay="0"/>
                                  </p:stCondLst>
                                  <p:childTnLst>
                                    <p:anim calcmode="lin" valueType="num">
                                      <p:cBhvr additive="repl">
                                        <p:cTn id="139" dur="500"/>
                                        <p:tgtEl>
                                          <p:spTgt spid="183"/>
                                        </p:tgtEl>
                                        <p:attrNameLst>
                                          <p:attrName>ppt_x</p:attrName>
                                        </p:attrNameLst>
                                      </p:cBhvr>
                                      <p:tavLst>
                                        <p:tav tm="0">
                                          <p:val>
                                            <p:strVal val="#ppt_x"/>
                                          </p:val>
                                        </p:tav>
                                        <p:tav tm="100000">
                                          <p:val>
                                            <p:strVal val="1+#ppt_w/2"/>
                                          </p:val>
                                        </p:tav>
                                      </p:tavLst>
                                    </p:anim>
                                    <p:anim calcmode="lin" valueType="num">
                                      <p:cBhvr additive="repl">
                                        <p:cTn id="140" dur="500"/>
                                        <p:tgtEl>
                                          <p:spTgt spid="183"/>
                                        </p:tgtEl>
                                        <p:attrNameLst>
                                          <p:attrName>ppt_y</p:attrName>
                                        </p:attrNameLst>
                                      </p:cBhvr>
                                      <p:tavLst>
                                        <p:tav tm="0">
                                          <p:val>
                                            <p:strVal val="#ppt_y"/>
                                          </p:val>
                                        </p:tav>
                                        <p:tav tm="100000">
                                          <p:val>
                                            <p:strVal val="#ppt_y"/>
                                          </p:val>
                                        </p:tav>
                                      </p:tavLst>
                                    </p:anim>
                                    <p:set>
                                      <p:cBhvr>
                                        <p:cTn id="141" dur="1" fill="hold">
                                          <p:stCondLst>
                                            <p:cond delay="499"/>
                                          </p:stCondLst>
                                        </p:cTn>
                                        <p:tgtEl>
                                          <p:spTgt spid="18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Simulation of a neuron</a:t>
            </a:r>
            <a:endParaRPr b="0" lang="en-US" sz="4400" spc="-1" strike="noStrike">
              <a:solidFill>
                <a:schemeClr val="dk1"/>
              </a:solidFill>
              <a:latin typeface="Calibri"/>
            </a:endParaRPr>
          </a:p>
        </p:txBody>
      </p:sp>
      <p:pic>
        <p:nvPicPr>
          <p:cNvPr id="190" name="Picture 3" descr=""/>
          <p:cNvPicPr/>
          <p:nvPr/>
        </p:nvPicPr>
        <p:blipFill>
          <a:blip r:embed="rId1"/>
          <a:stretch/>
        </p:blipFill>
        <p:spPr>
          <a:xfrm>
            <a:off x="1147320" y="1933920"/>
            <a:ext cx="4794480" cy="3967200"/>
          </a:xfrm>
          <a:prstGeom prst="rect">
            <a:avLst/>
          </a:prstGeom>
          <a:ln w="0">
            <a:noFill/>
          </a:ln>
        </p:spPr>
      </p:pic>
      <p:pic>
        <p:nvPicPr>
          <p:cNvPr id="191" name="Picture 7" descr=""/>
          <p:cNvPicPr/>
          <p:nvPr/>
        </p:nvPicPr>
        <p:blipFill>
          <a:blip r:embed="rId2"/>
          <a:stretch/>
        </p:blipFill>
        <p:spPr>
          <a:xfrm>
            <a:off x="8116200" y="1933920"/>
            <a:ext cx="2928240" cy="3967200"/>
          </a:xfrm>
          <a:prstGeom prst="rect">
            <a:avLst/>
          </a:prstGeom>
          <a:ln w="0">
            <a:noFill/>
          </a:ln>
        </p:spPr>
      </p:pic>
      <p:sp>
        <p:nvSpPr>
          <p:cNvPr id="192" name="TextBox 8"/>
          <p:cNvSpPr/>
          <p:nvPr/>
        </p:nvSpPr>
        <p:spPr>
          <a:xfrm>
            <a:off x="2414160" y="5901480"/>
            <a:ext cx="17874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i="1" lang="en-US" sz="1800" spc="-1" strike="noStrike">
                <a:solidFill>
                  <a:schemeClr val="dk1"/>
                </a:solidFill>
                <a:latin typeface="Calibri"/>
              </a:rPr>
              <a:t>Biological neuron</a:t>
            </a:r>
            <a:endParaRPr b="0" lang="en-US" sz="1800" spc="-1" strike="noStrike">
              <a:solidFill>
                <a:srgbClr val="000000"/>
              </a:solidFill>
              <a:latin typeface="Arial"/>
            </a:endParaRPr>
          </a:p>
        </p:txBody>
      </p:sp>
      <p:sp>
        <p:nvSpPr>
          <p:cNvPr id="193" name="TextBox 9"/>
          <p:cNvSpPr/>
          <p:nvPr/>
        </p:nvSpPr>
        <p:spPr>
          <a:xfrm>
            <a:off x="8549640" y="5960160"/>
            <a:ext cx="180432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i="1" lang="en-US" sz="1800" spc="-1" strike="noStrike">
                <a:solidFill>
                  <a:schemeClr val="dk1"/>
                </a:solidFill>
                <a:latin typeface="Calibri"/>
              </a:rPr>
              <a:t>Computer neuron</a:t>
            </a:r>
            <a:endParaRPr b="0" lang="en-US" sz="1800" spc="-1" strike="noStrike">
              <a:solidFill>
                <a:srgbClr val="000000"/>
              </a:solidFill>
              <a:latin typeface="Arial"/>
            </a:endParaRPr>
          </a:p>
        </p:txBody>
      </p:sp>
      <p:cxnSp>
        <p:nvCxnSpPr>
          <p:cNvPr id="194" name="Straight Arrow Connector 11"/>
          <p:cNvCxnSpPr/>
          <p:nvPr/>
        </p:nvCxnSpPr>
        <p:spPr>
          <a:xfrm flipV="1">
            <a:off x="2636280" y="3569040"/>
            <a:ext cx="908640" cy="816480"/>
          </a:xfrm>
          <a:prstGeom prst="straightConnector1">
            <a:avLst/>
          </a:prstGeom>
          <a:ln w="28575">
            <a:solidFill>
              <a:srgbClr val="4472c4"/>
            </a:solidFill>
            <a:tailEnd len="med" type="triangle" w="med"/>
          </a:ln>
        </p:spPr>
      </p:cxnSp>
      <p:cxnSp>
        <p:nvCxnSpPr>
          <p:cNvPr id="195" name="Straight Arrow Connector 13"/>
          <p:cNvCxnSpPr/>
          <p:nvPr/>
        </p:nvCxnSpPr>
        <p:spPr>
          <a:xfrm flipV="1">
            <a:off x="2684880" y="3667320"/>
            <a:ext cx="1031760" cy="755640"/>
          </a:xfrm>
          <a:prstGeom prst="straightConnector1">
            <a:avLst/>
          </a:prstGeom>
          <a:ln w="28575">
            <a:solidFill>
              <a:srgbClr val="4472c4"/>
            </a:solidFill>
            <a:tailEnd len="med" type="triangle" w="med"/>
          </a:ln>
        </p:spPr>
      </p:cxnSp>
      <p:cxnSp>
        <p:nvCxnSpPr>
          <p:cNvPr id="196" name="Straight Arrow Connector 18"/>
          <p:cNvCxnSpPr/>
          <p:nvPr/>
        </p:nvCxnSpPr>
        <p:spPr>
          <a:xfrm flipV="1">
            <a:off x="2752920" y="3861720"/>
            <a:ext cx="914760" cy="622080"/>
          </a:xfrm>
          <a:prstGeom prst="straightConnector1">
            <a:avLst/>
          </a:prstGeom>
          <a:ln w="28575">
            <a:solidFill>
              <a:srgbClr val="4472c4"/>
            </a:solidFill>
            <a:tailEnd len="med" type="triangle" w="med"/>
          </a:ln>
        </p:spPr>
      </p:cxnSp>
      <p:cxnSp>
        <p:nvCxnSpPr>
          <p:cNvPr id="197" name="Straight Arrow Connector 20"/>
          <p:cNvCxnSpPr/>
          <p:nvPr/>
        </p:nvCxnSpPr>
        <p:spPr>
          <a:xfrm flipV="1">
            <a:off x="2566080" y="3355200"/>
            <a:ext cx="811440" cy="1030320"/>
          </a:xfrm>
          <a:prstGeom prst="straightConnector1">
            <a:avLst/>
          </a:prstGeom>
          <a:ln w="28575">
            <a:solidFill>
              <a:srgbClr val="4472c4"/>
            </a:solidFill>
            <a:tailEnd len="med" type="triangle" w="med"/>
          </a:ln>
        </p:spPr>
      </p:cxnSp>
      <p:cxnSp>
        <p:nvCxnSpPr>
          <p:cNvPr id="198" name="Straight Arrow Connector 25"/>
          <p:cNvCxnSpPr/>
          <p:nvPr/>
        </p:nvCxnSpPr>
        <p:spPr>
          <a:xfrm flipV="1">
            <a:off x="2487240" y="3667320"/>
            <a:ext cx="531360" cy="718200"/>
          </a:xfrm>
          <a:prstGeom prst="straightConnector1">
            <a:avLst/>
          </a:prstGeom>
          <a:ln w="28575">
            <a:solidFill>
              <a:srgbClr val="4472c4"/>
            </a:solidFill>
            <a:tailEnd len="med" type="triangle" w="med"/>
          </a:ln>
        </p:spPr>
      </p:cxnSp>
      <p:sp>
        <p:nvSpPr>
          <p:cNvPr id="199" name="TextBox 30"/>
          <p:cNvSpPr/>
          <p:nvPr/>
        </p:nvSpPr>
        <p:spPr>
          <a:xfrm>
            <a:off x="1697400" y="4357440"/>
            <a:ext cx="10314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pc="-1" strike="noStrike">
                <a:solidFill>
                  <a:schemeClr val="accent1"/>
                </a:solidFill>
                <a:latin typeface="Calibri"/>
              </a:rPr>
              <a:t>synapses</a:t>
            </a:r>
            <a:endParaRPr b="0" lang="en-US" sz="1800" spc="-1" strike="noStrike">
              <a:solidFill>
                <a:srgbClr val="000000"/>
              </a:solidFill>
              <a:latin typeface="Arial"/>
            </a:endParaRPr>
          </a:p>
        </p:txBody>
      </p:sp>
      <p:cxnSp>
        <p:nvCxnSpPr>
          <p:cNvPr id="200" name="Straight Arrow Connector 31"/>
          <p:cNvCxnSpPr/>
          <p:nvPr/>
        </p:nvCxnSpPr>
        <p:spPr>
          <a:xfrm flipV="1">
            <a:off x="8517960" y="2895480"/>
            <a:ext cx="921240" cy="924480"/>
          </a:xfrm>
          <a:prstGeom prst="straightConnector1">
            <a:avLst/>
          </a:prstGeom>
          <a:ln w="28575">
            <a:solidFill>
              <a:srgbClr val="4472c4"/>
            </a:solidFill>
            <a:tailEnd len="med" type="triangle" w="med"/>
          </a:ln>
        </p:spPr>
      </p:cxnSp>
      <p:cxnSp>
        <p:nvCxnSpPr>
          <p:cNvPr id="201" name="Straight Arrow Connector 32"/>
          <p:cNvCxnSpPr/>
          <p:nvPr/>
        </p:nvCxnSpPr>
        <p:spPr>
          <a:xfrm flipV="1">
            <a:off x="8598240" y="2962080"/>
            <a:ext cx="1174680" cy="900000"/>
          </a:xfrm>
          <a:prstGeom prst="straightConnector1">
            <a:avLst/>
          </a:prstGeom>
          <a:ln w="28575">
            <a:solidFill>
              <a:srgbClr val="4472c4"/>
            </a:solidFill>
            <a:tailEnd len="med" type="triangle" w="med"/>
          </a:ln>
        </p:spPr>
      </p:cxnSp>
      <p:cxnSp>
        <p:nvCxnSpPr>
          <p:cNvPr id="202" name="Straight Arrow Connector 33"/>
          <p:cNvCxnSpPr/>
          <p:nvPr/>
        </p:nvCxnSpPr>
        <p:spPr>
          <a:xfrm flipV="1">
            <a:off x="8655840" y="3279600"/>
            <a:ext cx="1532880" cy="638640"/>
          </a:xfrm>
          <a:prstGeom prst="straightConnector1">
            <a:avLst/>
          </a:prstGeom>
          <a:ln w="28575">
            <a:solidFill>
              <a:srgbClr val="4472c4"/>
            </a:solidFill>
            <a:tailEnd len="med" type="triangle" w="med"/>
          </a:ln>
        </p:spPr>
      </p:cxnSp>
      <p:cxnSp>
        <p:nvCxnSpPr>
          <p:cNvPr id="203" name="Straight Arrow Connector 34"/>
          <p:cNvCxnSpPr/>
          <p:nvPr/>
        </p:nvCxnSpPr>
        <p:spPr>
          <a:xfrm flipV="1">
            <a:off x="8469000" y="3006720"/>
            <a:ext cx="659160" cy="813240"/>
          </a:xfrm>
          <a:prstGeom prst="straightConnector1">
            <a:avLst/>
          </a:prstGeom>
          <a:ln w="28575">
            <a:solidFill>
              <a:srgbClr val="4472c4"/>
            </a:solidFill>
            <a:tailEnd len="med" type="triangle" w="med"/>
          </a:ln>
        </p:spPr>
      </p:cxnSp>
      <p:cxnSp>
        <p:nvCxnSpPr>
          <p:cNvPr id="204" name="Straight Arrow Connector 35"/>
          <p:cNvCxnSpPr/>
          <p:nvPr/>
        </p:nvCxnSpPr>
        <p:spPr>
          <a:xfrm flipV="1">
            <a:off x="8390160" y="3171600"/>
            <a:ext cx="357120" cy="648360"/>
          </a:xfrm>
          <a:prstGeom prst="straightConnector1">
            <a:avLst/>
          </a:prstGeom>
          <a:ln w="28575">
            <a:solidFill>
              <a:srgbClr val="4472c4"/>
            </a:solidFill>
            <a:tailEnd len="med" type="triangle" w="med"/>
          </a:ln>
        </p:spPr>
      </p:cxnSp>
      <p:sp>
        <p:nvSpPr>
          <p:cNvPr id="205" name="TextBox 36"/>
          <p:cNvSpPr/>
          <p:nvPr/>
        </p:nvSpPr>
        <p:spPr>
          <a:xfrm>
            <a:off x="7662240" y="3800160"/>
            <a:ext cx="130032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800" spc="-1" strike="noStrike">
                <a:solidFill>
                  <a:schemeClr val="accent1"/>
                </a:solidFill>
                <a:latin typeface="Calibri"/>
              </a:rPr>
              <a:t>weights</a:t>
            </a:r>
            <a:endParaRPr b="0" lang="en-US" sz="1800" spc="-1" strike="noStrike">
              <a:solidFill>
                <a:srgbClr val="000000"/>
              </a:solidFill>
              <a:latin typeface="Arial"/>
            </a:endParaRPr>
          </a:p>
        </p:txBody>
      </p:sp>
      <p:cxnSp>
        <p:nvCxnSpPr>
          <p:cNvPr id="206" name="Straight Arrow Connector 19"/>
          <p:cNvCxnSpPr/>
          <p:nvPr/>
        </p:nvCxnSpPr>
        <p:spPr>
          <a:xfrm flipH="1" flipV="1">
            <a:off x="3373920" y="3773520"/>
            <a:ext cx="657360" cy="396360"/>
          </a:xfrm>
          <a:prstGeom prst="straightConnector1">
            <a:avLst/>
          </a:prstGeom>
          <a:ln w="28575">
            <a:solidFill>
              <a:srgbClr val="00b050"/>
            </a:solidFill>
            <a:tailEnd len="med" type="triangle" w="med"/>
          </a:ln>
        </p:spPr>
      </p:cxnSp>
      <p:sp>
        <p:nvSpPr>
          <p:cNvPr id="207" name="TextBox 21"/>
          <p:cNvSpPr/>
          <p:nvPr/>
        </p:nvSpPr>
        <p:spPr>
          <a:xfrm>
            <a:off x="4033800" y="4043520"/>
            <a:ext cx="50256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pc="-1" strike="noStrike">
                <a:solidFill>
                  <a:srgbClr val="00b050"/>
                </a:solidFill>
                <a:latin typeface="Calibri"/>
              </a:rPr>
              <a:t>cell</a:t>
            </a:r>
            <a:endParaRPr b="0" lang="en-US" sz="1800" spc="-1" strike="noStrike">
              <a:solidFill>
                <a:srgbClr val="000000"/>
              </a:solidFill>
              <a:latin typeface="Arial"/>
            </a:endParaRPr>
          </a:p>
        </p:txBody>
      </p:sp>
      <p:cxnSp>
        <p:nvCxnSpPr>
          <p:cNvPr id="208" name="Straight Arrow Connector 22"/>
          <p:cNvCxnSpPr/>
          <p:nvPr/>
        </p:nvCxnSpPr>
        <p:spPr>
          <a:xfrm flipV="1">
            <a:off x="8378640" y="4240440"/>
            <a:ext cx="776880" cy="471600"/>
          </a:xfrm>
          <a:prstGeom prst="straightConnector1">
            <a:avLst/>
          </a:prstGeom>
          <a:ln w="28575">
            <a:solidFill>
              <a:srgbClr val="00b050"/>
            </a:solidFill>
            <a:tailEnd len="med" type="triangle" w="med"/>
          </a:ln>
        </p:spPr>
      </p:cxnSp>
      <p:sp>
        <p:nvSpPr>
          <p:cNvPr id="209" name="TextBox 23"/>
          <p:cNvSpPr/>
          <p:nvPr/>
        </p:nvSpPr>
        <p:spPr>
          <a:xfrm>
            <a:off x="7086600" y="4447080"/>
            <a:ext cx="146844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800" spc="-1" strike="noStrike">
                <a:solidFill>
                  <a:srgbClr val="00b050"/>
                </a:solidFill>
                <a:latin typeface="Calibri"/>
              </a:rPr>
              <a:t>aggregation function</a:t>
            </a:r>
            <a:endParaRPr b="0" lang="en-US" sz="1800" spc="-1" strike="noStrike">
              <a:solidFill>
                <a:srgbClr val="000000"/>
              </a:solidFill>
              <a:latin typeface="Arial"/>
            </a:endParaRPr>
          </a:p>
        </p:txBody>
      </p:sp>
      <p:cxnSp>
        <p:nvCxnSpPr>
          <p:cNvPr id="210" name="Straight Arrow Connector 24"/>
          <p:cNvCxnSpPr/>
          <p:nvPr/>
        </p:nvCxnSpPr>
        <p:spPr>
          <a:xfrm flipH="1" flipV="1">
            <a:off x="3629520" y="5136120"/>
            <a:ext cx="657360" cy="396360"/>
          </a:xfrm>
          <a:prstGeom prst="straightConnector1">
            <a:avLst/>
          </a:prstGeom>
          <a:ln w="28575">
            <a:solidFill>
              <a:srgbClr val="ff0000"/>
            </a:solidFill>
            <a:tailEnd len="med" type="triangle" w="med"/>
          </a:ln>
        </p:spPr>
      </p:cxnSp>
      <p:sp>
        <p:nvSpPr>
          <p:cNvPr id="211" name="TextBox 26"/>
          <p:cNvSpPr/>
          <p:nvPr/>
        </p:nvSpPr>
        <p:spPr>
          <a:xfrm>
            <a:off x="4258080" y="5341320"/>
            <a:ext cx="63684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800" spc="-1" strike="noStrike">
                <a:solidFill>
                  <a:srgbClr val="ff0000"/>
                </a:solidFill>
                <a:latin typeface="Calibri"/>
              </a:rPr>
              <a:t>axon</a:t>
            </a:r>
            <a:endParaRPr b="0" lang="en-US" sz="1800" spc="-1" strike="noStrike">
              <a:solidFill>
                <a:srgbClr val="000000"/>
              </a:solidFill>
              <a:latin typeface="Arial"/>
            </a:endParaRPr>
          </a:p>
        </p:txBody>
      </p:sp>
      <p:cxnSp>
        <p:nvCxnSpPr>
          <p:cNvPr id="212" name="Straight Arrow Connector 27"/>
          <p:cNvCxnSpPr/>
          <p:nvPr/>
        </p:nvCxnSpPr>
        <p:spPr>
          <a:xfrm flipV="1">
            <a:off x="8311320" y="5532120"/>
            <a:ext cx="1056960" cy="163440"/>
          </a:xfrm>
          <a:prstGeom prst="straightConnector1">
            <a:avLst/>
          </a:prstGeom>
          <a:ln w="28575">
            <a:solidFill>
              <a:srgbClr val="ff0000"/>
            </a:solidFill>
            <a:tailEnd len="med" type="triangle" w="med"/>
          </a:ln>
        </p:spPr>
      </p:cxnSp>
      <p:sp>
        <p:nvSpPr>
          <p:cNvPr id="213" name="TextBox 28"/>
          <p:cNvSpPr/>
          <p:nvPr/>
        </p:nvSpPr>
        <p:spPr>
          <a:xfrm>
            <a:off x="7441920" y="5512680"/>
            <a:ext cx="102276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800" spc="-1" strike="noStrike">
                <a:solidFill>
                  <a:srgbClr val="ff0000"/>
                </a:solidFill>
                <a:latin typeface="Calibri"/>
              </a:rPr>
              <a:t>outputs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42" dur="indefinite" restart="never" nodeType="tmRoot">
          <p:childTnLst>
            <p:seq>
              <p:cTn id="143" dur="indefinite" nodeType="mainSeq">
                <p:childTnLst>
                  <p:par>
                    <p:cTn id="144" fill="hold">
                      <p:stCondLst>
                        <p:cond delay="indefinite"/>
                      </p:stCondLst>
                      <p:childTnLst>
                        <p:par>
                          <p:cTn id="145" fill="hold">
                            <p:stCondLst>
                              <p:cond delay="0"/>
                            </p:stCondLst>
                            <p:childTnLst>
                              <p:par>
                                <p:cTn id="146" nodeType="clickEffect" fill="hold" presetClass="entr" presetID="10">
                                  <p:stCondLst>
                                    <p:cond delay="0"/>
                                  </p:stCondLst>
                                  <p:childTnLst>
                                    <p:set>
                                      <p:cBhvr>
                                        <p:cTn id="147" dur="1" fill="hold">
                                          <p:stCondLst>
                                            <p:cond delay="0"/>
                                          </p:stCondLst>
                                        </p:cTn>
                                        <p:tgtEl>
                                          <p:spTgt spid="194"/>
                                        </p:tgtEl>
                                        <p:attrNameLst>
                                          <p:attrName>style.visibility</p:attrName>
                                        </p:attrNameLst>
                                      </p:cBhvr>
                                      <p:to>
                                        <p:strVal val="visible"/>
                                      </p:to>
                                    </p:set>
                                    <p:animEffect filter="fade" transition="in">
                                      <p:cBhvr additive="repl">
                                        <p:cTn id="148" dur="500"/>
                                        <p:tgtEl>
                                          <p:spTgt spid="194"/>
                                        </p:tgtEl>
                                      </p:cBhvr>
                                    </p:animEffect>
                                  </p:childTnLst>
                                </p:cTn>
                              </p:par>
                              <p:par>
                                <p:cTn id="149" nodeType="withEffect" fill="hold" presetClass="entr" presetID="10">
                                  <p:stCondLst>
                                    <p:cond delay="0"/>
                                  </p:stCondLst>
                                  <p:childTnLst>
                                    <p:set>
                                      <p:cBhvr>
                                        <p:cTn id="150" dur="1" fill="hold">
                                          <p:stCondLst>
                                            <p:cond delay="0"/>
                                          </p:stCondLst>
                                        </p:cTn>
                                        <p:tgtEl>
                                          <p:spTgt spid="195"/>
                                        </p:tgtEl>
                                        <p:attrNameLst>
                                          <p:attrName>style.visibility</p:attrName>
                                        </p:attrNameLst>
                                      </p:cBhvr>
                                      <p:to>
                                        <p:strVal val="visible"/>
                                      </p:to>
                                    </p:set>
                                    <p:animEffect filter="fade" transition="in">
                                      <p:cBhvr additive="repl">
                                        <p:cTn id="151" dur="500"/>
                                        <p:tgtEl>
                                          <p:spTgt spid="195"/>
                                        </p:tgtEl>
                                      </p:cBhvr>
                                    </p:animEffect>
                                  </p:childTnLst>
                                </p:cTn>
                              </p:par>
                              <p:par>
                                <p:cTn id="152" nodeType="withEffect" fill="hold" presetClass="entr" presetID="10">
                                  <p:stCondLst>
                                    <p:cond delay="0"/>
                                  </p:stCondLst>
                                  <p:childTnLst>
                                    <p:set>
                                      <p:cBhvr>
                                        <p:cTn id="153" dur="1" fill="hold">
                                          <p:stCondLst>
                                            <p:cond delay="0"/>
                                          </p:stCondLst>
                                        </p:cTn>
                                        <p:tgtEl>
                                          <p:spTgt spid="196"/>
                                        </p:tgtEl>
                                        <p:attrNameLst>
                                          <p:attrName>style.visibility</p:attrName>
                                        </p:attrNameLst>
                                      </p:cBhvr>
                                      <p:to>
                                        <p:strVal val="visible"/>
                                      </p:to>
                                    </p:set>
                                    <p:animEffect filter="fade" transition="in">
                                      <p:cBhvr additive="repl">
                                        <p:cTn id="154" dur="500"/>
                                        <p:tgtEl>
                                          <p:spTgt spid="196"/>
                                        </p:tgtEl>
                                      </p:cBhvr>
                                    </p:animEffect>
                                  </p:childTnLst>
                                </p:cTn>
                              </p:par>
                              <p:par>
                                <p:cTn id="155" nodeType="withEffect" fill="hold" presetClass="entr" presetID="10">
                                  <p:stCondLst>
                                    <p:cond delay="0"/>
                                  </p:stCondLst>
                                  <p:childTnLst>
                                    <p:set>
                                      <p:cBhvr>
                                        <p:cTn id="156" dur="1" fill="hold">
                                          <p:stCondLst>
                                            <p:cond delay="0"/>
                                          </p:stCondLst>
                                        </p:cTn>
                                        <p:tgtEl>
                                          <p:spTgt spid="197"/>
                                        </p:tgtEl>
                                        <p:attrNameLst>
                                          <p:attrName>style.visibility</p:attrName>
                                        </p:attrNameLst>
                                      </p:cBhvr>
                                      <p:to>
                                        <p:strVal val="visible"/>
                                      </p:to>
                                    </p:set>
                                    <p:animEffect filter="fade" transition="in">
                                      <p:cBhvr additive="repl">
                                        <p:cTn id="157" dur="500"/>
                                        <p:tgtEl>
                                          <p:spTgt spid="197"/>
                                        </p:tgtEl>
                                      </p:cBhvr>
                                    </p:animEffect>
                                  </p:childTnLst>
                                </p:cTn>
                              </p:par>
                              <p:par>
                                <p:cTn id="158" nodeType="withEffect" fill="hold" presetClass="entr" presetID="10">
                                  <p:stCondLst>
                                    <p:cond delay="0"/>
                                  </p:stCondLst>
                                  <p:childTnLst>
                                    <p:set>
                                      <p:cBhvr>
                                        <p:cTn id="159" dur="1" fill="hold">
                                          <p:stCondLst>
                                            <p:cond delay="0"/>
                                          </p:stCondLst>
                                        </p:cTn>
                                        <p:tgtEl>
                                          <p:spTgt spid="198"/>
                                        </p:tgtEl>
                                        <p:attrNameLst>
                                          <p:attrName>style.visibility</p:attrName>
                                        </p:attrNameLst>
                                      </p:cBhvr>
                                      <p:to>
                                        <p:strVal val="visible"/>
                                      </p:to>
                                    </p:set>
                                    <p:animEffect filter="fade" transition="in">
                                      <p:cBhvr additive="repl">
                                        <p:cTn id="160" dur="500"/>
                                        <p:tgtEl>
                                          <p:spTgt spid="198"/>
                                        </p:tgtEl>
                                      </p:cBhvr>
                                    </p:animEffect>
                                  </p:childTnLst>
                                </p:cTn>
                              </p:par>
                              <p:par>
                                <p:cTn id="161" nodeType="withEffect" fill="hold" presetClass="entr" presetID="10">
                                  <p:stCondLst>
                                    <p:cond delay="0"/>
                                  </p:stCondLst>
                                  <p:childTnLst>
                                    <p:set>
                                      <p:cBhvr>
                                        <p:cTn id="162" dur="1" fill="hold">
                                          <p:stCondLst>
                                            <p:cond delay="0"/>
                                          </p:stCondLst>
                                        </p:cTn>
                                        <p:tgtEl>
                                          <p:spTgt spid="199"/>
                                        </p:tgtEl>
                                        <p:attrNameLst>
                                          <p:attrName>style.visibility</p:attrName>
                                        </p:attrNameLst>
                                      </p:cBhvr>
                                      <p:to>
                                        <p:strVal val="visible"/>
                                      </p:to>
                                    </p:set>
                                    <p:animEffect filter="fade" transition="in">
                                      <p:cBhvr additive="repl">
                                        <p:cTn id="163" dur="500"/>
                                        <p:tgtEl>
                                          <p:spTgt spid="199"/>
                                        </p:tgtEl>
                                      </p:cBhvr>
                                    </p:animEffect>
                                  </p:childTnLst>
                                </p:cTn>
                              </p:par>
                            </p:childTnLst>
                          </p:cTn>
                        </p:par>
                      </p:childTnLst>
                    </p:cTn>
                  </p:par>
                  <p:par>
                    <p:cTn id="164" fill="hold">
                      <p:stCondLst>
                        <p:cond delay="indefinite"/>
                      </p:stCondLst>
                      <p:childTnLst>
                        <p:par>
                          <p:cTn id="165" fill="hold">
                            <p:stCondLst>
                              <p:cond delay="0"/>
                            </p:stCondLst>
                            <p:childTnLst>
                              <p:par>
                                <p:cTn id="166" nodeType="clickEffect" fill="hold" presetClass="entr" presetID="10">
                                  <p:stCondLst>
                                    <p:cond delay="0"/>
                                  </p:stCondLst>
                                  <p:childTnLst>
                                    <p:set>
                                      <p:cBhvr>
                                        <p:cTn id="167" dur="1" fill="hold">
                                          <p:stCondLst>
                                            <p:cond delay="0"/>
                                          </p:stCondLst>
                                        </p:cTn>
                                        <p:tgtEl>
                                          <p:spTgt spid="200"/>
                                        </p:tgtEl>
                                        <p:attrNameLst>
                                          <p:attrName>style.visibility</p:attrName>
                                        </p:attrNameLst>
                                      </p:cBhvr>
                                      <p:to>
                                        <p:strVal val="visible"/>
                                      </p:to>
                                    </p:set>
                                    <p:animEffect filter="fade" transition="in">
                                      <p:cBhvr additive="repl">
                                        <p:cTn id="168" dur="500"/>
                                        <p:tgtEl>
                                          <p:spTgt spid="200"/>
                                        </p:tgtEl>
                                      </p:cBhvr>
                                    </p:animEffect>
                                  </p:childTnLst>
                                </p:cTn>
                              </p:par>
                              <p:par>
                                <p:cTn id="169" nodeType="withEffect" fill="hold" presetClass="entr" presetID="10">
                                  <p:stCondLst>
                                    <p:cond delay="0"/>
                                  </p:stCondLst>
                                  <p:childTnLst>
                                    <p:set>
                                      <p:cBhvr>
                                        <p:cTn id="170" dur="1" fill="hold">
                                          <p:stCondLst>
                                            <p:cond delay="0"/>
                                          </p:stCondLst>
                                        </p:cTn>
                                        <p:tgtEl>
                                          <p:spTgt spid="201"/>
                                        </p:tgtEl>
                                        <p:attrNameLst>
                                          <p:attrName>style.visibility</p:attrName>
                                        </p:attrNameLst>
                                      </p:cBhvr>
                                      <p:to>
                                        <p:strVal val="visible"/>
                                      </p:to>
                                    </p:set>
                                    <p:animEffect filter="fade" transition="in">
                                      <p:cBhvr additive="repl">
                                        <p:cTn id="171" dur="500"/>
                                        <p:tgtEl>
                                          <p:spTgt spid="201"/>
                                        </p:tgtEl>
                                      </p:cBhvr>
                                    </p:animEffect>
                                  </p:childTnLst>
                                </p:cTn>
                              </p:par>
                              <p:par>
                                <p:cTn id="172" nodeType="withEffect" fill="hold" presetClass="entr" presetID="10">
                                  <p:stCondLst>
                                    <p:cond delay="0"/>
                                  </p:stCondLst>
                                  <p:childTnLst>
                                    <p:set>
                                      <p:cBhvr>
                                        <p:cTn id="173" dur="1" fill="hold">
                                          <p:stCondLst>
                                            <p:cond delay="0"/>
                                          </p:stCondLst>
                                        </p:cTn>
                                        <p:tgtEl>
                                          <p:spTgt spid="202"/>
                                        </p:tgtEl>
                                        <p:attrNameLst>
                                          <p:attrName>style.visibility</p:attrName>
                                        </p:attrNameLst>
                                      </p:cBhvr>
                                      <p:to>
                                        <p:strVal val="visible"/>
                                      </p:to>
                                    </p:set>
                                    <p:animEffect filter="fade" transition="in">
                                      <p:cBhvr additive="repl">
                                        <p:cTn id="174" dur="500"/>
                                        <p:tgtEl>
                                          <p:spTgt spid="202"/>
                                        </p:tgtEl>
                                      </p:cBhvr>
                                    </p:animEffect>
                                  </p:childTnLst>
                                </p:cTn>
                              </p:par>
                              <p:par>
                                <p:cTn id="175" nodeType="withEffect" fill="hold" presetClass="entr" presetID="10">
                                  <p:stCondLst>
                                    <p:cond delay="0"/>
                                  </p:stCondLst>
                                  <p:childTnLst>
                                    <p:set>
                                      <p:cBhvr>
                                        <p:cTn id="176" dur="1" fill="hold">
                                          <p:stCondLst>
                                            <p:cond delay="0"/>
                                          </p:stCondLst>
                                        </p:cTn>
                                        <p:tgtEl>
                                          <p:spTgt spid="203"/>
                                        </p:tgtEl>
                                        <p:attrNameLst>
                                          <p:attrName>style.visibility</p:attrName>
                                        </p:attrNameLst>
                                      </p:cBhvr>
                                      <p:to>
                                        <p:strVal val="visible"/>
                                      </p:to>
                                    </p:set>
                                    <p:animEffect filter="fade" transition="in">
                                      <p:cBhvr additive="repl">
                                        <p:cTn id="177" dur="500"/>
                                        <p:tgtEl>
                                          <p:spTgt spid="203"/>
                                        </p:tgtEl>
                                      </p:cBhvr>
                                    </p:animEffect>
                                  </p:childTnLst>
                                </p:cTn>
                              </p:par>
                              <p:par>
                                <p:cTn id="178" nodeType="withEffect" fill="hold" presetClass="entr" presetID="10">
                                  <p:stCondLst>
                                    <p:cond delay="0"/>
                                  </p:stCondLst>
                                  <p:childTnLst>
                                    <p:set>
                                      <p:cBhvr>
                                        <p:cTn id="179" dur="1" fill="hold">
                                          <p:stCondLst>
                                            <p:cond delay="0"/>
                                          </p:stCondLst>
                                        </p:cTn>
                                        <p:tgtEl>
                                          <p:spTgt spid="204"/>
                                        </p:tgtEl>
                                        <p:attrNameLst>
                                          <p:attrName>style.visibility</p:attrName>
                                        </p:attrNameLst>
                                      </p:cBhvr>
                                      <p:to>
                                        <p:strVal val="visible"/>
                                      </p:to>
                                    </p:set>
                                    <p:animEffect filter="fade" transition="in">
                                      <p:cBhvr additive="repl">
                                        <p:cTn id="180" dur="500"/>
                                        <p:tgtEl>
                                          <p:spTgt spid="204"/>
                                        </p:tgtEl>
                                      </p:cBhvr>
                                    </p:animEffect>
                                  </p:childTnLst>
                                </p:cTn>
                              </p:par>
                              <p:par>
                                <p:cTn id="181" nodeType="withEffect" fill="hold" presetClass="entr" presetID="10">
                                  <p:stCondLst>
                                    <p:cond delay="0"/>
                                  </p:stCondLst>
                                  <p:childTnLst>
                                    <p:set>
                                      <p:cBhvr>
                                        <p:cTn id="182" dur="1" fill="hold">
                                          <p:stCondLst>
                                            <p:cond delay="0"/>
                                          </p:stCondLst>
                                        </p:cTn>
                                        <p:tgtEl>
                                          <p:spTgt spid="205"/>
                                        </p:tgtEl>
                                        <p:attrNameLst>
                                          <p:attrName>style.visibility</p:attrName>
                                        </p:attrNameLst>
                                      </p:cBhvr>
                                      <p:to>
                                        <p:strVal val="visible"/>
                                      </p:to>
                                    </p:set>
                                    <p:animEffect filter="fade" transition="in">
                                      <p:cBhvr additive="repl">
                                        <p:cTn id="183" dur="500"/>
                                        <p:tgtEl>
                                          <p:spTgt spid="205"/>
                                        </p:tgtEl>
                                      </p:cBhvr>
                                    </p:animEffect>
                                  </p:childTnLst>
                                </p:cTn>
                              </p:par>
                            </p:childTnLst>
                          </p:cTn>
                        </p:par>
                      </p:childTnLst>
                    </p:cTn>
                  </p:par>
                  <p:par>
                    <p:cTn id="184" fill="hold">
                      <p:stCondLst>
                        <p:cond delay="indefinite"/>
                      </p:stCondLst>
                      <p:childTnLst>
                        <p:par>
                          <p:cTn id="185" fill="hold">
                            <p:stCondLst>
                              <p:cond delay="0"/>
                            </p:stCondLst>
                            <p:childTnLst>
                              <p:par>
                                <p:cTn id="186" nodeType="clickEffect" fill="hold" presetClass="entr" presetID="10">
                                  <p:stCondLst>
                                    <p:cond delay="0"/>
                                  </p:stCondLst>
                                  <p:childTnLst>
                                    <p:set>
                                      <p:cBhvr>
                                        <p:cTn id="187" dur="1" fill="hold">
                                          <p:stCondLst>
                                            <p:cond delay="0"/>
                                          </p:stCondLst>
                                        </p:cTn>
                                        <p:tgtEl>
                                          <p:spTgt spid="206"/>
                                        </p:tgtEl>
                                        <p:attrNameLst>
                                          <p:attrName>style.visibility</p:attrName>
                                        </p:attrNameLst>
                                      </p:cBhvr>
                                      <p:to>
                                        <p:strVal val="visible"/>
                                      </p:to>
                                    </p:set>
                                    <p:animEffect filter="fade" transition="in">
                                      <p:cBhvr additive="repl">
                                        <p:cTn id="188" dur="500"/>
                                        <p:tgtEl>
                                          <p:spTgt spid="206"/>
                                        </p:tgtEl>
                                      </p:cBhvr>
                                    </p:animEffect>
                                  </p:childTnLst>
                                </p:cTn>
                              </p:par>
                              <p:par>
                                <p:cTn id="189" nodeType="withEffect" fill="hold" presetClass="entr" presetID="10">
                                  <p:stCondLst>
                                    <p:cond delay="0"/>
                                  </p:stCondLst>
                                  <p:childTnLst>
                                    <p:set>
                                      <p:cBhvr>
                                        <p:cTn id="190" dur="1" fill="hold">
                                          <p:stCondLst>
                                            <p:cond delay="0"/>
                                          </p:stCondLst>
                                        </p:cTn>
                                        <p:tgtEl>
                                          <p:spTgt spid="207"/>
                                        </p:tgtEl>
                                        <p:attrNameLst>
                                          <p:attrName>style.visibility</p:attrName>
                                        </p:attrNameLst>
                                      </p:cBhvr>
                                      <p:to>
                                        <p:strVal val="visible"/>
                                      </p:to>
                                    </p:set>
                                    <p:animEffect filter="fade" transition="in">
                                      <p:cBhvr additive="repl">
                                        <p:cTn id="191" dur="500"/>
                                        <p:tgtEl>
                                          <p:spTgt spid="207"/>
                                        </p:tgtEl>
                                      </p:cBhvr>
                                    </p:animEffect>
                                  </p:childTnLst>
                                </p:cTn>
                              </p:par>
                            </p:childTnLst>
                          </p:cTn>
                        </p:par>
                      </p:childTnLst>
                    </p:cTn>
                  </p:par>
                  <p:par>
                    <p:cTn id="192" fill="hold">
                      <p:stCondLst>
                        <p:cond delay="indefinite"/>
                      </p:stCondLst>
                      <p:childTnLst>
                        <p:par>
                          <p:cTn id="193" fill="hold">
                            <p:stCondLst>
                              <p:cond delay="0"/>
                            </p:stCondLst>
                            <p:childTnLst>
                              <p:par>
                                <p:cTn id="194" nodeType="clickEffect" fill="hold" presetClass="entr" presetID="10">
                                  <p:stCondLst>
                                    <p:cond delay="0"/>
                                  </p:stCondLst>
                                  <p:childTnLst>
                                    <p:set>
                                      <p:cBhvr>
                                        <p:cTn id="195" dur="1" fill="hold">
                                          <p:stCondLst>
                                            <p:cond delay="0"/>
                                          </p:stCondLst>
                                        </p:cTn>
                                        <p:tgtEl>
                                          <p:spTgt spid="208"/>
                                        </p:tgtEl>
                                        <p:attrNameLst>
                                          <p:attrName>style.visibility</p:attrName>
                                        </p:attrNameLst>
                                      </p:cBhvr>
                                      <p:to>
                                        <p:strVal val="visible"/>
                                      </p:to>
                                    </p:set>
                                    <p:animEffect filter="fade" transition="in">
                                      <p:cBhvr additive="repl">
                                        <p:cTn id="196" dur="500"/>
                                        <p:tgtEl>
                                          <p:spTgt spid="208"/>
                                        </p:tgtEl>
                                      </p:cBhvr>
                                    </p:animEffect>
                                  </p:childTnLst>
                                </p:cTn>
                              </p:par>
                              <p:par>
                                <p:cTn id="197" nodeType="withEffect" fill="hold" presetClass="entr" presetID="10">
                                  <p:stCondLst>
                                    <p:cond delay="0"/>
                                  </p:stCondLst>
                                  <p:childTnLst>
                                    <p:set>
                                      <p:cBhvr>
                                        <p:cTn id="198" dur="1" fill="hold">
                                          <p:stCondLst>
                                            <p:cond delay="0"/>
                                          </p:stCondLst>
                                        </p:cTn>
                                        <p:tgtEl>
                                          <p:spTgt spid="209"/>
                                        </p:tgtEl>
                                        <p:attrNameLst>
                                          <p:attrName>style.visibility</p:attrName>
                                        </p:attrNameLst>
                                      </p:cBhvr>
                                      <p:to>
                                        <p:strVal val="visible"/>
                                      </p:to>
                                    </p:set>
                                    <p:animEffect filter="fade" transition="in">
                                      <p:cBhvr additive="repl">
                                        <p:cTn id="199" dur="500"/>
                                        <p:tgtEl>
                                          <p:spTgt spid="209"/>
                                        </p:tgtEl>
                                      </p:cBhvr>
                                    </p:animEffect>
                                  </p:childTnLst>
                                </p:cTn>
                              </p:par>
                            </p:childTnLst>
                          </p:cTn>
                        </p:par>
                      </p:childTnLst>
                    </p:cTn>
                  </p:par>
                  <p:par>
                    <p:cTn id="200" fill="hold">
                      <p:stCondLst>
                        <p:cond delay="indefinite"/>
                      </p:stCondLst>
                      <p:childTnLst>
                        <p:par>
                          <p:cTn id="201" fill="hold">
                            <p:stCondLst>
                              <p:cond delay="0"/>
                            </p:stCondLst>
                            <p:childTnLst>
                              <p:par>
                                <p:cTn id="202" nodeType="clickEffect" fill="hold" presetClass="entr" presetID="10">
                                  <p:stCondLst>
                                    <p:cond delay="0"/>
                                  </p:stCondLst>
                                  <p:childTnLst>
                                    <p:set>
                                      <p:cBhvr>
                                        <p:cTn id="203" dur="1" fill="hold">
                                          <p:stCondLst>
                                            <p:cond delay="0"/>
                                          </p:stCondLst>
                                        </p:cTn>
                                        <p:tgtEl>
                                          <p:spTgt spid="210"/>
                                        </p:tgtEl>
                                        <p:attrNameLst>
                                          <p:attrName>style.visibility</p:attrName>
                                        </p:attrNameLst>
                                      </p:cBhvr>
                                      <p:to>
                                        <p:strVal val="visible"/>
                                      </p:to>
                                    </p:set>
                                    <p:animEffect filter="fade" transition="in">
                                      <p:cBhvr additive="repl">
                                        <p:cTn id="204" dur="500"/>
                                        <p:tgtEl>
                                          <p:spTgt spid="210"/>
                                        </p:tgtEl>
                                      </p:cBhvr>
                                    </p:animEffect>
                                  </p:childTnLst>
                                </p:cTn>
                              </p:par>
                              <p:par>
                                <p:cTn id="205" nodeType="withEffect" fill="hold" presetClass="entr" presetID="10">
                                  <p:stCondLst>
                                    <p:cond delay="0"/>
                                  </p:stCondLst>
                                  <p:childTnLst>
                                    <p:set>
                                      <p:cBhvr>
                                        <p:cTn id="206" dur="1" fill="hold">
                                          <p:stCondLst>
                                            <p:cond delay="0"/>
                                          </p:stCondLst>
                                        </p:cTn>
                                        <p:tgtEl>
                                          <p:spTgt spid="211"/>
                                        </p:tgtEl>
                                        <p:attrNameLst>
                                          <p:attrName>style.visibility</p:attrName>
                                        </p:attrNameLst>
                                      </p:cBhvr>
                                      <p:to>
                                        <p:strVal val="visible"/>
                                      </p:to>
                                    </p:set>
                                    <p:animEffect filter="fade" transition="in">
                                      <p:cBhvr additive="repl">
                                        <p:cTn id="207" dur="500"/>
                                        <p:tgtEl>
                                          <p:spTgt spid="211"/>
                                        </p:tgtEl>
                                      </p:cBhvr>
                                    </p:animEffect>
                                  </p:childTnLst>
                                </p:cTn>
                              </p:par>
                            </p:childTnLst>
                          </p:cTn>
                        </p:par>
                      </p:childTnLst>
                    </p:cTn>
                  </p:par>
                  <p:par>
                    <p:cTn id="208" fill="hold">
                      <p:stCondLst>
                        <p:cond delay="indefinite"/>
                      </p:stCondLst>
                      <p:childTnLst>
                        <p:par>
                          <p:cTn id="209" fill="hold">
                            <p:stCondLst>
                              <p:cond delay="0"/>
                            </p:stCondLst>
                            <p:childTnLst>
                              <p:par>
                                <p:cTn id="210" nodeType="clickEffect" fill="hold" presetClass="entr" presetID="10">
                                  <p:stCondLst>
                                    <p:cond delay="0"/>
                                  </p:stCondLst>
                                  <p:childTnLst>
                                    <p:set>
                                      <p:cBhvr>
                                        <p:cTn id="211" dur="1" fill="hold">
                                          <p:stCondLst>
                                            <p:cond delay="0"/>
                                          </p:stCondLst>
                                        </p:cTn>
                                        <p:tgtEl>
                                          <p:spTgt spid="212"/>
                                        </p:tgtEl>
                                        <p:attrNameLst>
                                          <p:attrName>style.visibility</p:attrName>
                                        </p:attrNameLst>
                                      </p:cBhvr>
                                      <p:to>
                                        <p:strVal val="visible"/>
                                      </p:to>
                                    </p:set>
                                    <p:animEffect filter="fade" transition="in">
                                      <p:cBhvr additive="repl">
                                        <p:cTn id="212" dur="500"/>
                                        <p:tgtEl>
                                          <p:spTgt spid="212"/>
                                        </p:tgtEl>
                                      </p:cBhvr>
                                    </p:animEffect>
                                  </p:childTnLst>
                                </p:cTn>
                              </p:par>
                              <p:par>
                                <p:cTn id="213" nodeType="withEffect" fill="hold" presetClass="entr" presetID="10">
                                  <p:stCondLst>
                                    <p:cond delay="0"/>
                                  </p:stCondLst>
                                  <p:childTnLst>
                                    <p:set>
                                      <p:cBhvr>
                                        <p:cTn id="214" dur="1" fill="hold">
                                          <p:stCondLst>
                                            <p:cond delay="0"/>
                                          </p:stCondLst>
                                        </p:cTn>
                                        <p:tgtEl>
                                          <p:spTgt spid="213"/>
                                        </p:tgtEl>
                                        <p:attrNameLst>
                                          <p:attrName>style.visibility</p:attrName>
                                        </p:attrNameLst>
                                      </p:cBhvr>
                                      <p:to>
                                        <p:strVal val="visible"/>
                                      </p:to>
                                    </p:set>
                                    <p:animEffect filter="fade" transition="in">
                                      <p:cBhvr additive="repl">
                                        <p:cTn id="215" dur="5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Using neurons</a:t>
            </a:r>
            <a:endParaRPr b="0" lang="en-US" sz="4400" spc="-1" strike="noStrike">
              <a:solidFill>
                <a:schemeClr val="dk1"/>
              </a:solidFill>
              <a:latin typeface="Calibri"/>
            </a:endParaRPr>
          </a:p>
        </p:txBody>
      </p:sp>
      <p:sp>
        <p:nvSpPr>
          <p:cNvPr id="215" name="TextBox 3"/>
          <p:cNvSpPr/>
          <p:nvPr/>
        </p:nvSpPr>
        <p:spPr>
          <a:xfrm>
            <a:off x="2233440" y="336024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216" name="Straight Connector 41"/>
          <p:cNvCxnSpPr>
            <a:stCxn id="217" idx="2"/>
            <a:endCxn id="215" idx="3"/>
          </p:cNvCxnSpPr>
          <p:nvPr/>
        </p:nvCxnSpPr>
        <p:spPr>
          <a:xfrm flipH="1">
            <a:off x="2601000" y="3544560"/>
            <a:ext cx="3300120" cy="360"/>
          </a:xfrm>
          <a:prstGeom prst="straightConnector1">
            <a:avLst/>
          </a:prstGeom>
          <a:ln>
            <a:solidFill>
              <a:srgbClr val="ffffff">
                <a:lumMod val="65000"/>
              </a:srgbClr>
            </a:solidFill>
          </a:ln>
        </p:spPr>
      </p:cxnSp>
      <p:cxnSp>
        <p:nvCxnSpPr>
          <p:cNvPr id="218" name="Straight Connector 136"/>
          <p:cNvCxnSpPr>
            <a:stCxn id="217" idx="6"/>
            <a:endCxn id="219" idx="1"/>
          </p:cNvCxnSpPr>
          <p:nvPr/>
        </p:nvCxnSpPr>
        <p:spPr>
          <a:xfrm>
            <a:off x="6179400" y="3544560"/>
            <a:ext cx="3583800" cy="360"/>
          </a:xfrm>
          <a:prstGeom prst="straightConnector1">
            <a:avLst/>
          </a:prstGeom>
          <a:ln>
            <a:solidFill>
              <a:srgbClr val="ffffff">
                <a:lumMod val="65000"/>
              </a:srgbClr>
            </a:solidFill>
          </a:ln>
        </p:spPr>
      </p:cxnSp>
      <p:sp>
        <p:nvSpPr>
          <p:cNvPr id="217" name="Oval 281"/>
          <p:cNvSpPr/>
          <p:nvPr/>
        </p:nvSpPr>
        <p:spPr>
          <a:xfrm>
            <a:off x="590076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sp>
        <p:nvSpPr>
          <p:cNvPr id="219" name="TextBox 305"/>
          <p:cNvSpPr/>
          <p:nvPr/>
        </p:nvSpPr>
        <p:spPr>
          <a:xfrm>
            <a:off x="9762840" y="3360240"/>
            <a:ext cx="3675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6" dur="indefinite" restart="never" nodeType="tmRoot">
          <p:childTnLst>
            <p:seq>
              <p:cTn id="217" dur="indefinite" nodeType="mainSeq">
                <p:childTnLst>
                  <p:par>
                    <p:cTn id="218" fill="hold">
                      <p:stCondLst>
                        <p:cond delay="indefinite"/>
                      </p:stCondLst>
                      <p:childTnLst>
                        <p:par>
                          <p:cTn id="219" fill="hold">
                            <p:stCondLst>
                              <p:cond delay="0"/>
                            </p:stCondLst>
                            <p:childTnLst>
                              <p:par>
                                <p:cTn id="220" nodeType="clickEffect" fill="hold" presetClass="entr" presetID="10">
                                  <p:stCondLst>
                                    <p:cond delay="0"/>
                                  </p:stCondLst>
                                  <p:childTnLst>
                                    <p:set>
                                      <p:cBhvr>
                                        <p:cTn id="221" dur="1" fill="hold">
                                          <p:stCondLst>
                                            <p:cond delay="0"/>
                                          </p:stCondLst>
                                        </p:cTn>
                                        <p:tgtEl>
                                          <p:spTgt spid="217"/>
                                        </p:tgtEl>
                                        <p:attrNameLst>
                                          <p:attrName>style.visibility</p:attrName>
                                        </p:attrNameLst>
                                      </p:cBhvr>
                                      <p:to>
                                        <p:strVal val="visible"/>
                                      </p:to>
                                    </p:set>
                                    <p:animEffect filter="fade" transition="in">
                                      <p:cBhvr additive="repl">
                                        <p:cTn id="222" dur="500"/>
                                        <p:tgtEl>
                                          <p:spTgt spid="217"/>
                                        </p:tgtEl>
                                      </p:cBhvr>
                                    </p:animEffec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10">
                                  <p:stCondLst>
                                    <p:cond delay="0"/>
                                  </p:stCondLst>
                                  <p:childTnLst>
                                    <p:set>
                                      <p:cBhvr>
                                        <p:cTn id="226" dur="1" fill="hold">
                                          <p:stCondLst>
                                            <p:cond delay="0"/>
                                          </p:stCondLst>
                                        </p:cTn>
                                        <p:tgtEl>
                                          <p:spTgt spid="216"/>
                                        </p:tgtEl>
                                        <p:attrNameLst>
                                          <p:attrName>style.visibility</p:attrName>
                                        </p:attrNameLst>
                                      </p:cBhvr>
                                      <p:to>
                                        <p:strVal val="visible"/>
                                      </p:to>
                                    </p:set>
                                    <p:animEffect filter="fade" transition="in">
                                      <p:cBhvr additive="repl">
                                        <p:cTn id="227" dur="500"/>
                                        <p:tgtEl>
                                          <p:spTgt spid="216"/>
                                        </p:tgtEl>
                                      </p:cBhvr>
                                    </p:animEffect>
                                  </p:childTnLst>
                                </p:cTn>
                              </p:par>
                            </p:childTnLst>
                          </p:cTn>
                        </p:par>
                        <p:par>
                          <p:cTn id="228" fill="hold">
                            <p:stCondLst>
                              <p:cond delay="500"/>
                            </p:stCondLst>
                            <p:childTnLst>
                              <p:par>
                                <p:cTn id="229" nodeType="afterEffect" fill="hold" presetClass="entr" presetID="10">
                                  <p:stCondLst>
                                    <p:cond delay="0"/>
                                  </p:stCondLst>
                                  <p:childTnLst>
                                    <p:set>
                                      <p:cBhvr>
                                        <p:cTn id="230" dur="1" fill="hold">
                                          <p:stCondLst>
                                            <p:cond delay="0"/>
                                          </p:stCondLst>
                                        </p:cTn>
                                        <p:tgtEl>
                                          <p:spTgt spid="218"/>
                                        </p:tgtEl>
                                        <p:attrNameLst>
                                          <p:attrName>style.visibility</p:attrName>
                                        </p:attrNameLst>
                                      </p:cBhvr>
                                      <p:to>
                                        <p:strVal val="visible"/>
                                      </p:to>
                                    </p:set>
                                    <p:animEffect filter="fade" transition="in">
                                      <p:cBhvr additive="repl">
                                        <p:cTn id="231" dur="500"/>
                                        <p:tgtEl>
                                          <p:spTgt spid="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Adding complexity: width</a:t>
            </a:r>
            <a:endParaRPr b="0" lang="en-US" sz="4400" spc="-1" strike="noStrike">
              <a:solidFill>
                <a:schemeClr val="dk1"/>
              </a:solidFill>
              <a:latin typeface="Calibri"/>
            </a:endParaRPr>
          </a:p>
        </p:txBody>
      </p:sp>
      <p:sp>
        <p:nvSpPr>
          <p:cNvPr id="221" name="TextBox 3"/>
          <p:cNvSpPr/>
          <p:nvPr/>
        </p:nvSpPr>
        <p:spPr>
          <a:xfrm>
            <a:off x="2233440" y="384912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222" name="Straight Connector 29"/>
          <p:cNvCxnSpPr/>
          <p:nvPr/>
        </p:nvCxnSpPr>
        <p:spPr>
          <a:xfrm flipH="1" flipV="1">
            <a:off x="2554560" y="4055400"/>
            <a:ext cx="3325320" cy="1945080"/>
          </a:xfrm>
          <a:prstGeom prst="straightConnector1">
            <a:avLst/>
          </a:prstGeom>
          <a:ln>
            <a:solidFill>
              <a:srgbClr val="ffffff">
                <a:lumMod val="65000"/>
              </a:srgbClr>
            </a:solidFill>
          </a:ln>
        </p:spPr>
      </p:cxnSp>
      <p:cxnSp>
        <p:nvCxnSpPr>
          <p:cNvPr id="223" name="Straight Connector 30"/>
          <p:cNvCxnSpPr/>
          <p:nvPr/>
        </p:nvCxnSpPr>
        <p:spPr>
          <a:xfrm flipH="1" flipV="1">
            <a:off x="2554560" y="4055400"/>
            <a:ext cx="3325320" cy="1766880"/>
          </a:xfrm>
          <a:prstGeom prst="straightConnector1">
            <a:avLst/>
          </a:prstGeom>
          <a:ln>
            <a:solidFill>
              <a:srgbClr val="ffffff">
                <a:lumMod val="65000"/>
              </a:srgbClr>
            </a:solidFill>
          </a:ln>
        </p:spPr>
      </p:cxnSp>
      <p:cxnSp>
        <p:nvCxnSpPr>
          <p:cNvPr id="224" name="Straight Connector 31"/>
          <p:cNvCxnSpPr/>
          <p:nvPr/>
        </p:nvCxnSpPr>
        <p:spPr>
          <a:xfrm flipH="1" flipV="1">
            <a:off x="2554560" y="4055400"/>
            <a:ext cx="3325320" cy="1589040"/>
          </a:xfrm>
          <a:prstGeom prst="straightConnector1">
            <a:avLst/>
          </a:prstGeom>
          <a:ln>
            <a:solidFill>
              <a:srgbClr val="ffffff">
                <a:lumMod val="65000"/>
              </a:srgbClr>
            </a:solidFill>
          </a:ln>
        </p:spPr>
      </p:cxnSp>
      <p:cxnSp>
        <p:nvCxnSpPr>
          <p:cNvPr id="225" name="Straight Connector 32"/>
          <p:cNvCxnSpPr/>
          <p:nvPr/>
        </p:nvCxnSpPr>
        <p:spPr>
          <a:xfrm flipH="1" flipV="1">
            <a:off x="2554560" y="4055400"/>
            <a:ext cx="3325320" cy="1410840"/>
          </a:xfrm>
          <a:prstGeom prst="straightConnector1">
            <a:avLst/>
          </a:prstGeom>
          <a:ln>
            <a:solidFill>
              <a:srgbClr val="ffffff">
                <a:lumMod val="65000"/>
              </a:srgbClr>
            </a:solidFill>
          </a:ln>
        </p:spPr>
      </p:cxnSp>
      <p:cxnSp>
        <p:nvCxnSpPr>
          <p:cNvPr id="226" name="Straight Connector 33"/>
          <p:cNvCxnSpPr/>
          <p:nvPr/>
        </p:nvCxnSpPr>
        <p:spPr>
          <a:xfrm flipH="1" flipV="1">
            <a:off x="2554560" y="4055400"/>
            <a:ext cx="3325320" cy="1233000"/>
          </a:xfrm>
          <a:prstGeom prst="straightConnector1">
            <a:avLst/>
          </a:prstGeom>
          <a:ln>
            <a:solidFill>
              <a:srgbClr val="ffffff">
                <a:lumMod val="65000"/>
              </a:srgbClr>
            </a:solidFill>
          </a:ln>
        </p:spPr>
      </p:cxnSp>
      <p:cxnSp>
        <p:nvCxnSpPr>
          <p:cNvPr id="227" name="Straight Connector 34"/>
          <p:cNvCxnSpPr/>
          <p:nvPr/>
        </p:nvCxnSpPr>
        <p:spPr>
          <a:xfrm flipH="1" flipV="1">
            <a:off x="2554560" y="4055400"/>
            <a:ext cx="3325320" cy="1054800"/>
          </a:xfrm>
          <a:prstGeom prst="straightConnector1">
            <a:avLst/>
          </a:prstGeom>
          <a:ln>
            <a:solidFill>
              <a:srgbClr val="ffffff">
                <a:lumMod val="65000"/>
              </a:srgbClr>
            </a:solidFill>
          </a:ln>
        </p:spPr>
      </p:cxnSp>
      <p:cxnSp>
        <p:nvCxnSpPr>
          <p:cNvPr id="228" name="Straight Connector 35"/>
          <p:cNvCxnSpPr/>
          <p:nvPr/>
        </p:nvCxnSpPr>
        <p:spPr>
          <a:xfrm flipH="1" flipV="1">
            <a:off x="2554560" y="4055400"/>
            <a:ext cx="3325320" cy="876600"/>
          </a:xfrm>
          <a:prstGeom prst="straightConnector1">
            <a:avLst/>
          </a:prstGeom>
          <a:ln>
            <a:solidFill>
              <a:srgbClr val="ffffff">
                <a:lumMod val="65000"/>
              </a:srgbClr>
            </a:solidFill>
          </a:ln>
        </p:spPr>
      </p:cxnSp>
      <p:cxnSp>
        <p:nvCxnSpPr>
          <p:cNvPr id="229" name="Straight Connector 36"/>
          <p:cNvCxnSpPr/>
          <p:nvPr/>
        </p:nvCxnSpPr>
        <p:spPr>
          <a:xfrm flipH="1" flipV="1">
            <a:off x="2554560" y="4055400"/>
            <a:ext cx="3325320" cy="698760"/>
          </a:xfrm>
          <a:prstGeom prst="straightConnector1">
            <a:avLst/>
          </a:prstGeom>
          <a:ln>
            <a:solidFill>
              <a:srgbClr val="ffffff">
                <a:lumMod val="65000"/>
              </a:srgbClr>
            </a:solidFill>
          </a:ln>
        </p:spPr>
      </p:cxnSp>
      <p:cxnSp>
        <p:nvCxnSpPr>
          <p:cNvPr id="230" name="Straight Connector 37"/>
          <p:cNvCxnSpPr/>
          <p:nvPr/>
        </p:nvCxnSpPr>
        <p:spPr>
          <a:xfrm flipH="1" flipV="1">
            <a:off x="2554560" y="4055400"/>
            <a:ext cx="3325320" cy="520560"/>
          </a:xfrm>
          <a:prstGeom prst="straightConnector1">
            <a:avLst/>
          </a:prstGeom>
          <a:ln>
            <a:solidFill>
              <a:srgbClr val="ffffff">
                <a:lumMod val="65000"/>
              </a:srgbClr>
            </a:solidFill>
          </a:ln>
        </p:spPr>
      </p:cxnSp>
      <p:cxnSp>
        <p:nvCxnSpPr>
          <p:cNvPr id="231" name="Straight Connector 38"/>
          <p:cNvCxnSpPr/>
          <p:nvPr/>
        </p:nvCxnSpPr>
        <p:spPr>
          <a:xfrm flipH="1" flipV="1">
            <a:off x="2554560" y="4055400"/>
            <a:ext cx="3325320" cy="342720"/>
          </a:xfrm>
          <a:prstGeom prst="straightConnector1">
            <a:avLst/>
          </a:prstGeom>
          <a:ln>
            <a:solidFill>
              <a:srgbClr val="ffffff">
                <a:lumMod val="65000"/>
              </a:srgbClr>
            </a:solidFill>
          </a:ln>
        </p:spPr>
      </p:cxnSp>
      <p:cxnSp>
        <p:nvCxnSpPr>
          <p:cNvPr id="232" name="Straight Connector 39"/>
          <p:cNvCxnSpPr/>
          <p:nvPr/>
        </p:nvCxnSpPr>
        <p:spPr>
          <a:xfrm flipH="1" flipV="1">
            <a:off x="2554560" y="4055400"/>
            <a:ext cx="3325320" cy="164520"/>
          </a:xfrm>
          <a:prstGeom prst="straightConnector1">
            <a:avLst/>
          </a:prstGeom>
          <a:ln>
            <a:solidFill>
              <a:srgbClr val="ffffff">
                <a:lumMod val="65000"/>
              </a:srgbClr>
            </a:solidFill>
          </a:ln>
        </p:spPr>
      </p:cxnSp>
      <p:cxnSp>
        <p:nvCxnSpPr>
          <p:cNvPr id="233" name="Straight Connector 40"/>
          <p:cNvCxnSpPr/>
          <p:nvPr/>
        </p:nvCxnSpPr>
        <p:spPr>
          <a:xfrm flipH="1">
            <a:off x="2554560" y="4041720"/>
            <a:ext cx="3325320" cy="14040"/>
          </a:xfrm>
          <a:prstGeom prst="straightConnector1">
            <a:avLst/>
          </a:prstGeom>
          <a:ln>
            <a:solidFill>
              <a:srgbClr val="ffffff">
                <a:lumMod val="65000"/>
              </a:srgbClr>
            </a:solidFill>
          </a:ln>
        </p:spPr>
      </p:cxnSp>
      <p:cxnSp>
        <p:nvCxnSpPr>
          <p:cNvPr id="234" name="Straight Connector 41"/>
          <p:cNvCxnSpPr/>
          <p:nvPr/>
        </p:nvCxnSpPr>
        <p:spPr>
          <a:xfrm flipH="1">
            <a:off x="2554560" y="3863520"/>
            <a:ext cx="3325320" cy="192240"/>
          </a:xfrm>
          <a:prstGeom prst="straightConnector1">
            <a:avLst/>
          </a:prstGeom>
          <a:ln>
            <a:solidFill>
              <a:srgbClr val="ffffff">
                <a:lumMod val="65000"/>
              </a:srgbClr>
            </a:solidFill>
          </a:ln>
        </p:spPr>
      </p:cxnSp>
      <p:cxnSp>
        <p:nvCxnSpPr>
          <p:cNvPr id="235" name="Straight Connector 42"/>
          <p:cNvCxnSpPr/>
          <p:nvPr/>
        </p:nvCxnSpPr>
        <p:spPr>
          <a:xfrm flipH="1">
            <a:off x="2554560" y="3685320"/>
            <a:ext cx="3325320" cy="370440"/>
          </a:xfrm>
          <a:prstGeom prst="straightConnector1">
            <a:avLst/>
          </a:prstGeom>
          <a:ln>
            <a:solidFill>
              <a:srgbClr val="ffffff">
                <a:lumMod val="65000"/>
              </a:srgbClr>
            </a:solidFill>
          </a:ln>
        </p:spPr>
      </p:cxnSp>
      <p:cxnSp>
        <p:nvCxnSpPr>
          <p:cNvPr id="236" name="Straight Connector 43"/>
          <p:cNvCxnSpPr/>
          <p:nvPr/>
        </p:nvCxnSpPr>
        <p:spPr>
          <a:xfrm flipH="1">
            <a:off x="2554560" y="3507480"/>
            <a:ext cx="3325320" cy="548280"/>
          </a:xfrm>
          <a:prstGeom prst="straightConnector1">
            <a:avLst/>
          </a:prstGeom>
          <a:ln>
            <a:solidFill>
              <a:srgbClr val="ffffff">
                <a:lumMod val="65000"/>
              </a:srgbClr>
            </a:solidFill>
          </a:ln>
        </p:spPr>
      </p:cxnSp>
      <p:cxnSp>
        <p:nvCxnSpPr>
          <p:cNvPr id="237" name="Straight Connector 44"/>
          <p:cNvCxnSpPr/>
          <p:nvPr/>
        </p:nvCxnSpPr>
        <p:spPr>
          <a:xfrm flipH="1">
            <a:off x="2554560" y="3329280"/>
            <a:ext cx="3325320" cy="726480"/>
          </a:xfrm>
          <a:prstGeom prst="straightConnector1">
            <a:avLst/>
          </a:prstGeom>
          <a:ln>
            <a:solidFill>
              <a:srgbClr val="ffffff">
                <a:lumMod val="65000"/>
              </a:srgbClr>
            </a:solidFill>
          </a:ln>
        </p:spPr>
      </p:cxnSp>
      <p:cxnSp>
        <p:nvCxnSpPr>
          <p:cNvPr id="238" name="Straight Connector 45"/>
          <p:cNvCxnSpPr/>
          <p:nvPr/>
        </p:nvCxnSpPr>
        <p:spPr>
          <a:xfrm flipH="1">
            <a:off x="2554560" y="3151440"/>
            <a:ext cx="3325320" cy="904320"/>
          </a:xfrm>
          <a:prstGeom prst="straightConnector1">
            <a:avLst/>
          </a:prstGeom>
          <a:ln>
            <a:solidFill>
              <a:srgbClr val="ffffff">
                <a:lumMod val="65000"/>
              </a:srgbClr>
            </a:solidFill>
          </a:ln>
        </p:spPr>
      </p:cxnSp>
      <p:cxnSp>
        <p:nvCxnSpPr>
          <p:cNvPr id="239" name="Straight Connector 46"/>
          <p:cNvCxnSpPr/>
          <p:nvPr/>
        </p:nvCxnSpPr>
        <p:spPr>
          <a:xfrm flipH="1">
            <a:off x="2554560" y="2973240"/>
            <a:ext cx="3325320" cy="1082520"/>
          </a:xfrm>
          <a:prstGeom prst="straightConnector1">
            <a:avLst/>
          </a:prstGeom>
          <a:ln>
            <a:solidFill>
              <a:srgbClr val="ffffff">
                <a:lumMod val="65000"/>
              </a:srgbClr>
            </a:solidFill>
          </a:ln>
        </p:spPr>
      </p:cxnSp>
      <p:cxnSp>
        <p:nvCxnSpPr>
          <p:cNvPr id="240" name="Straight Connector 47"/>
          <p:cNvCxnSpPr/>
          <p:nvPr/>
        </p:nvCxnSpPr>
        <p:spPr>
          <a:xfrm flipH="1">
            <a:off x="2554560" y="2795400"/>
            <a:ext cx="3325320" cy="1260360"/>
          </a:xfrm>
          <a:prstGeom prst="straightConnector1">
            <a:avLst/>
          </a:prstGeom>
          <a:ln>
            <a:solidFill>
              <a:srgbClr val="ffffff">
                <a:lumMod val="65000"/>
              </a:srgbClr>
            </a:solidFill>
          </a:ln>
        </p:spPr>
      </p:cxnSp>
      <p:cxnSp>
        <p:nvCxnSpPr>
          <p:cNvPr id="241" name="Straight Connector 48"/>
          <p:cNvCxnSpPr/>
          <p:nvPr/>
        </p:nvCxnSpPr>
        <p:spPr>
          <a:xfrm flipH="1">
            <a:off x="2554560" y="2617200"/>
            <a:ext cx="3325320" cy="1438560"/>
          </a:xfrm>
          <a:prstGeom prst="straightConnector1">
            <a:avLst/>
          </a:prstGeom>
          <a:ln>
            <a:solidFill>
              <a:srgbClr val="ffffff">
                <a:lumMod val="65000"/>
              </a:srgbClr>
            </a:solidFill>
          </a:ln>
        </p:spPr>
      </p:cxnSp>
      <p:cxnSp>
        <p:nvCxnSpPr>
          <p:cNvPr id="242" name="Straight Connector 49"/>
          <p:cNvCxnSpPr/>
          <p:nvPr/>
        </p:nvCxnSpPr>
        <p:spPr>
          <a:xfrm flipH="1">
            <a:off x="2554560" y="2439000"/>
            <a:ext cx="3325320" cy="1616760"/>
          </a:xfrm>
          <a:prstGeom prst="straightConnector1">
            <a:avLst/>
          </a:prstGeom>
          <a:ln>
            <a:solidFill>
              <a:srgbClr val="ffffff">
                <a:lumMod val="65000"/>
              </a:srgbClr>
            </a:solidFill>
          </a:ln>
        </p:spPr>
      </p:cxnSp>
      <p:cxnSp>
        <p:nvCxnSpPr>
          <p:cNvPr id="243" name="Straight Connector 50"/>
          <p:cNvCxnSpPr/>
          <p:nvPr/>
        </p:nvCxnSpPr>
        <p:spPr>
          <a:xfrm flipH="1">
            <a:off x="2554560" y="2261160"/>
            <a:ext cx="3325320" cy="1794600"/>
          </a:xfrm>
          <a:prstGeom prst="straightConnector1">
            <a:avLst/>
          </a:prstGeom>
          <a:ln>
            <a:solidFill>
              <a:srgbClr val="ffffff">
                <a:lumMod val="65000"/>
              </a:srgbClr>
            </a:solidFill>
          </a:ln>
        </p:spPr>
      </p:cxnSp>
      <p:cxnSp>
        <p:nvCxnSpPr>
          <p:cNvPr id="244" name="Straight Connector 51"/>
          <p:cNvCxnSpPr/>
          <p:nvPr/>
        </p:nvCxnSpPr>
        <p:spPr>
          <a:xfrm flipH="1">
            <a:off x="2554560" y="2082960"/>
            <a:ext cx="3325320" cy="1972800"/>
          </a:xfrm>
          <a:prstGeom prst="straightConnector1">
            <a:avLst/>
          </a:prstGeom>
          <a:ln>
            <a:solidFill>
              <a:srgbClr val="ffffff">
                <a:lumMod val="65000"/>
              </a:srgbClr>
            </a:solidFill>
          </a:ln>
        </p:spPr>
      </p:cxnSp>
      <p:cxnSp>
        <p:nvCxnSpPr>
          <p:cNvPr id="245" name="Straight Connector 52"/>
          <p:cNvCxnSpPr/>
          <p:nvPr/>
        </p:nvCxnSpPr>
        <p:spPr>
          <a:xfrm flipH="1">
            <a:off x="2554560" y="1905120"/>
            <a:ext cx="3325320" cy="2150640"/>
          </a:xfrm>
          <a:prstGeom prst="straightConnector1">
            <a:avLst/>
          </a:prstGeom>
          <a:ln>
            <a:solidFill>
              <a:srgbClr val="ffffff">
                <a:lumMod val="65000"/>
              </a:srgbClr>
            </a:solidFill>
          </a:ln>
        </p:spPr>
      </p:cxnSp>
      <p:cxnSp>
        <p:nvCxnSpPr>
          <p:cNvPr id="246" name="Straight Connector 125"/>
          <p:cNvCxnSpPr/>
          <p:nvPr/>
        </p:nvCxnSpPr>
        <p:spPr>
          <a:xfrm>
            <a:off x="6153840" y="1935720"/>
            <a:ext cx="3609360" cy="1896840"/>
          </a:xfrm>
          <a:prstGeom prst="straightConnector1">
            <a:avLst/>
          </a:prstGeom>
          <a:ln>
            <a:solidFill>
              <a:srgbClr val="ffffff">
                <a:lumMod val="65000"/>
              </a:srgbClr>
            </a:solidFill>
          </a:ln>
        </p:spPr>
      </p:cxnSp>
      <p:cxnSp>
        <p:nvCxnSpPr>
          <p:cNvPr id="247" name="Straight Connector 126"/>
          <p:cNvCxnSpPr/>
          <p:nvPr/>
        </p:nvCxnSpPr>
        <p:spPr>
          <a:xfrm>
            <a:off x="6153840" y="2113920"/>
            <a:ext cx="3609360" cy="1718640"/>
          </a:xfrm>
          <a:prstGeom prst="straightConnector1">
            <a:avLst/>
          </a:prstGeom>
          <a:ln>
            <a:solidFill>
              <a:srgbClr val="ffffff">
                <a:lumMod val="65000"/>
              </a:srgbClr>
            </a:solidFill>
          </a:ln>
        </p:spPr>
      </p:cxnSp>
      <p:cxnSp>
        <p:nvCxnSpPr>
          <p:cNvPr id="248" name="Straight Connector 127"/>
          <p:cNvCxnSpPr/>
          <p:nvPr/>
        </p:nvCxnSpPr>
        <p:spPr>
          <a:xfrm>
            <a:off x="6153840" y="2291760"/>
            <a:ext cx="3609360" cy="1540800"/>
          </a:xfrm>
          <a:prstGeom prst="straightConnector1">
            <a:avLst/>
          </a:prstGeom>
          <a:ln>
            <a:solidFill>
              <a:srgbClr val="ffffff">
                <a:lumMod val="65000"/>
              </a:srgbClr>
            </a:solidFill>
          </a:ln>
        </p:spPr>
      </p:cxnSp>
      <p:cxnSp>
        <p:nvCxnSpPr>
          <p:cNvPr id="249" name="Straight Connector 128"/>
          <p:cNvCxnSpPr/>
          <p:nvPr/>
        </p:nvCxnSpPr>
        <p:spPr>
          <a:xfrm>
            <a:off x="6153840" y="2469960"/>
            <a:ext cx="3609360" cy="1362600"/>
          </a:xfrm>
          <a:prstGeom prst="straightConnector1">
            <a:avLst/>
          </a:prstGeom>
          <a:ln>
            <a:solidFill>
              <a:srgbClr val="ffffff">
                <a:lumMod val="65000"/>
              </a:srgbClr>
            </a:solidFill>
          </a:ln>
        </p:spPr>
      </p:cxnSp>
      <p:cxnSp>
        <p:nvCxnSpPr>
          <p:cNvPr id="250" name="Straight Connector 129"/>
          <p:cNvCxnSpPr/>
          <p:nvPr/>
        </p:nvCxnSpPr>
        <p:spPr>
          <a:xfrm>
            <a:off x="6153840" y="2647800"/>
            <a:ext cx="3609360" cy="1184760"/>
          </a:xfrm>
          <a:prstGeom prst="straightConnector1">
            <a:avLst/>
          </a:prstGeom>
          <a:ln>
            <a:solidFill>
              <a:srgbClr val="ffffff">
                <a:lumMod val="65000"/>
              </a:srgbClr>
            </a:solidFill>
          </a:ln>
        </p:spPr>
      </p:cxnSp>
      <p:cxnSp>
        <p:nvCxnSpPr>
          <p:cNvPr id="251" name="Straight Connector 130"/>
          <p:cNvCxnSpPr/>
          <p:nvPr/>
        </p:nvCxnSpPr>
        <p:spPr>
          <a:xfrm>
            <a:off x="6153840" y="2826000"/>
            <a:ext cx="3609360" cy="1006560"/>
          </a:xfrm>
          <a:prstGeom prst="straightConnector1">
            <a:avLst/>
          </a:prstGeom>
          <a:ln>
            <a:solidFill>
              <a:srgbClr val="ffffff">
                <a:lumMod val="65000"/>
              </a:srgbClr>
            </a:solidFill>
          </a:ln>
        </p:spPr>
      </p:cxnSp>
      <p:cxnSp>
        <p:nvCxnSpPr>
          <p:cNvPr id="252" name="Straight Connector 131"/>
          <p:cNvCxnSpPr/>
          <p:nvPr/>
        </p:nvCxnSpPr>
        <p:spPr>
          <a:xfrm>
            <a:off x="6153840" y="3004200"/>
            <a:ext cx="3609360" cy="828360"/>
          </a:xfrm>
          <a:prstGeom prst="straightConnector1">
            <a:avLst/>
          </a:prstGeom>
          <a:ln>
            <a:solidFill>
              <a:srgbClr val="ffffff">
                <a:lumMod val="65000"/>
              </a:srgbClr>
            </a:solidFill>
          </a:ln>
        </p:spPr>
      </p:cxnSp>
      <p:cxnSp>
        <p:nvCxnSpPr>
          <p:cNvPr id="253" name="Straight Connector 132"/>
          <p:cNvCxnSpPr/>
          <p:nvPr/>
        </p:nvCxnSpPr>
        <p:spPr>
          <a:xfrm>
            <a:off x="6153840" y="3182040"/>
            <a:ext cx="3609360" cy="650520"/>
          </a:xfrm>
          <a:prstGeom prst="straightConnector1">
            <a:avLst/>
          </a:prstGeom>
          <a:ln>
            <a:solidFill>
              <a:srgbClr val="ffffff">
                <a:lumMod val="65000"/>
              </a:srgbClr>
            </a:solidFill>
          </a:ln>
        </p:spPr>
      </p:cxnSp>
      <p:cxnSp>
        <p:nvCxnSpPr>
          <p:cNvPr id="254" name="Straight Connector 133"/>
          <p:cNvCxnSpPr/>
          <p:nvPr/>
        </p:nvCxnSpPr>
        <p:spPr>
          <a:xfrm>
            <a:off x="6153840" y="3360240"/>
            <a:ext cx="3609360" cy="472320"/>
          </a:xfrm>
          <a:prstGeom prst="straightConnector1">
            <a:avLst/>
          </a:prstGeom>
          <a:ln>
            <a:solidFill>
              <a:srgbClr val="ffffff">
                <a:lumMod val="65000"/>
              </a:srgbClr>
            </a:solidFill>
          </a:ln>
        </p:spPr>
      </p:cxnSp>
      <p:cxnSp>
        <p:nvCxnSpPr>
          <p:cNvPr id="255" name="Straight Connector 134"/>
          <p:cNvCxnSpPr/>
          <p:nvPr/>
        </p:nvCxnSpPr>
        <p:spPr>
          <a:xfrm>
            <a:off x="6153840" y="3538080"/>
            <a:ext cx="3609360" cy="294480"/>
          </a:xfrm>
          <a:prstGeom prst="straightConnector1">
            <a:avLst/>
          </a:prstGeom>
          <a:ln>
            <a:solidFill>
              <a:srgbClr val="ffffff">
                <a:lumMod val="65000"/>
              </a:srgbClr>
            </a:solidFill>
          </a:ln>
        </p:spPr>
      </p:cxnSp>
      <p:cxnSp>
        <p:nvCxnSpPr>
          <p:cNvPr id="256" name="Straight Connector 135"/>
          <p:cNvCxnSpPr/>
          <p:nvPr/>
        </p:nvCxnSpPr>
        <p:spPr>
          <a:xfrm>
            <a:off x="6153840" y="3716280"/>
            <a:ext cx="3609360" cy="116280"/>
          </a:xfrm>
          <a:prstGeom prst="straightConnector1">
            <a:avLst/>
          </a:prstGeom>
          <a:ln>
            <a:solidFill>
              <a:srgbClr val="ffffff">
                <a:lumMod val="65000"/>
              </a:srgbClr>
            </a:solidFill>
          </a:ln>
        </p:spPr>
      </p:cxnSp>
      <p:cxnSp>
        <p:nvCxnSpPr>
          <p:cNvPr id="257" name="Straight Connector 136"/>
          <p:cNvCxnSpPr/>
          <p:nvPr/>
        </p:nvCxnSpPr>
        <p:spPr>
          <a:xfrm flipV="1">
            <a:off x="6153840" y="3832200"/>
            <a:ext cx="3609360" cy="62280"/>
          </a:xfrm>
          <a:prstGeom prst="straightConnector1">
            <a:avLst/>
          </a:prstGeom>
          <a:ln>
            <a:solidFill>
              <a:srgbClr val="ffffff">
                <a:lumMod val="65000"/>
              </a:srgbClr>
            </a:solidFill>
          </a:ln>
        </p:spPr>
      </p:cxnSp>
      <p:cxnSp>
        <p:nvCxnSpPr>
          <p:cNvPr id="258" name="Straight Connector 137"/>
          <p:cNvCxnSpPr/>
          <p:nvPr/>
        </p:nvCxnSpPr>
        <p:spPr>
          <a:xfrm flipV="1">
            <a:off x="6153840" y="3832200"/>
            <a:ext cx="3609360" cy="240480"/>
          </a:xfrm>
          <a:prstGeom prst="straightConnector1">
            <a:avLst/>
          </a:prstGeom>
          <a:ln>
            <a:solidFill>
              <a:srgbClr val="ffffff">
                <a:lumMod val="65000"/>
              </a:srgbClr>
            </a:solidFill>
          </a:ln>
        </p:spPr>
      </p:cxnSp>
      <p:cxnSp>
        <p:nvCxnSpPr>
          <p:cNvPr id="259" name="Straight Connector 138"/>
          <p:cNvCxnSpPr/>
          <p:nvPr/>
        </p:nvCxnSpPr>
        <p:spPr>
          <a:xfrm flipV="1">
            <a:off x="6153840" y="3832200"/>
            <a:ext cx="3609360" cy="418680"/>
          </a:xfrm>
          <a:prstGeom prst="straightConnector1">
            <a:avLst/>
          </a:prstGeom>
          <a:ln>
            <a:solidFill>
              <a:srgbClr val="ffffff">
                <a:lumMod val="65000"/>
              </a:srgbClr>
            </a:solidFill>
          </a:ln>
        </p:spPr>
      </p:cxnSp>
      <p:cxnSp>
        <p:nvCxnSpPr>
          <p:cNvPr id="260" name="Straight Connector 139"/>
          <p:cNvCxnSpPr/>
          <p:nvPr/>
        </p:nvCxnSpPr>
        <p:spPr>
          <a:xfrm flipV="1">
            <a:off x="6153840" y="3832200"/>
            <a:ext cx="3609360" cy="596520"/>
          </a:xfrm>
          <a:prstGeom prst="straightConnector1">
            <a:avLst/>
          </a:prstGeom>
          <a:ln>
            <a:solidFill>
              <a:srgbClr val="ffffff">
                <a:lumMod val="65000"/>
              </a:srgbClr>
            </a:solidFill>
          </a:ln>
        </p:spPr>
      </p:cxnSp>
      <p:cxnSp>
        <p:nvCxnSpPr>
          <p:cNvPr id="261" name="Straight Connector 140"/>
          <p:cNvCxnSpPr/>
          <p:nvPr/>
        </p:nvCxnSpPr>
        <p:spPr>
          <a:xfrm flipV="1">
            <a:off x="6153840" y="3832200"/>
            <a:ext cx="3609360" cy="774720"/>
          </a:xfrm>
          <a:prstGeom prst="straightConnector1">
            <a:avLst/>
          </a:prstGeom>
          <a:ln>
            <a:solidFill>
              <a:srgbClr val="ffffff">
                <a:lumMod val="65000"/>
              </a:srgbClr>
            </a:solidFill>
          </a:ln>
        </p:spPr>
      </p:cxnSp>
      <p:cxnSp>
        <p:nvCxnSpPr>
          <p:cNvPr id="262" name="Straight Connector 141"/>
          <p:cNvCxnSpPr/>
          <p:nvPr/>
        </p:nvCxnSpPr>
        <p:spPr>
          <a:xfrm flipV="1">
            <a:off x="6153840" y="3832200"/>
            <a:ext cx="3609360" cy="952560"/>
          </a:xfrm>
          <a:prstGeom prst="straightConnector1">
            <a:avLst/>
          </a:prstGeom>
          <a:ln>
            <a:solidFill>
              <a:srgbClr val="ffffff">
                <a:lumMod val="65000"/>
              </a:srgbClr>
            </a:solidFill>
          </a:ln>
        </p:spPr>
      </p:cxnSp>
      <p:cxnSp>
        <p:nvCxnSpPr>
          <p:cNvPr id="263" name="Straight Connector 142"/>
          <p:cNvCxnSpPr/>
          <p:nvPr/>
        </p:nvCxnSpPr>
        <p:spPr>
          <a:xfrm flipV="1">
            <a:off x="6153840" y="3832200"/>
            <a:ext cx="3609360" cy="1130760"/>
          </a:xfrm>
          <a:prstGeom prst="straightConnector1">
            <a:avLst/>
          </a:prstGeom>
          <a:ln>
            <a:solidFill>
              <a:srgbClr val="ffffff">
                <a:lumMod val="65000"/>
              </a:srgbClr>
            </a:solidFill>
          </a:ln>
        </p:spPr>
      </p:cxnSp>
      <p:cxnSp>
        <p:nvCxnSpPr>
          <p:cNvPr id="264" name="Straight Connector 143"/>
          <p:cNvCxnSpPr/>
          <p:nvPr/>
        </p:nvCxnSpPr>
        <p:spPr>
          <a:xfrm flipV="1">
            <a:off x="6153840" y="3832200"/>
            <a:ext cx="3609360" cy="1308600"/>
          </a:xfrm>
          <a:prstGeom prst="straightConnector1">
            <a:avLst/>
          </a:prstGeom>
          <a:ln>
            <a:solidFill>
              <a:srgbClr val="ffffff">
                <a:lumMod val="65000"/>
              </a:srgbClr>
            </a:solidFill>
          </a:ln>
        </p:spPr>
      </p:cxnSp>
      <p:cxnSp>
        <p:nvCxnSpPr>
          <p:cNvPr id="265" name="Straight Connector 144"/>
          <p:cNvCxnSpPr/>
          <p:nvPr/>
        </p:nvCxnSpPr>
        <p:spPr>
          <a:xfrm flipV="1">
            <a:off x="6153840" y="3832200"/>
            <a:ext cx="3609360" cy="1486800"/>
          </a:xfrm>
          <a:prstGeom prst="straightConnector1">
            <a:avLst/>
          </a:prstGeom>
          <a:ln>
            <a:solidFill>
              <a:srgbClr val="ffffff">
                <a:lumMod val="65000"/>
              </a:srgbClr>
            </a:solidFill>
          </a:ln>
        </p:spPr>
      </p:cxnSp>
      <p:cxnSp>
        <p:nvCxnSpPr>
          <p:cNvPr id="266" name="Straight Connector 145"/>
          <p:cNvCxnSpPr/>
          <p:nvPr/>
        </p:nvCxnSpPr>
        <p:spPr>
          <a:xfrm flipV="1">
            <a:off x="6153840" y="3832200"/>
            <a:ext cx="3609360" cy="1665000"/>
          </a:xfrm>
          <a:prstGeom prst="straightConnector1">
            <a:avLst/>
          </a:prstGeom>
          <a:ln>
            <a:solidFill>
              <a:srgbClr val="ffffff">
                <a:lumMod val="65000"/>
              </a:srgbClr>
            </a:solidFill>
          </a:ln>
        </p:spPr>
      </p:cxnSp>
      <p:cxnSp>
        <p:nvCxnSpPr>
          <p:cNvPr id="267" name="Straight Connector 146"/>
          <p:cNvCxnSpPr/>
          <p:nvPr/>
        </p:nvCxnSpPr>
        <p:spPr>
          <a:xfrm flipV="1">
            <a:off x="6153840" y="3832200"/>
            <a:ext cx="3609360" cy="1842840"/>
          </a:xfrm>
          <a:prstGeom prst="straightConnector1">
            <a:avLst/>
          </a:prstGeom>
          <a:ln>
            <a:solidFill>
              <a:srgbClr val="ffffff">
                <a:lumMod val="65000"/>
              </a:srgbClr>
            </a:solidFill>
          </a:ln>
        </p:spPr>
      </p:cxnSp>
      <p:cxnSp>
        <p:nvCxnSpPr>
          <p:cNvPr id="268" name="Straight Connector 147"/>
          <p:cNvCxnSpPr/>
          <p:nvPr/>
        </p:nvCxnSpPr>
        <p:spPr>
          <a:xfrm flipV="1">
            <a:off x="6153840" y="3832200"/>
            <a:ext cx="3609360" cy="2021040"/>
          </a:xfrm>
          <a:prstGeom prst="straightConnector1">
            <a:avLst/>
          </a:prstGeom>
          <a:ln>
            <a:solidFill>
              <a:srgbClr val="ffffff">
                <a:lumMod val="65000"/>
              </a:srgbClr>
            </a:solidFill>
          </a:ln>
        </p:spPr>
      </p:cxnSp>
      <p:cxnSp>
        <p:nvCxnSpPr>
          <p:cNvPr id="269" name="Straight Connector 148"/>
          <p:cNvCxnSpPr/>
          <p:nvPr/>
        </p:nvCxnSpPr>
        <p:spPr>
          <a:xfrm flipV="1">
            <a:off x="6153840" y="3832200"/>
            <a:ext cx="3609360" cy="2198880"/>
          </a:xfrm>
          <a:prstGeom prst="straightConnector1">
            <a:avLst/>
          </a:prstGeom>
          <a:ln>
            <a:solidFill>
              <a:srgbClr val="ffffff">
                <a:lumMod val="65000"/>
              </a:srgbClr>
            </a:solidFill>
          </a:ln>
        </p:spPr>
      </p:cxnSp>
      <p:grpSp>
        <p:nvGrpSpPr>
          <p:cNvPr id="270" name="Group 269"/>
          <p:cNvGrpSpPr/>
          <p:nvPr/>
        </p:nvGrpSpPr>
        <p:grpSpPr>
          <a:xfrm>
            <a:off x="5879520" y="1789560"/>
            <a:ext cx="278640" cy="4373640"/>
            <a:chOff x="5879520" y="1789560"/>
            <a:chExt cx="278640" cy="4373640"/>
          </a:xfrm>
        </p:grpSpPr>
        <p:sp>
          <p:nvSpPr>
            <p:cNvPr id="271" name="Oval 270"/>
            <p:cNvSpPr/>
            <p:nvPr/>
          </p:nvSpPr>
          <p:spPr>
            <a:xfrm>
              <a:off x="5879520" y="17895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2" name="Oval 271"/>
            <p:cNvSpPr/>
            <p:nvPr/>
          </p:nvSpPr>
          <p:spPr>
            <a:xfrm>
              <a:off x="5879520" y="19674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3" name="Oval 272"/>
            <p:cNvSpPr/>
            <p:nvPr/>
          </p:nvSpPr>
          <p:spPr>
            <a:xfrm>
              <a:off x="5879520" y="21456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4" name="Oval 273"/>
            <p:cNvSpPr/>
            <p:nvPr/>
          </p:nvSpPr>
          <p:spPr>
            <a:xfrm>
              <a:off x="5879520" y="2323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5" name="Oval 274"/>
            <p:cNvSpPr/>
            <p:nvPr/>
          </p:nvSpPr>
          <p:spPr>
            <a:xfrm>
              <a:off x="5879520" y="25016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6" name="Oval 275"/>
            <p:cNvSpPr/>
            <p:nvPr/>
          </p:nvSpPr>
          <p:spPr>
            <a:xfrm>
              <a:off x="5879520" y="2679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7" name="Oval 276"/>
            <p:cNvSpPr/>
            <p:nvPr/>
          </p:nvSpPr>
          <p:spPr>
            <a:xfrm>
              <a:off x="5879520" y="2857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8" name="Oval 277"/>
            <p:cNvSpPr/>
            <p:nvPr/>
          </p:nvSpPr>
          <p:spPr>
            <a:xfrm>
              <a:off x="5879520" y="3035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79" name="Oval 278"/>
            <p:cNvSpPr/>
            <p:nvPr/>
          </p:nvSpPr>
          <p:spPr>
            <a:xfrm>
              <a:off x="5879520" y="3213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0" name="Oval 279"/>
            <p:cNvSpPr/>
            <p:nvPr/>
          </p:nvSpPr>
          <p:spPr>
            <a:xfrm>
              <a:off x="5879520" y="3391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1" name="Oval 280"/>
            <p:cNvSpPr/>
            <p:nvPr/>
          </p:nvSpPr>
          <p:spPr>
            <a:xfrm>
              <a:off x="5879520" y="3569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2" name="Oval 281"/>
            <p:cNvSpPr/>
            <p:nvPr/>
          </p:nvSpPr>
          <p:spPr>
            <a:xfrm>
              <a:off x="5879520" y="37479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3" name="Oval 282"/>
            <p:cNvSpPr/>
            <p:nvPr/>
          </p:nvSpPr>
          <p:spPr>
            <a:xfrm>
              <a:off x="5879520" y="3925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4" name="Oval 283"/>
            <p:cNvSpPr/>
            <p:nvPr/>
          </p:nvSpPr>
          <p:spPr>
            <a:xfrm>
              <a:off x="5879520" y="41040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5" name="Oval 284"/>
            <p:cNvSpPr/>
            <p:nvPr/>
          </p:nvSpPr>
          <p:spPr>
            <a:xfrm>
              <a:off x="5879520" y="4282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6" name="Oval 285"/>
            <p:cNvSpPr/>
            <p:nvPr/>
          </p:nvSpPr>
          <p:spPr>
            <a:xfrm>
              <a:off x="5879520" y="4460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7" name="Oval 286"/>
            <p:cNvSpPr/>
            <p:nvPr/>
          </p:nvSpPr>
          <p:spPr>
            <a:xfrm>
              <a:off x="5879520" y="4638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8" name="Oval 287"/>
            <p:cNvSpPr/>
            <p:nvPr/>
          </p:nvSpPr>
          <p:spPr>
            <a:xfrm>
              <a:off x="5879520" y="4816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89" name="Oval 288"/>
            <p:cNvSpPr/>
            <p:nvPr/>
          </p:nvSpPr>
          <p:spPr>
            <a:xfrm>
              <a:off x="5879520" y="49942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90" name="Oval 289"/>
            <p:cNvSpPr/>
            <p:nvPr/>
          </p:nvSpPr>
          <p:spPr>
            <a:xfrm>
              <a:off x="5879520" y="5172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91" name="Oval 290"/>
            <p:cNvSpPr/>
            <p:nvPr/>
          </p:nvSpPr>
          <p:spPr>
            <a:xfrm>
              <a:off x="5879520" y="53503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92" name="Oval 291"/>
            <p:cNvSpPr/>
            <p:nvPr/>
          </p:nvSpPr>
          <p:spPr>
            <a:xfrm>
              <a:off x="5879520" y="5528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93" name="Oval 292"/>
            <p:cNvSpPr/>
            <p:nvPr/>
          </p:nvSpPr>
          <p:spPr>
            <a:xfrm>
              <a:off x="5879520" y="5706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294" name="Oval 293"/>
            <p:cNvSpPr/>
            <p:nvPr/>
          </p:nvSpPr>
          <p:spPr>
            <a:xfrm>
              <a:off x="5879520" y="58845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sp>
        <p:nvSpPr>
          <p:cNvPr id="295" name="TextBox 305"/>
          <p:cNvSpPr/>
          <p:nvPr/>
        </p:nvSpPr>
        <p:spPr>
          <a:xfrm>
            <a:off x="9762840" y="3663720"/>
            <a:ext cx="3675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32" dur="indefinite" restart="never" nodeType="tmRoot">
          <p:childTnLst>
            <p:seq>
              <p:cTn id="233" dur="indefinite" nodeType="mainSeq">
                <p:childTnLst>
                  <p:par>
                    <p:cTn id="234" fill="hold">
                      <p:stCondLst>
                        <p:cond delay="indefinite"/>
                      </p:stCondLst>
                      <p:childTnLst>
                        <p:par>
                          <p:cTn id="235" fill="hold">
                            <p:stCondLst>
                              <p:cond delay="0"/>
                            </p:stCondLst>
                            <p:childTnLst>
                              <p:par>
                                <p:cTn id="236" nodeType="clickEffect" fill="hold" presetClass="entr" presetID="10">
                                  <p:stCondLst>
                                    <p:cond delay="0"/>
                                  </p:stCondLst>
                                  <p:childTnLst>
                                    <p:set>
                                      <p:cBhvr>
                                        <p:cTn id="237" dur="1" fill="hold">
                                          <p:stCondLst>
                                            <p:cond delay="0"/>
                                          </p:stCondLst>
                                        </p:cTn>
                                        <p:tgtEl>
                                          <p:spTgt spid="270"/>
                                        </p:tgtEl>
                                        <p:attrNameLst>
                                          <p:attrName>style.visibility</p:attrName>
                                        </p:attrNameLst>
                                      </p:cBhvr>
                                      <p:to>
                                        <p:strVal val="visible"/>
                                      </p:to>
                                    </p:set>
                                    <p:animEffect filter="fade" transition="in">
                                      <p:cBhvr additive="repl">
                                        <p:cTn id="238" dur="500"/>
                                        <p:tgtEl>
                                          <p:spTgt spid="270"/>
                                        </p:tgtEl>
                                      </p:cBhvr>
                                    </p:animEffec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0">
                                  <p:stCondLst>
                                    <p:cond delay="0"/>
                                  </p:stCondLst>
                                  <p:childTnLst>
                                    <p:set>
                                      <p:cBhvr>
                                        <p:cTn id="242" dur="1" fill="hold">
                                          <p:stCondLst>
                                            <p:cond delay="0"/>
                                          </p:stCondLst>
                                        </p:cTn>
                                        <p:tgtEl>
                                          <p:spTgt spid="222"/>
                                        </p:tgtEl>
                                        <p:attrNameLst>
                                          <p:attrName>style.visibility</p:attrName>
                                        </p:attrNameLst>
                                      </p:cBhvr>
                                      <p:to>
                                        <p:strVal val="visible"/>
                                      </p:to>
                                    </p:set>
                                    <p:animEffect filter="fade" transition="in">
                                      <p:cBhvr additive="repl">
                                        <p:cTn id="243" dur="100"/>
                                        <p:tgtEl>
                                          <p:spTgt spid="222"/>
                                        </p:tgtEl>
                                      </p:cBhvr>
                                    </p:animEffect>
                                  </p:childTnLst>
                                </p:cTn>
                              </p:par>
                            </p:childTnLst>
                          </p:cTn>
                        </p:par>
                        <p:par>
                          <p:cTn id="244" fill="hold">
                            <p:stCondLst>
                              <p:cond delay="100"/>
                            </p:stCondLst>
                            <p:childTnLst>
                              <p:par>
                                <p:cTn id="245" nodeType="afterEffect" fill="hold" presetClass="entr" presetID="10">
                                  <p:stCondLst>
                                    <p:cond delay="0"/>
                                  </p:stCondLst>
                                  <p:childTnLst>
                                    <p:set>
                                      <p:cBhvr>
                                        <p:cTn id="246" dur="1" fill="hold">
                                          <p:stCondLst>
                                            <p:cond delay="0"/>
                                          </p:stCondLst>
                                        </p:cTn>
                                        <p:tgtEl>
                                          <p:spTgt spid="223"/>
                                        </p:tgtEl>
                                        <p:attrNameLst>
                                          <p:attrName>style.visibility</p:attrName>
                                        </p:attrNameLst>
                                      </p:cBhvr>
                                      <p:to>
                                        <p:strVal val="visible"/>
                                      </p:to>
                                    </p:set>
                                    <p:animEffect filter="fade" transition="in">
                                      <p:cBhvr additive="repl">
                                        <p:cTn id="247" dur="100"/>
                                        <p:tgtEl>
                                          <p:spTgt spid="223"/>
                                        </p:tgtEl>
                                      </p:cBhvr>
                                    </p:animEffect>
                                  </p:childTnLst>
                                </p:cTn>
                              </p:par>
                            </p:childTnLst>
                          </p:cTn>
                        </p:par>
                        <p:par>
                          <p:cTn id="248" fill="hold">
                            <p:stCondLst>
                              <p:cond delay="200"/>
                            </p:stCondLst>
                            <p:childTnLst>
                              <p:par>
                                <p:cTn id="249" nodeType="afterEffect" fill="hold" presetClass="entr" presetID="10">
                                  <p:stCondLst>
                                    <p:cond delay="0"/>
                                  </p:stCondLst>
                                  <p:childTnLst>
                                    <p:set>
                                      <p:cBhvr>
                                        <p:cTn id="250" dur="1" fill="hold">
                                          <p:stCondLst>
                                            <p:cond delay="0"/>
                                          </p:stCondLst>
                                        </p:cTn>
                                        <p:tgtEl>
                                          <p:spTgt spid="224"/>
                                        </p:tgtEl>
                                        <p:attrNameLst>
                                          <p:attrName>style.visibility</p:attrName>
                                        </p:attrNameLst>
                                      </p:cBhvr>
                                      <p:to>
                                        <p:strVal val="visible"/>
                                      </p:to>
                                    </p:set>
                                    <p:animEffect filter="fade" transition="in">
                                      <p:cBhvr additive="repl">
                                        <p:cTn id="251" dur="100"/>
                                        <p:tgtEl>
                                          <p:spTgt spid="224"/>
                                        </p:tgtEl>
                                      </p:cBhvr>
                                    </p:animEffect>
                                  </p:childTnLst>
                                </p:cTn>
                              </p:par>
                            </p:childTnLst>
                          </p:cTn>
                        </p:par>
                        <p:par>
                          <p:cTn id="252" fill="hold">
                            <p:stCondLst>
                              <p:cond delay="300"/>
                            </p:stCondLst>
                            <p:childTnLst>
                              <p:par>
                                <p:cTn id="253" nodeType="afterEffect" fill="hold" presetClass="entr" presetID="10">
                                  <p:stCondLst>
                                    <p:cond delay="0"/>
                                  </p:stCondLst>
                                  <p:childTnLst>
                                    <p:set>
                                      <p:cBhvr>
                                        <p:cTn id="254" dur="1" fill="hold">
                                          <p:stCondLst>
                                            <p:cond delay="0"/>
                                          </p:stCondLst>
                                        </p:cTn>
                                        <p:tgtEl>
                                          <p:spTgt spid="225"/>
                                        </p:tgtEl>
                                        <p:attrNameLst>
                                          <p:attrName>style.visibility</p:attrName>
                                        </p:attrNameLst>
                                      </p:cBhvr>
                                      <p:to>
                                        <p:strVal val="visible"/>
                                      </p:to>
                                    </p:set>
                                    <p:animEffect filter="fade" transition="in">
                                      <p:cBhvr additive="repl">
                                        <p:cTn id="255" dur="100"/>
                                        <p:tgtEl>
                                          <p:spTgt spid="225"/>
                                        </p:tgtEl>
                                      </p:cBhvr>
                                    </p:animEffect>
                                  </p:childTnLst>
                                </p:cTn>
                              </p:par>
                            </p:childTnLst>
                          </p:cTn>
                        </p:par>
                        <p:par>
                          <p:cTn id="256" fill="hold">
                            <p:stCondLst>
                              <p:cond delay="400"/>
                            </p:stCondLst>
                            <p:childTnLst>
                              <p:par>
                                <p:cTn id="257" nodeType="afterEffect" fill="hold" presetClass="entr" presetID="10">
                                  <p:stCondLst>
                                    <p:cond delay="0"/>
                                  </p:stCondLst>
                                  <p:childTnLst>
                                    <p:set>
                                      <p:cBhvr>
                                        <p:cTn id="258" dur="1" fill="hold">
                                          <p:stCondLst>
                                            <p:cond delay="0"/>
                                          </p:stCondLst>
                                        </p:cTn>
                                        <p:tgtEl>
                                          <p:spTgt spid="226"/>
                                        </p:tgtEl>
                                        <p:attrNameLst>
                                          <p:attrName>style.visibility</p:attrName>
                                        </p:attrNameLst>
                                      </p:cBhvr>
                                      <p:to>
                                        <p:strVal val="visible"/>
                                      </p:to>
                                    </p:set>
                                    <p:animEffect filter="fade" transition="in">
                                      <p:cBhvr additive="repl">
                                        <p:cTn id="259" dur="100"/>
                                        <p:tgtEl>
                                          <p:spTgt spid="226"/>
                                        </p:tgtEl>
                                      </p:cBhvr>
                                    </p:animEffect>
                                  </p:childTnLst>
                                </p:cTn>
                              </p:par>
                            </p:childTnLst>
                          </p:cTn>
                        </p:par>
                        <p:par>
                          <p:cTn id="260" fill="hold">
                            <p:stCondLst>
                              <p:cond delay="500"/>
                            </p:stCondLst>
                            <p:childTnLst>
                              <p:par>
                                <p:cTn id="261" nodeType="afterEffect" fill="hold" presetClass="entr" presetID="10">
                                  <p:stCondLst>
                                    <p:cond delay="0"/>
                                  </p:stCondLst>
                                  <p:childTnLst>
                                    <p:set>
                                      <p:cBhvr>
                                        <p:cTn id="262" dur="1" fill="hold">
                                          <p:stCondLst>
                                            <p:cond delay="0"/>
                                          </p:stCondLst>
                                        </p:cTn>
                                        <p:tgtEl>
                                          <p:spTgt spid="227"/>
                                        </p:tgtEl>
                                        <p:attrNameLst>
                                          <p:attrName>style.visibility</p:attrName>
                                        </p:attrNameLst>
                                      </p:cBhvr>
                                      <p:to>
                                        <p:strVal val="visible"/>
                                      </p:to>
                                    </p:set>
                                    <p:animEffect filter="fade" transition="in">
                                      <p:cBhvr additive="repl">
                                        <p:cTn id="263" dur="100"/>
                                        <p:tgtEl>
                                          <p:spTgt spid="227"/>
                                        </p:tgtEl>
                                      </p:cBhvr>
                                    </p:animEffect>
                                  </p:childTnLst>
                                </p:cTn>
                              </p:par>
                            </p:childTnLst>
                          </p:cTn>
                        </p:par>
                        <p:par>
                          <p:cTn id="264" fill="hold">
                            <p:stCondLst>
                              <p:cond delay="600"/>
                            </p:stCondLst>
                            <p:childTnLst>
                              <p:par>
                                <p:cTn id="265" nodeType="afterEffect" fill="hold" presetClass="entr" presetID="10">
                                  <p:stCondLst>
                                    <p:cond delay="0"/>
                                  </p:stCondLst>
                                  <p:childTnLst>
                                    <p:set>
                                      <p:cBhvr>
                                        <p:cTn id="266" dur="1" fill="hold">
                                          <p:stCondLst>
                                            <p:cond delay="0"/>
                                          </p:stCondLst>
                                        </p:cTn>
                                        <p:tgtEl>
                                          <p:spTgt spid="228"/>
                                        </p:tgtEl>
                                        <p:attrNameLst>
                                          <p:attrName>style.visibility</p:attrName>
                                        </p:attrNameLst>
                                      </p:cBhvr>
                                      <p:to>
                                        <p:strVal val="visible"/>
                                      </p:to>
                                    </p:set>
                                    <p:animEffect filter="fade" transition="in">
                                      <p:cBhvr additive="repl">
                                        <p:cTn id="267" dur="100"/>
                                        <p:tgtEl>
                                          <p:spTgt spid="228"/>
                                        </p:tgtEl>
                                      </p:cBhvr>
                                    </p:animEffect>
                                  </p:childTnLst>
                                </p:cTn>
                              </p:par>
                            </p:childTnLst>
                          </p:cTn>
                        </p:par>
                        <p:par>
                          <p:cTn id="268" fill="hold">
                            <p:stCondLst>
                              <p:cond delay="700"/>
                            </p:stCondLst>
                            <p:childTnLst>
                              <p:par>
                                <p:cTn id="269" nodeType="afterEffect" fill="hold" presetClass="entr" presetID="10">
                                  <p:stCondLst>
                                    <p:cond delay="0"/>
                                  </p:stCondLst>
                                  <p:childTnLst>
                                    <p:set>
                                      <p:cBhvr>
                                        <p:cTn id="270" dur="1" fill="hold">
                                          <p:stCondLst>
                                            <p:cond delay="0"/>
                                          </p:stCondLst>
                                        </p:cTn>
                                        <p:tgtEl>
                                          <p:spTgt spid="229"/>
                                        </p:tgtEl>
                                        <p:attrNameLst>
                                          <p:attrName>style.visibility</p:attrName>
                                        </p:attrNameLst>
                                      </p:cBhvr>
                                      <p:to>
                                        <p:strVal val="visible"/>
                                      </p:to>
                                    </p:set>
                                    <p:animEffect filter="fade" transition="in">
                                      <p:cBhvr additive="repl">
                                        <p:cTn id="271" dur="100"/>
                                        <p:tgtEl>
                                          <p:spTgt spid="229"/>
                                        </p:tgtEl>
                                      </p:cBhvr>
                                    </p:animEffect>
                                  </p:childTnLst>
                                </p:cTn>
                              </p:par>
                            </p:childTnLst>
                          </p:cTn>
                        </p:par>
                        <p:par>
                          <p:cTn id="272" fill="hold">
                            <p:stCondLst>
                              <p:cond delay="800"/>
                            </p:stCondLst>
                            <p:childTnLst>
                              <p:par>
                                <p:cTn id="273" nodeType="afterEffect" fill="hold" presetClass="entr" presetID="10">
                                  <p:stCondLst>
                                    <p:cond delay="0"/>
                                  </p:stCondLst>
                                  <p:childTnLst>
                                    <p:set>
                                      <p:cBhvr>
                                        <p:cTn id="274" dur="1" fill="hold">
                                          <p:stCondLst>
                                            <p:cond delay="0"/>
                                          </p:stCondLst>
                                        </p:cTn>
                                        <p:tgtEl>
                                          <p:spTgt spid="230"/>
                                        </p:tgtEl>
                                        <p:attrNameLst>
                                          <p:attrName>style.visibility</p:attrName>
                                        </p:attrNameLst>
                                      </p:cBhvr>
                                      <p:to>
                                        <p:strVal val="visible"/>
                                      </p:to>
                                    </p:set>
                                    <p:animEffect filter="fade" transition="in">
                                      <p:cBhvr additive="repl">
                                        <p:cTn id="275" dur="100"/>
                                        <p:tgtEl>
                                          <p:spTgt spid="230"/>
                                        </p:tgtEl>
                                      </p:cBhvr>
                                    </p:animEffect>
                                  </p:childTnLst>
                                </p:cTn>
                              </p:par>
                            </p:childTnLst>
                          </p:cTn>
                        </p:par>
                        <p:par>
                          <p:cTn id="276" fill="hold">
                            <p:stCondLst>
                              <p:cond delay="900"/>
                            </p:stCondLst>
                            <p:childTnLst>
                              <p:par>
                                <p:cTn id="277" nodeType="afterEffect" fill="hold" presetClass="entr" presetID="10">
                                  <p:stCondLst>
                                    <p:cond delay="0"/>
                                  </p:stCondLst>
                                  <p:childTnLst>
                                    <p:set>
                                      <p:cBhvr>
                                        <p:cTn id="278" dur="1" fill="hold">
                                          <p:stCondLst>
                                            <p:cond delay="0"/>
                                          </p:stCondLst>
                                        </p:cTn>
                                        <p:tgtEl>
                                          <p:spTgt spid="231"/>
                                        </p:tgtEl>
                                        <p:attrNameLst>
                                          <p:attrName>style.visibility</p:attrName>
                                        </p:attrNameLst>
                                      </p:cBhvr>
                                      <p:to>
                                        <p:strVal val="visible"/>
                                      </p:to>
                                    </p:set>
                                    <p:animEffect filter="fade" transition="in">
                                      <p:cBhvr additive="repl">
                                        <p:cTn id="279" dur="100"/>
                                        <p:tgtEl>
                                          <p:spTgt spid="231"/>
                                        </p:tgtEl>
                                      </p:cBhvr>
                                    </p:animEffect>
                                  </p:childTnLst>
                                </p:cTn>
                              </p:par>
                            </p:childTnLst>
                          </p:cTn>
                        </p:par>
                        <p:par>
                          <p:cTn id="280" fill="hold">
                            <p:stCondLst>
                              <p:cond delay="1000"/>
                            </p:stCondLst>
                            <p:childTnLst>
                              <p:par>
                                <p:cTn id="281" nodeType="afterEffect" fill="hold" presetClass="entr" presetID="10">
                                  <p:stCondLst>
                                    <p:cond delay="0"/>
                                  </p:stCondLst>
                                  <p:childTnLst>
                                    <p:set>
                                      <p:cBhvr>
                                        <p:cTn id="282" dur="1" fill="hold">
                                          <p:stCondLst>
                                            <p:cond delay="0"/>
                                          </p:stCondLst>
                                        </p:cTn>
                                        <p:tgtEl>
                                          <p:spTgt spid="232"/>
                                        </p:tgtEl>
                                        <p:attrNameLst>
                                          <p:attrName>style.visibility</p:attrName>
                                        </p:attrNameLst>
                                      </p:cBhvr>
                                      <p:to>
                                        <p:strVal val="visible"/>
                                      </p:to>
                                    </p:set>
                                    <p:animEffect filter="fade" transition="in">
                                      <p:cBhvr additive="repl">
                                        <p:cTn id="283" dur="100"/>
                                        <p:tgtEl>
                                          <p:spTgt spid="232"/>
                                        </p:tgtEl>
                                      </p:cBhvr>
                                    </p:animEffect>
                                  </p:childTnLst>
                                </p:cTn>
                              </p:par>
                            </p:childTnLst>
                          </p:cTn>
                        </p:par>
                        <p:par>
                          <p:cTn id="284" fill="hold">
                            <p:stCondLst>
                              <p:cond delay="1100"/>
                            </p:stCondLst>
                            <p:childTnLst>
                              <p:par>
                                <p:cTn id="285" nodeType="afterEffect" fill="hold" presetClass="entr" presetID="10">
                                  <p:stCondLst>
                                    <p:cond delay="0"/>
                                  </p:stCondLst>
                                  <p:childTnLst>
                                    <p:set>
                                      <p:cBhvr>
                                        <p:cTn id="286" dur="1" fill="hold">
                                          <p:stCondLst>
                                            <p:cond delay="0"/>
                                          </p:stCondLst>
                                        </p:cTn>
                                        <p:tgtEl>
                                          <p:spTgt spid="233"/>
                                        </p:tgtEl>
                                        <p:attrNameLst>
                                          <p:attrName>style.visibility</p:attrName>
                                        </p:attrNameLst>
                                      </p:cBhvr>
                                      <p:to>
                                        <p:strVal val="visible"/>
                                      </p:to>
                                    </p:set>
                                    <p:animEffect filter="fade" transition="in">
                                      <p:cBhvr additive="repl">
                                        <p:cTn id="287" dur="100"/>
                                        <p:tgtEl>
                                          <p:spTgt spid="233"/>
                                        </p:tgtEl>
                                      </p:cBhvr>
                                    </p:animEffect>
                                  </p:childTnLst>
                                </p:cTn>
                              </p:par>
                            </p:childTnLst>
                          </p:cTn>
                        </p:par>
                        <p:par>
                          <p:cTn id="288" fill="hold">
                            <p:stCondLst>
                              <p:cond delay="1200"/>
                            </p:stCondLst>
                            <p:childTnLst>
                              <p:par>
                                <p:cTn id="289" nodeType="afterEffect" fill="hold" presetClass="entr" presetID="10">
                                  <p:stCondLst>
                                    <p:cond delay="0"/>
                                  </p:stCondLst>
                                  <p:childTnLst>
                                    <p:set>
                                      <p:cBhvr>
                                        <p:cTn id="290" dur="1" fill="hold">
                                          <p:stCondLst>
                                            <p:cond delay="0"/>
                                          </p:stCondLst>
                                        </p:cTn>
                                        <p:tgtEl>
                                          <p:spTgt spid="234"/>
                                        </p:tgtEl>
                                        <p:attrNameLst>
                                          <p:attrName>style.visibility</p:attrName>
                                        </p:attrNameLst>
                                      </p:cBhvr>
                                      <p:to>
                                        <p:strVal val="visible"/>
                                      </p:to>
                                    </p:set>
                                    <p:animEffect filter="fade" transition="in">
                                      <p:cBhvr additive="repl">
                                        <p:cTn id="291" dur="100"/>
                                        <p:tgtEl>
                                          <p:spTgt spid="234"/>
                                        </p:tgtEl>
                                      </p:cBhvr>
                                    </p:animEffect>
                                  </p:childTnLst>
                                </p:cTn>
                              </p:par>
                            </p:childTnLst>
                          </p:cTn>
                        </p:par>
                        <p:par>
                          <p:cTn id="292" fill="hold">
                            <p:stCondLst>
                              <p:cond delay="1300"/>
                            </p:stCondLst>
                            <p:childTnLst>
                              <p:par>
                                <p:cTn id="293" nodeType="afterEffect" fill="hold" presetClass="entr" presetID="10">
                                  <p:stCondLst>
                                    <p:cond delay="0"/>
                                  </p:stCondLst>
                                  <p:childTnLst>
                                    <p:set>
                                      <p:cBhvr>
                                        <p:cTn id="294" dur="1" fill="hold">
                                          <p:stCondLst>
                                            <p:cond delay="0"/>
                                          </p:stCondLst>
                                        </p:cTn>
                                        <p:tgtEl>
                                          <p:spTgt spid="235"/>
                                        </p:tgtEl>
                                        <p:attrNameLst>
                                          <p:attrName>style.visibility</p:attrName>
                                        </p:attrNameLst>
                                      </p:cBhvr>
                                      <p:to>
                                        <p:strVal val="visible"/>
                                      </p:to>
                                    </p:set>
                                    <p:animEffect filter="fade" transition="in">
                                      <p:cBhvr additive="repl">
                                        <p:cTn id="295" dur="100"/>
                                        <p:tgtEl>
                                          <p:spTgt spid="235"/>
                                        </p:tgtEl>
                                      </p:cBhvr>
                                    </p:animEffect>
                                  </p:childTnLst>
                                </p:cTn>
                              </p:par>
                            </p:childTnLst>
                          </p:cTn>
                        </p:par>
                        <p:par>
                          <p:cTn id="296" fill="hold">
                            <p:stCondLst>
                              <p:cond delay="1400"/>
                            </p:stCondLst>
                            <p:childTnLst>
                              <p:par>
                                <p:cTn id="297" nodeType="afterEffect" fill="hold" presetClass="entr" presetID="10">
                                  <p:stCondLst>
                                    <p:cond delay="0"/>
                                  </p:stCondLst>
                                  <p:childTnLst>
                                    <p:set>
                                      <p:cBhvr>
                                        <p:cTn id="298" dur="1" fill="hold">
                                          <p:stCondLst>
                                            <p:cond delay="0"/>
                                          </p:stCondLst>
                                        </p:cTn>
                                        <p:tgtEl>
                                          <p:spTgt spid="236"/>
                                        </p:tgtEl>
                                        <p:attrNameLst>
                                          <p:attrName>style.visibility</p:attrName>
                                        </p:attrNameLst>
                                      </p:cBhvr>
                                      <p:to>
                                        <p:strVal val="visible"/>
                                      </p:to>
                                    </p:set>
                                    <p:animEffect filter="fade" transition="in">
                                      <p:cBhvr additive="repl">
                                        <p:cTn id="299" dur="100"/>
                                        <p:tgtEl>
                                          <p:spTgt spid="236"/>
                                        </p:tgtEl>
                                      </p:cBhvr>
                                    </p:animEffect>
                                  </p:childTnLst>
                                </p:cTn>
                              </p:par>
                            </p:childTnLst>
                          </p:cTn>
                        </p:par>
                        <p:par>
                          <p:cTn id="300" fill="hold">
                            <p:stCondLst>
                              <p:cond delay="1500"/>
                            </p:stCondLst>
                            <p:childTnLst>
                              <p:par>
                                <p:cTn id="301" nodeType="afterEffect" fill="hold" presetClass="entr" presetID="10">
                                  <p:stCondLst>
                                    <p:cond delay="0"/>
                                  </p:stCondLst>
                                  <p:childTnLst>
                                    <p:set>
                                      <p:cBhvr>
                                        <p:cTn id="302" dur="1" fill="hold">
                                          <p:stCondLst>
                                            <p:cond delay="0"/>
                                          </p:stCondLst>
                                        </p:cTn>
                                        <p:tgtEl>
                                          <p:spTgt spid="237"/>
                                        </p:tgtEl>
                                        <p:attrNameLst>
                                          <p:attrName>style.visibility</p:attrName>
                                        </p:attrNameLst>
                                      </p:cBhvr>
                                      <p:to>
                                        <p:strVal val="visible"/>
                                      </p:to>
                                    </p:set>
                                    <p:animEffect filter="fade" transition="in">
                                      <p:cBhvr additive="repl">
                                        <p:cTn id="303" dur="100"/>
                                        <p:tgtEl>
                                          <p:spTgt spid="237"/>
                                        </p:tgtEl>
                                      </p:cBhvr>
                                    </p:animEffect>
                                  </p:childTnLst>
                                </p:cTn>
                              </p:par>
                            </p:childTnLst>
                          </p:cTn>
                        </p:par>
                        <p:par>
                          <p:cTn id="304" fill="hold">
                            <p:stCondLst>
                              <p:cond delay="1600"/>
                            </p:stCondLst>
                            <p:childTnLst>
                              <p:par>
                                <p:cTn id="305" nodeType="afterEffect" fill="hold" presetClass="entr" presetID="10">
                                  <p:stCondLst>
                                    <p:cond delay="0"/>
                                  </p:stCondLst>
                                  <p:childTnLst>
                                    <p:set>
                                      <p:cBhvr>
                                        <p:cTn id="306" dur="1" fill="hold">
                                          <p:stCondLst>
                                            <p:cond delay="0"/>
                                          </p:stCondLst>
                                        </p:cTn>
                                        <p:tgtEl>
                                          <p:spTgt spid="238"/>
                                        </p:tgtEl>
                                        <p:attrNameLst>
                                          <p:attrName>style.visibility</p:attrName>
                                        </p:attrNameLst>
                                      </p:cBhvr>
                                      <p:to>
                                        <p:strVal val="visible"/>
                                      </p:to>
                                    </p:set>
                                    <p:animEffect filter="fade" transition="in">
                                      <p:cBhvr additive="repl">
                                        <p:cTn id="307" dur="100"/>
                                        <p:tgtEl>
                                          <p:spTgt spid="238"/>
                                        </p:tgtEl>
                                      </p:cBhvr>
                                    </p:animEffect>
                                  </p:childTnLst>
                                </p:cTn>
                              </p:par>
                            </p:childTnLst>
                          </p:cTn>
                        </p:par>
                        <p:par>
                          <p:cTn id="308" fill="hold">
                            <p:stCondLst>
                              <p:cond delay="1700"/>
                            </p:stCondLst>
                            <p:childTnLst>
                              <p:par>
                                <p:cTn id="309" nodeType="afterEffect" fill="hold" presetClass="entr" presetID="10">
                                  <p:stCondLst>
                                    <p:cond delay="0"/>
                                  </p:stCondLst>
                                  <p:childTnLst>
                                    <p:set>
                                      <p:cBhvr>
                                        <p:cTn id="310" dur="1" fill="hold">
                                          <p:stCondLst>
                                            <p:cond delay="0"/>
                                          </p:stCondLst>
                                        </p:cTn>
                                        <p:tgtEl>
                                          <p:spTgt spid="239"/>
                                        </p:tgtEl>
                                        <p:attrNameLst>
                                          <p:attrName>style.visibility</p:attrName>
                                        </p:attrNameLst>
                                      </p:cBhvr>
                                      <p:to>
                                        <p:strVal val="visible"/>
                                      </p:to>
                                    </p:set>
                                    <p:animEffect filter="fade" transition="in">
                                      <p:cBhvr additive="repl">
                                        <p:cTn id="311" dur="100"/>
                                        <p:tgtEl>
                                          <p:spTgt spid="239"/>
                                        </p:tgtEl>
                                      </p:cBhvr>
                                    </p:animEffect>
                                  </p:childTnLst>
                                </p:cTn>
                              </p:par>
                            </p:childTnLst>
                          </p:cTn>
                        </p:par>
                        <p:par>
                          <p:cTn id="312" fill="hold">
                            <p:stCondLst>
                              <p:cond delay="1800"/>
                            </p:stCondLst>
                            <p:childTnLst>
                              <p:par>
                                <p:cTn id="313" nodeType="afterEffect" fill="hold" presetClass="entr" presetID="10">
                                  <p:stCondLst>
                                    <p:cond delay="0"/>
                                  </p:stCondLst>
                                  <p:childTnLst>
                                    <p:set>
                                      <p:cBhvr>
                                        <p:cTn id="314" dur="1" fill="hold">
                                          <p:stCondLst>
                                            <p:cond delay="0"/>
                                          </p:stCondLst>
                                        </p:cTn>
                                        <p:tgtEl>
                                          <p:spTgt spid="240"/>
                                        </p:tgtEl>
                                        <p:attrNameLst>
                                          <p:attrName>style.visibility</p:attrName>
                                        </p:attrNameLst>
                                      </p:cBhvr>
                                      <p:to>
                                        <p:strVal val="visible"/>
                                      </p:to>
                                    </p:set>
                                    <p:animEffect filter="fade" transition="in">
                                      <p:cBhvr additive="repl">
                                        <p:cTn id="315" dur="100"/>
                                        <p:tgtEl>
                                          <p:spTgt spid="240"/>
                                        </p:tgtEl>
                                      </p:cBhvr>
                                    </p:animEffect>
                                  </p:childTnLst>
                                </p:cTn>
                              </p:par>
                            </p:childTnLst>
                          </p:cTn>
                        </p:par>
                        <p:par>
                          <p:cTn id="316" fill="hold">
                            <p:stCondLst>
                              <p:cond delay="1900"/>
                            </p:stCondLst>
                            <p:childTnLst>
                              <p:par>
                                <p:cTn id="317" nodeType="afterEffect" fill="hold" presetClass="entr" presetID="10">
                                  <p:stCondLst>
                                    <p:cond delay="0"/>
                                  </p:stCondLst>
                                  <p:childTnLst>
                                    <p:set>
                                      <p:cBhvr>
                                        <p:cTn id="318" dur="1" fill="hold">
                                          <p:stCondLst>
                                            <p:cond delay="0"/>
                                          </p:stCondLst>
                                        </p:cTn>
                                        <p:tgtEl>
                                          <p:spTgt spid="241"/>
                                        </p:tgtEl>
                                        <p:attrNameLst>
                                          <p:attrName>style.visibility</p:attrName>
                                        </p:attrNameLst>
                                      </p:cBhvr>
                                      <p:to>
                                        <p:strVal val="visible"/>
                                      </p:to>
                                    </p:set>
                                    <p:animEffect filter="fade" transition="in">
                                      <p:cBhvr additive="repl">
                                        <p:cTn id="319" dur="100"/>
                                        <p:tgtEl>
                                          <p:spTgt spid="241"/>
                                        </p:tgtEl>
                                      </p:cBhvr>
                                    </p:animEffect>
                                  </p:childTnLst>
                                </p:cTn>
                              </p:par>
                            </p:childTnLst>
                          </p:cTn>
                        </p:par>
                        <p:par>
                          <p:cTn id="320" fill="hold">
                            <p:stCondLst>
                              <p:cond delay="2000"/>
                            </p:stCondLst>
                            <p:childTnLst>
                              <p:par>
                                <p:cTn id="321" nodeType="afterEffect" fill="hold" presetClass="entr" presetID="10">
                                  <p:stCondLst>
                                    <p:cond delay="0"/>
                                  </p:stCondLst>
                                  <p:childTnLst>
                                    <p:set>
                                      <p:cBhvr>
                                        <p:cTn id="322" dur="1" fill="hold">
                                          <p:stCondLst>
                                            <p:cond delay="0"/>
                                          </p:stCondLst>
                                        </p:cTn>
                                        <p:tgtEl>
                                          <p:spTgt spid="242"/>
                                        </p:tgtEl>
                                        <p:attrNameLst>
                                          <p:attrName>style.visibility</p:attrName>
                                        </p:attrNameLst>
                                      </p:cBhvr>
                                      <p:to>
                                        <p:strVal val="visible"/>
                                      </p:to>
                                    </p:set>
                                    <p:animEffect filter="fade" transition="in">
                                      <p:cBhvr additive="repl">
                                        <p:cTn id="323" dur="100"/>
                                        <p:tgtEl>
                                          <p:spTgt spid="242"/>
                                        </p:tgtEl>
                                      </p:cBhvr>
                                    </p:animEffect>
                                  </p:childTnLst>
                                </p:cTn>
                              </p:par>
                            </p:childTnLst>
                          </p:cTn>
                        </p:par>
                        <p:par>
                          <p:cTn id="324" fill="hold">
                            <p:stCondLst>
                              <p:cond delay="2100"/>
                            </p:stCondLst>
                            <p:childTnLst>
                              <p:par>
                                <p:cTn id="325" nodeType="afterEffect" fill="hold" presetClass="entr" presetID="10">
                                  <p:stCondLst>
                                    <p:cond delay="0"/>
                                  </p:stCondLst>
                                  <p:childTnLst>
                                    <p:set>
                                      <p:cBhvr>
                                        <p:cTn id="326" dur="1" fill="hold">
                                          <p:stCondLst>
                                            <p:cond delay="0"/>
                                          </p:stCondLst>
                                        </p:cTn>
                                        <p:tgtEl>
                                          <p:spTgt spid="243"/>
                                        </p:tgtEl>
                                        <p:attrNameLst>
                                          <p:attrName>style.visibility</p:attrName>
                                        </p:attrNameLst>
                                      </p:cBhvr>
                                      <p:to>
                                        <p:strVal val="visible"/>
                                      </p:to>
                                    </p:set>
                                    <p:animEffect filter="fade" transition="in">
                                      <p:cBhvr additive="repl">
                                        <p:cTn id="327" dur="100"/>
                                        <p:tgtEl>
                                          <p:spTgt spid="243"/>
                                        </p:tgtEl>
                                      </p:cBhvr>
                                    </p:animEffect>
                                  </p:childTnLst>
                                </p:cTn>
                              </p:par>
                            </p:childTnLst>
                          </p:cTn>
                        </p:par>
                        <p:par>
                          <p:cTn id="328" fill="hold">
                            <p:stCondLst>
                              <p:cond delay="2200"/>
                            </p:stCondLst>
                            <p:childTnLst>
                              <p:par>
                                <p:cTn id="329" nodeType="afterEffect" fill="hold" presetClass="entr" presetID="10">
                                  <p:stCondLst>
                                    <p:cond delay="0"/>
                                  </p:stCondLst>
                                  <p:childTnLst>
                                    <p:set>
                                      <p:cBhvr>
                                        <p:cTn id="330" dur="1" fill="hold">
                                          <p:stCondLst>
                                            <p:cond delay="0"/>
                                          </p:stCondLst>
                                        </p:cTn>
                                        <p:tgtEl>
                                          <p:spTgt spid="244"/>
                                        </p:tgtEl>
                                        <p:attrNameLst>
                                          <p:attrName>style.visibility</p:attrName>
                                        </p:attrNameLst>
                                      </p:cBhvr>
                                      <p:to>
                                        <p:strVal val="visible"/>
                                      </p:to>
                                    </p:set>
                                    <p:animEffect filter="fade" transition="in">
                                      <p:cBhvr additive="repl">
                                        <p:cTn id="331" dur="100"/>
                                        <p:tgtEl>
                                          <p:spTgt spid="244"/>
                                        </p:tgtEl>
                                      </p:cBhvr>
                                    </p:animEffect>
                                  </p:childTnLst>
                                </p:cTn>
                              </p:par>
                            </p:childTnLst>
                          </p:cTn>
                        </p:par>
                        <p:par>
                          <p:cTn id="332" fill="hold">
                            <p:stCondLst>
                              <p:cond delay="2300"/>
                            </p:stCondLst>
                            <p:childTnLst>
                              <p:par>
                                <p:cTn id="333" nodeType="afterEffect" fill="hold" presetClass="entr" presetID="10">
                                  <p:stCondLst>
                                    <p:cond delay="0"/>
                                  </p:stCondLst>
                                  <p:childTnLst>
                                    <p:set>
                                      <p:cBhvr>
                                        <p:cTn id="334" dur="1" fill="hold">
                                          <p:stCondLst>
                                            <p:cond delay="0"/>
                                          </p:stCondLst>
                                        </p:cTn>
                                        <p:tgtEl>
                                          <p:spTgt spid="245"/>
                                        </p:tgtEl>
                                        <p:attrNameLst>
                                          <p:attrName>style.visibility</p:attrName>
                                        </p:attrNameLst>
                                      </p:cBhvr>
                                      <p:to>
                                        <p:strVal val="visible"/>
                                      </p:to>
                                    </p:set>
                                    <p:animEffect filter="fade" transition="in">
                                      <p:cBhvr additive="repl">
                                        <p:cTn id="335" dur="100"/>
                                        <p:tgtEl>
                                          <p:spTgt spid="245"/>
                                        </p:tgtEl>
                                      </p:cBhvr>
                                    </p:animEffect>
                                  </p:childTnLst>
                                </p:cTn>
                              </p:par>
                            </p:childTnLst>
                          </p:cTn>
                        </p:par>
                      </p:childTnLst>
                    </p:cTn>
                  </p:par>
                  <p:par>
                    <p:cTn id="336" fill="hold">
                      <p:stCondLst>
                        <p:cond delay="indefinite"/>
                      </p:stCondLst>
                      <p:childTnLst>
                        <p:par>
                          <p:cTn id="337" fill="hold">
                            <p:stCondLst>
                              <p:cond delay="0"/>
                            </p:stCondLst>
                            <p:childTnLst>
                              <p:par>
                                <p:cTn id="338" nodeType="clickEffect" fill="hold" presetClass="entr" presetID="10">
                                  <p:stCondLst>
                                    <p:cond delay="0"/>
                                  </p:stCondLst>
                                  <p:childTnLst>
                                    <p:set>
                                      <p:cBhvr>
                                        <p:cTn id="339" dur="1" fill="hold">
                                          <p:stCondLst>
                                            <p:cond delay="0"/>
                                          </p:stCondLst>
                                        </p:cTn>
                                        <p:tgtEl>
                                          <p:spTgt spid="246"/>
                                        </p:tgtEl>
                                        <p:attrNameLst>
                                          <p:attrName>style.visibility</p:attrName>
                                        </p:attrNameLst>
                                      </p:cBhvr>
                                      <p:to>
                                        <p:strVal val="visible"/>
                                      </p:to>
                                    </p:set>
                                    <p:animEffect filter="fade" transition="in">
                                      <p:cBhvr additive="repl">
                                        <p:cTn id="340" dur="25"/>
                                        <p:tgtEl>
                                          <p:spTgt spid="246"/>
                                        </p:tgtEl>
                                      </p:cBhvr>
                                    </p:animEffect>
                                  </p:childTnLst>
                                </p:cTn>
                              </p:par>
                            </p:childTnLst>
                          </p:cTn>
                        </p:par>
                        <p:par>
                          <p:cTn id="341" fill="hold">
                            <p:stCondLst>
                              <p:cond delay="25"/>
                            </p:stCondLst>
                            <p:childTnLst>
                              <p:par>
                                <p:cTn id="342" nodeType="afterEffect" fill="hold" presetClass="entr" presetID="10">
                                  <p:stCondLst>
                                    <p:cond delay="0"/>
                                  </p:stCondLst>
                                  <p:childTnLst>
                                    <p:set>
                                      <p:cBhvr>
                                        <p:cTn id="343" dur="1" fill="hold">
                                          <p:stCondLst>
                                            <p:cond delay="0"/>
                                          </p:stCondLst>
                                        </p:cTn>
                                        <p:tgtEl>
                                          <p:spTgt spid="247"/>
                                        </p:tgtEl>
                                        <p:attrNameLst>
                                          <p:attrName>style.visibility</p:attrName>
                                        </p:attrNameLst>
                                      </p:cBhvr>
                                      <p:to>
                                        <p:strVal val="visible"/>
                                      </p:to>
                                    </p:set>
                                    <p:animEffect filter="fade" transition="in">
                                      <p:cBhvr additive="repl">
                                        <p:cTn id="344" dur="25"/>
                                        <p:tgtEl>
                                          <p:spTgt spid="247"/>
                                        </p:tgtEl>
                                      </p:cBhvr>
                                    </p:animEffect>
                                  </p:childTnLst>
                                </p:cTn>
                              </p:par>
                            </p:childTnLst>
                          </p:cTn>
                        </p:par>
                        <p:par>
                          <p:cTn id="345" fill="hold">
                            <p:stCondLst>
                              <p:cond delay="50"/>
                            </p:stCondLst>
                            <p:childTnLst>
                              <p:par>
                                <p:cTn id="346" nodeType="afterEffect" fill="hold" presetClass="entr" presetID="10">
                                  <p:stCondLst>
                                    <p:cond delay="0"/>
                                  </p:stCondLst>
                                  <p:childTnLst>
                                    <p:set>
                                      <p:cBhvr>
                                        <p:cTn id="347" dur="1" fill="hold">
                                          <p:stCondLst>
                                            <p:cond delay="0"/>
                                          </p:stCondLst>
                                        </p:cTn>
                                        <p:tgtEl>
                                          <p:spTgt spid="248"/>
                                        </p:tgtEl>
                                        <p:attrNameLst>
                                          <p:attrName>style.visibility</p:attrName>
                                        </p:attrNameLst>
                                      </p:cBhvr>
                                      <p:to>
                                        <p:strVal val="visible"/>
                                      </p:to>
                                    </p:set>
                                    <p:animEffect filter="fade" transition="in">
                                      <p:cBhvr additive="repl">
                                        <p:cTn id="348" dur="25"/>
                                        <p:tgtEl>
                                          <p:spTgt spid="248"/>
                                        </p:tgtEl>
                                      </p:cBhvr>
                                    </p:animEffect>
                                  </p:childTnLst>
                                </p:cTn>
                              </p:par>
                            </p:childTnLst>
                          </p:cTn>
                        </p:par>
                        <p:par>
                          <p:cTn id="349" fill="hold">
                            <p:stCondLst>
                              <p:cond delay="75"/>
                            </p:stCondLst>
                            <p:childTnLst>
                              <p:par>
                                <p:cTn id="350" nodeType="afterEffect" fill="hold" presetClass="entr" presetID="10">
                                  <p:stCondLst>
                                    <p:cond delay="0"/>
                                  </p:stCondLst>
                                  <p:childTnLst>
                                    <p:set>
                                      <p:cBhvr>
                                        <p:cTn id="351" dur="1" fill="hold">
                                          <p:stCondLst>
                                            <p:cond delay="0"/>
                                          </p:stCondLst>
                                        </p:cTn>
                                        <p:tgtEl>
                                          <p:spTgt spid="249"/>
                                        </p:tgtEl>
                                        <p:attrNameLst>
                                          <p:attrName>style.visibility</p:attrName>
                                        </p:attrNameLst>
                                      </p:cBhvr>
                                      <p:to>
                                        <p:strVal val="visible"/>
                                      </p:to>
                                    </p:set>
                                    <p:animEffect filter="fade" transition="in">
                                      <p:cBhvr additive="repl">
                                        <p:cTn id="352" dur="25"/>
                                        <p:tgtEl>
                                          <p:spTgt spid="249"/>
                                        </p:tgtEl>
                                      </p:cBhvr>
                                    </p:animEffect>
                                  </p:childTnLst>
                                </p:cTn>
                              </p:par>
                            </p:childTnLst>
                          </p:cTn>
                        </p:par>
                        <p:par>
                          <p:cTn id="353" fill="hold">
                            <p:stCondLst>
                              <p:cond delay="100"/>
                            </p:stCondLst>
                            <p:childTnLst>
                              <p:par>
                                <p:cTn id="354" nodeType="afterEffect" fill="hold" presetClass="entr" presetID="10">
                                  <p:stCondLst>
                                    <p:cond delay="0"/>
                                  </p:stCondLst>
                                  <p:childTnLst>
                                    <p:set>
                                      <p:cBhvr>
                                        <p:cTn id="355" dur="1" fill="hold">
                                          <p:stCondLst>
                                            <p:cond delay="0"/>
                                          </p:stCondLst>
                                        </p:cTn>
                                        <p:tgtEl>
                                          <p:spTgt spid="250"/>
                                        </p:tgtEl>
                                        <p:attrNameLst>
                                          <p:attrName>style.visibility</p:attrName>
                                        </p:attrNameLst>
                                      </p:cBhvr>
                                      <p:to>
                                        <p:strVal val="visible"/>
                                      </p:to>
                                    </p:set>
                                    <p:animEffect filter="fade" transition="in">
                                      <p:cBhvr additive="repl">
                                        <p:cTn id="356" dur="25"/>
                                        <p:tgtEl>
                                          <p:spTgt spid="250"/>
                                        </p:tgtEl>
                                      </p:cBhvr>
                                    </p:animEffect>
                                  </p:childTnLst>
                                </p:cTn>
                              </p:par>
                            </p:childTnLst>
                          </p:cTn>
                        </p:par>
                        <p:par>
                          <p:cTn id="357" fill="hold">
                            <p:stCondLst>
                              <p:cond delay="125"/>
                            </p:stCondLst>
                            <p:childTnLst>
                              <p:par>
                                <p:cTn id="358" nodeType="afterEffect" fill="hold" presetClass="entr" presetID="10">
                                  <p:stCondLst>
                                    <p:cond delay="0"/>
                                  </p:stCondLst>
                                  <p:childTnLst>
                                    <p:set>
                                      <p:cBhvr>
                                        <p:cTn id="359" dur="1" fill="hold">
                                          <p:stCondLst>
                                            <p:cond delay="0"/>
                                          </p:stCondLst>
                                        </p:cTn>
                                        <p:tgtEl>
                                          <p:spTgt spid="251"/>
                                        </p:tgtEl>
                                        <p:attrNameLst>
                                          <p:attrName>style.visibility</p:attrName>
                                        </p:attrNameLst>
                                      </p:cBhvr>
                                      <p:to>
                                        <p:strVal val="visible"/>
                                      </p:to>
                                    </p:set>
                                    <p:animEffect filter="fade" transition="in">
                                      <p:cBhvr additive="repl">
                                        <p:cTn id="360" dur="25"/>
                                        <p:tgtEl>
                                          <p:spTgt spid="251"/>
                                        </p:tgtEl>
                                      </p:cBhvr>
                                    </p:animEffect>
                                  </p:childTnLst>
                                </p:cTn>
                              </p:par>
                            </p:childTnLst>
                          </p:cTn>
                        </p:par>
                        <p:par>
                          <p:cTn id="361" fill="hold">
                            <p:stCondLst>
                              <p:cond delay="150"/>
                            </p:stCondLst>
                            <p:childTnLst>
                              <p:par>
                                <p:cTn id="362" nodeType="afterEffect" fill="hold" presetClass="entr" presetID="10">
                                  <p:stCondLst>
                                    <p:cond delay="0"/>
                                  </p:stCondLst>
                                  <p:childTnLst>
                                    <p:set>
                                      <p:cBhvr>
                                        <p:cTn id="363" dur="1" fill="hold">
                                          <p:stCondLst>
                                            <p:cond delay="0"/>
                                          </p:stCondLst>
                                        </p:cTn>
                                        <p:tgtEl>
                                          <p:spTgt spid="252"/>
                                        </p:tgtEl>
                                        <p:attrNameLst>
                                          <p:attrName>style.visibility</p:attrName>
                                        </p:attrNameLst>
                                      </p:cBhvr>
                                      <p:to>
                                        <p:strVal val="visible"/>
                                      </p:to>
                                    </p:set>
                                    <p:animEffect filter="fade" transition="in">
                                      <p:cBhvr additive="repl">
                                        <p:cTn id="364" dur="25"/>
                                        <p:tgtEl>
                                          <p:spTgt spid="252"/>
                                        </p:tgtEl>
                                      </p:cBhvr>
                                    </p:animEffect>
                                  </p:childTnLst>
                                </p:cTn>
                              </p:par>
                            </p:childTnLst>
                          </p:cTn>
                        </p:par>
                        <p:par>
                          <p:cTn id="365" fill="hold">
                            <p:stCondLst>
                              <p:cond delay="175"/>
                            </p:stCondLst>
                            <p:childTnLst>
                              <p:par>
                                <p:cTn id="366" nodeType="afterEffect" fill="hold" presetClass="entr" presetID="10">
                                  <p:stCondLst>
                                    <p:cond delay="0"/>
                                  </p:stCondLst>
                                  <p:childTnLst>
                                    <p:set>
                                      <p:cBhvr>
                                        <p:cTn id="367" dur="1" fill="hold">
                                          <p:stCondLst>
                                            <p:cond delay="0"/>
                                          </p:stCondLst>
                                        </p:cTn>
                                        <p:tgtEl>
                                          <p:spTgt spid="253"/>
                                        </p:tgtEl>
                                        <p:attrNameLst>
                                          <p:attrName>style.visibility</p:attrName>
                                        </p:attrNameLst>
                                      </p:cBhvr>
                                      <p:to>
                                        <p:strVal val="visible"/>
                                      </p:to>
                                    </p:set>
                                    <p:animEffect filter="fade" transition="in">
                                      <p:cBhvr additive="repl">
                                        <p:cTn id="368" dur="25"/>
                                        <p:tgtEl>
                                          <p:spTgt spid="253"/>
                                        </p:tgtEl>
                                      </p:cBhvr>
                                    </p:animEffect>
                                  </p:childTnLst>
                                </p:cTn>
                              </p:par>
                            </p:childTnLst>
                          </p:cTn>
                        </p:par>
                        <p:par>
                          <p:cTn id="369" fill="hold">
                            <p:stCondLst>
                              <p:cond delay="200"/>
                            </p:stCondLst>
                            <p:childTnLst>
                              <p:par>
                                <p:cTn id="370" nodeType="afterEffect" fill="hold" presetClass="entr" presetID="10">
                                  <p:stCondLst>
                                    <p:cond delay="0"/>
                                  </p:stCondLst>
                                  <p:childTnLst>
                                    <p:set>
                                      <p:cBhvr>
                                        <p:cTn id="371" dur="1" fill="hold">
                                          <p:stCondLst>
                                            <p:cond delay="0"/>
                                          </p:stCondLst>
                                        </p:cTn>
                                        <p:tgtEl>
                                          <p:spTgt spid="254"/>
                                        </p:tgtEl>
                                        <p:attrNameLst>
                                          <p:attrName>style.visibility</p:attrName>
                                        </p:attrNameLst>
                                      </p:cBhvr>
                                      <p:to>
                                        <p:strVal val="visible"/>
                                      </p:to>
                                    </p:set>
                                    <p:animEffect filter="fade" transition="in">
                                      <p:cBhvr additive="repl">
                                        <p:cTn id="372" dur="25"/>
                                        <p:tgtEl>
                                          <p:spTgt spid="254"/>
                                        </p:tgtEl>
                                      </p:cBhvr>
                                    </p:animEffect>
                                  </p:childTnLst>
                                </p:cTn>
                              </p:par>
                            </p:childTnLst>
                          </p:cTn>
                        </p:par>
                        <p:par>
                          <p:cTn id="373" fill="hold">
                            <p:stCondLst>
                              <p:cond delay="225"/>
                            </p:stCondLst>
                            <p:childTnLst>
                              <p:par>
                                <p:cTn id="374" nodeType="afterEffect" fill="hold" presetClass="entr" presetID="10">
                                  <p:stCondLst>
                                    <p:cond delay="0"/>
                                  </p:stCondLst>
                                  <p:childTnLst>
                                    <p:set>
                                      <p:cBhvr>
                                        <p:cTn id="375" dur="1" fill="hold">
                                          <p:stCondLst>
                                            <p:cond delay="0"/>
                                          </p:stCondLst>
                                        </p:cTn>
                                        <p:tgtEl>
                                          <p:spTgt spid="255"/>
                                        </p:tgtEl>
                                        <p:attrNameLst>
                                          <p:attrName>style.visibility</p:attrName>
                                        </p:attrNameLst>
                                      </p:cBhvr>
                                      <p:to>
                                        <p:strVal val="visible"/>
                                      </p:to>
                                    </p:set>
                                    <p:animEffect filter="fade" transition="in">
                                      <p:cBhvr additive="repl">
                                        <p:cTn id="376" dur="25"/>
                                        <p:tgtEl>
                                          <p:spTgt spid="255"/>
                                        </p:tgtEl>
                                      </p:cBhvr>
                                    </p:animEffect>
                                  </p:childTnLst>
                                </p:cTn>
                              </p:par>
                            </p:childTnLst>
                          </p:cTn>
                        </p:par>
                        <p:par>
                          <p:cTn id="377" fill="hold">
                            <p:stCondLst>
                              <p:cond delay="250"/>
                            </p:stCondLst>
                            <p:childTnLst>
                              <p:par>
                                <p:cTn id="378" nodeType="afterEffect" fill="hold" presetClass="entr" presetID="10">
                                  <p:stCondLst>
                                    <p:cond delay="0"/>
                                  </p:stCondLst>
                                  <p:childTnLst>
                                    <p:set>
                                      <p:cBhvr>
                                        <p:cTn id="379" dur="1" fill="hold">
                                          <p:stCondLst>
                                            <p:cond delay="0"/>
                                          </p:stCondLst>
                                        </p:cTn>
                                        <p:tgtEl>
                                          <p:spTgt spid="256"/>
                                        </p:tgtEl>
                                        <p:attrNameLst>
                                          <p:attrName>style.visibility</p:attrName>
                                        </p:attrNameLst>
                                      </p:cBhvr>
                                      <p:to>
                                        <p:strVal val="visible"/>
                                      </p:to>
                                    </p:set>
                                    <p:animEffect filter="fade" transition="in">
                                      <p:cBhvr additive="repl">
                                        <p:cTn id="380" dur="25"/>
                                        <p:tgtEl>
                                          <p:spTgt spid="256"/>
                                        </p:tgtEl>
                                      </p:cBhvr>
                                    </p:animEffect>
                                  </p:childTnLst>
                                </p:cTn>
                              </p:par>
                            </p:childTnLst>
                          </p:cTn>
                        </p:par>
                        <p:par>
                          <p:cTn id="381" fill="hold">
                            <p:stCondLst>
                              <p:cond delay="275"/>
                            </p:stCondLst>
                            <p:childTnLst>
                              <p:par>
                                <p:cTn id="382" nodeType="afterEffect" fill="hold" presetClass="entr" presetID="10">
                                  <p:stCondLst>
                                    <p:cond delay="0"/>
                                  </p:stCondLst>
                                  <p:childTnLst>
                                    <p:set>
                                      <p:cBhvr>
                                        <p:cTn id="383" dur="1" fill="hold">
                                          <p:stCondLst>
                                            <p:cond delay="0"/>
                                          </p:stCondLst>
                                        </p:cTn>
                                        <p:tgtEl>
                                          <p:spTgt spid="257"/>
                                        </p:tgtEl>
                                        <p:attrNameLst>
                                          <p:attrName>style.visibility</p:attrName>
                                        </p:attrNameLst>
                                      </p:cBhvr>
                                      <p:to>
                                        <p:strVal val="visible"/>
                                      </p:to>
                                    </p:set>
                                    <p:animEffect filter="fade" transition="in">
                                      <p:cBhvr additive="repl">
                                        <p:cTn id="384" dur="25"/>
                                        <p:tgtEl>
                                          <p:spTgt spid="257"/>
                                        </p:tgtEl>
                                      </p:cBhvr>
                                    </p:animEffect>
                                  </p:childTnLst>
                                </p:cTn>
                              </p:par>
                            </p:childTnLst>
                          </p:cTn>
                        </p:par>
                        <p:par>
                          <p:cTn id="385" fill="hold">
                            <p:stCondLst>
                              <p:cond delay="300"/>
                            </p:stCondLst>
                            <p:childTnLst>
                              <p:par>
                                <p:cTn id="386" nodeType="afterEffect" fill="hold" presetClass="entr" presetID="10">
                                  <p:stCondLst>
                                    <p:cond delay="0"/>
                                  </p:stCondLst>
                                  <p:childTnLst>
                                    <p:set>
                                      <p:cBhvr>
                                        <p:cTn id="387" dur="1" fill="hold">
                                          <p:stCondLst>
                                            <p:cond delay="0"/>
                                          </p:stCondLst>
                                        </p:cTn>
                                        <p:tgtEl>
                                          <p:spTgt spid="258"/>
                                        </p:tgtEl>
                                        <p:attrNameLst>
                                          <p:attrName>style.visibility</p:attrName>
                                        </p:attrNameLst>
                                      </p:cBhvr>
                                      <p:to>
                                        <p:strVal val="visible"/>
                                      </p:to>
                                    </p:set>
                                    <p:animEffect filter="fade" transition="in">
                                      <p:cBhvr additive="repl">
                                        <p:cTn id="388" dur="25"/>
                                        <p:tgtEl>
                                          <p:spTgt spid="258"/>
                                        </p:tgtEl>
                                      </p:cBhvr>
                                    </p:animEffect>
                                  </p:childTnLst>
                                </p:cTn>
                              </p:par>
                            </p:childTnLst>
                          </p:cTn>
                        </p:par>
                        <p:par>
                          <p:cTn id="389" fill="hold">
                            <p:stCondLst>
                              <p:cond delay="325"/>
                            </p:stCondLst>
                            <p:childTnLst>
                              <p:par>
                                <p:cTn id="390" nodeType="afterEffect" fill="hold" presetClass="entr" presetID="10">
                                  <p:stCondLst>
                                    <p:cond delay="0"/>
                                  </p:stCondLst>
                                  <p:childTnLst>
                                    <p:set>
                                      <p:cBhvr>
                                        <p:cTn id="391" dur="1" fill="hold">
                                          <p:stCondLst>
                                            <p:cond delay="0"/>
                                          </p:stCondLst>
                                        </p:cTn>
                                        <p:tgtEl>
                                          <p:spTgt spid="259"/>
                                        </p:tgtEl>
                                        <p:attrNameLst>
                                          <p:attrName>style.visibility</p:attrName>
                                        </p:attrNameLst>
                                      </p:cBhvr>
                                      <p:to>
                                        <p:strVal val="visible"/>
                                      </p:to>
                                    </p:set>
                                    <p:animEffect filter="fade" transition="in">
                                      <p:cBhvr additive="repl">
                                        <p:cTn id="392" dur="25"/>
                                        <p:tgtEl>
                                          <p:spTgt spid="259"/>
                                        </p:tgtEl>
                                      </p:cBhvr>
                                    </p:animEffect>
                                  </p:childTnLst>
                                </p:cTn>
                              </p:par>
                            </p:childTnLst>
                          </p:cTn>
                        </p:par>
                        <p:par>
                          <p:cTn id="393" fill="hold">
                            <p:stCondLst>
                              <p:cond delay="350"/>
                            </p:stCondLst>
                            <p:childTnLst>
                              <p:par>
                                <p:cTn id="394" nodeType="afterEffect" fill="hold" presetClass="entr" presetID="10">
                                  <p:stCondLst>
                                    <p:cond delay="0"/>
                                  </p:stCondLst>
                                  <p:childTnLst>
                                    <p:set>
                                      <p:cBhvr>
                                        <p:cTn id="395" dur="1" fill="hold">
                                          <p:stCondLst>
                                            <p:cond delay="0"/>
                                          </p:stCondLst>
                                        </p:cTn>
                                        <p:tgtEl>
                                          <p:spTgt spid="260"/>
                                        </p:tgtEl>
                                        <p:attrNameLst>
                                          <p:attrName>style.visibility</p:attrName>
                                        </p:attrNameLst>
                                      </p:cBhvr>
                                      <p:to>
                                        <p:strVal val="visible"/>
                                      </p:to>
                                    </p:set>
                                    <p:animEffect filter="fade" transition="in">
                                      <p:cBhvr additive="repl">
                                        <p:cTn id="396" dur="25"/>
                                        <p:tgtEl>
                                          <p:spTgt spid="260"/>
                                        </p:tgtEl>
                                      </p:cBhvr>
                                    </p:animEffect>
                                  </p:childTnLst>
                                </p:cTn>
                              </p:par>
                            </p:childTnLst>
                          </p:cTn>
                        </p:par>
                        <p:par>
                          <p:cTn id="397" fill="hold">
                            <p:stCondLst>
                              <p:cond delay="375"/>
                            </p:stCondLst>
                            <p:childTnLst>
                              <p:par>
                                <p:cTn id="398" nodeType="afterEffect" fill="hold" presetClass="entr" presetID="10">
                                  <p:stCondLst>
                                    <p:cond delay="0"/>
                                  </p:stCondLst>
                                  <p:childTnLst>
                                    <p:set>
                                      <p:cBhvr>
                                        <p:cTn id="399" dur="1" fill="hold">
                                          <p:stCondLst>
                                            <p:cond delay="0"/>
                                          </p:stCondLst>
                                        </p:cTn>
                                        <p:tgtEl>
                                          <p:spTgt spid="261"/>
                                        </p:tgtEl>
                                        <p:attrNameLst>
                                          <p:attrName>style.visibility</p:attrName>
                                        </p:attrNameLst>
                                      </p:cBhvr>
                                      <p:to>
                                        <p:strVal val="visible"/>
                                      </p:to>
                                    </p:set>
                                    <p:animEffect filter="fade" transition="in">
                                      <p:cBhvr additive="repl">
                                        <p:cTn id="400" dur="25"/>
                                        <p:tgtEl>
                                          <p:spTgt spid="261"/>
                                        </p:tgtEl>
                                      </p:cBhvr>
                                    </p:animEffect>
                                  </p:childTnLst>
                                </p:cTn>
                              </p:par>
                            </p:childTnLst>
                          </p:cTn>
                        </p:par>
                        <p:par>
                          <p:cTn id="401" fill="hold">
                            <p:stCondLst>
                              <p:cond delay="400"/>
                            </p:stCondLst>
                            <p:childTnLst>
                              <p:par>
                                <p:cTn id="402" nodeType="afterEffect" fill="hold" presetClass="entr" presetID="10">
                                  <p:stCondLst>
                                    <p:cond delay="0"/>
                                  </p:stCondLst>
                                  <p:childTnLst>
                                    <p:set>
                                      <p:cBhvr>
                                        <p:cTn id="403" dur="1" fill="hold">
                                          <p:stCondLst>
                                            <p:cond delay="0"/>
                                          </p:stCondLst>
                                        </p:cTn>
                                        <p:tgtEl>
                                          <p:spTgt spid="262"/>
                                        </p:tgtEl>
                                        <p:attrNameLst>
                                          <p:attrName>style.visibility</p:attrName>
                                        </p:attrNameLst>
                                      </p:cBhvr>
                                      <p:to>
                                        <p:strVal val="visible"/>
                                      </p:to>
                                    </p:set>
                                    <p:animEffect filter="fade" transition="in">
                                      <p:cBhvr additive="repl">
                                        <p:cTn id="404" dur="25"/>
                                        <p:tgtEl>
                                          <p:spTgt spid="262"/>
                                        </p:tgtEl>
                                      </p:cBhvr>
                                    </p:animEffect>
                                  </p:childTnLst>
                                </p:cTn>
                              </p:par>
                            </p:childTnLst>
                          </p:cTn>
                        </p:par>
                        <p:par>
                          <p:cTn id="405" fill="hold">
                            <p:stCondLst>
                              <p:cond delay="425"/>
                            </p:stCondLst>
                            <p:childTnLst>
                              <p:par>
                                <p:cTn id="406" nodeType="afterEffect" fill="hold" presetClass="entr" presetID="10">
                                  <p:stCondLst>
                                    <p:cond delay="0"/>
                                  </p:stCondLst>
                                  <p:childTnLst>
                                    <p:set>
                                      <p:cBhvr>
                                        <p:cTn id="407" dur="1" fill="hold">
                                          <p:stCondLst>
                                            <p:cond delay="0"/>
                                          </p:stCondLst>
                                        </p:cTn>
                                        <p:tgtEl>
                                          <p:spTgt spid="263"/>
                                        </p:tgtEl>
                                        <p:attrNameLst>
                                          <p:attrName>style.visibility</p:attrName>
                                        </p:attrNameLst>
                                      </p:cBhvr>
                                      <p:to>
                                        <p:strVal val="visible"/>
                                      </p:to>
                                    </p:set>
                                    <p:animEffect filter="fade" transition="in">
                                      <p:cBhvr additive="repl">
                                        <p:cTn id="408" dur="25"/>
                                        <p:tgtEl>
                                          <p:spTgt spid="263"/>
                                        </p:tgtEl>
                                      </p:cBhvr>
                                    </p:animEffect>
                                  </p:childTnLst>
                                </p:cTn>
                              </p:par>
                            </p:childTnLst>
                          </p:cTn>
                        </p:par>
                        <p:par>
                          <p:cTn id="409" fill="hold">
                            <p:stCondLst>
                              <p:cond delay="450"/>
                            </p:stCondLst>
                            <p:childTnLst>
                              <p:par>
                                <p:cTn id="410" nodeType="afterEffect" fill="hold" presetClass="entr" presetID="10">
                                  <p:stCondLst>
                                    <p:cond delay="0"/>
                                  </p:stCondLst>
                                  <p:childTnLst>
                                    <p:set>
                                      <p:cBhvr>
                                        <p:cTn id="411" dur="1" fill="hold">
                                          <p:stCondLst>
                                            <p:cond delay="0"/>
                                          </p:stCondLst>
                                        </p:cTn>
                                        <p:tgtEl>
                                          <p:spTgt spid="264"/>
                                        </p:tgtEl>
                                        <p:attrNameLst>
                                          <p:attrName>style.visibility</p:attrName>
                                        </p:attrNameLst>
                                      </p:cBhvr>
                                      <p:to>
                                        <p:strVal val="visible"/>
                                      </p:to>
                                    </p:set>
                                    <p:animEffect filter="fade" transition="in">
                                      <p:cBhvr additive="repl">
                                        <p:cTn id="412" dur="25"/>
                                        <p:tgtEl>
                                          <p:spTgt spid="264"/>
                                        </p:tgtEl>
                                      </p:cBhvr>
                                    </p:animEffect>
                                  </p:childTnLst>
                                </p:cTn>
                              </p:par>
                            </p:childTnLst>
                          </p:cTn>
                        </p:par>
                        <p:par>
                          <p:cTn id="413" fill="hold">
                            <p:stCondLst>
                              <p:cond delay="475"/>
                            </p:stCondLst>
                            <p:childTnLst>
                              <p:par>
                                <p:cTn id="414" nodeType="afterEffect" fill="hold" presetClass="entr" presetID="10">
                                  <p:stCondLst>
                                    <p:cond delay="0"/>
                                  </p:stCondLst>
                                  <p:childTnLst>
                                    <p:set>
                                      <p:cBhvr>
                                        <p:cTn id="415" dur="1" fill="hold">
                                          <p:stCondLst>
                                            <p:cond delay="0"/>
                                          </p:stCondLst>
                                        </p:cTn>
                                        <p:tgtEl>
                                          <p:spTgt spid="265"/>
                                        </p:tgtEl>
                                        <p:attrNameLst>
                                          <p:attrName>style.visibility</p:attrName>
                                        </p:attrNameLst>
                                      </p:cBhvr>
                                      <p:to>
                                        <p:strVal val="visible"/>
                                      </p:to>
                                    </p:set>
                                    <p:animEffect filter="fade" transition="in">
                                      <p:cBhvr additive="repl">
                                        <p:cTn id="416" dur="25"/>
                                        <p:tgtEl>
                                          <p:spTgt spid="265"/>
                                        </p:tgtEl>
                                      </p:cBhvr>
                                    </p:animEffect>
                                  </p:childTnLst>
                                </p:cTn>
                              </p:par>
                            </p:childTnLst>
                          </p:cTn>
                        </p:par>
                        <p:par>
                          <p:cTn id="417" fill="hold">
                            <p:stCondLst>
                              <p:cond delay="500"/>
                            </p:stCondLst>
                            <p:childTnLst>
                              <p:par>
                                <p:cTn id="418" nodeType="afterEffect" fill="hold" presetClass="entr" presetID="10">
                                  <p:stCondLst>
                                    <p:cond delay="0"/>
                                  </p:stCondLst>
                                  <p:childTnLst>
                                    <p:set>
                                      <p:cBhvr>
                                        <p:cTn id="419" dur="1" fill="hold">
                                          <p:stCondLst>
                                            <p:cond delay="0"/>
                                          </p:stCondLst>
                                        </p:cTn>
                                        <p:tgtEl>
                                          <p:spTgt spid="266"/>
                                        </p:tgtEl>
                                        <p:attrNameLst>
                                          <p:attrName>style.visibility</p:attrName>
                                        </p:attrNameLst>
                                      </p:cBhvr>
                                      <p:to>
                                        <p:strVal val="visible"/>
                                      </p:to>
                                    </p:set>
                                    <p:animEffect filter="fade" transition="in">
                                      <p:cBhvr additive="repl">
                                        <p:cTn id="420" dur="25"/>
                                        <p:tgtEl>
                                          <p:spTgt spid="266"/>
                                        </p:tgtEl>
                                      </p:cBhvr>
                                    </p:animEffect>
                                  </p:childTnLst>
                                </p:cTn>
                              </p:par>
                            </p:childTnLst>
                          </p:cTn>
                        </p:par>
                        <p:par>
                          <p:cTn id="421" fill="hold">
                            <p:stCondLst>
                              <p:cond delay="525"/>
                            </p:stCondLst>
                            <p:childTnLst>
                              <p:par>
                                <p:cTn id="422" nodeType="afterEffect" fill="hold" presetClass="entr" presetID="10">
                                  <p:stCondLst>
                                    <p:cond delay="0"/>
                                  </p:stCondLst>
                                  <p:childTnLst>
                                    <p:set>
                                      <p:cBhvr>
                                        <p:cTn id="423" dur="1" fill="hold">
                                          <p:stCondLst>
                                            <p:cond delay="0"/>
                                          </p:stCondLst>
                                        </p:cTn>
                                        <p:tgtEl>
                                          <p:spTgt spid="267"/>
                                        </p:tgtEl>
                                        <p:attrNameLst>
                                          <p:attrName>style.visibility</p:attrName>
                                        </p:attrNameLst>
                                      </p:cBhvr>
                                      <p:to>
                                        <p:strVal val="visible"/>
                                      </p:to>
                                    </p:set>
                                    <p:animEffect filter="fade" transition="in">
                                      <p:cBhvr additive="repl">
                                        <p:cTn id="424" dur="25"/>
                                        <p:tgtEl>
                                          <p:spTgt spid="267"/>
                                        </p:tgtEl>
                                      </p:cBhvr>
                                    </p:animEffect>
                                  </p:childTnLst>
                                </p:cTn>
                              </p:par>
                            </p:childTnLst>
                          </p:cTn>
                        </p:par>
                        <p:par>
                          <p:cTn id="425" fill="hold">
                            <p:stCondLst>
                              <p:cond delay="550"/>
                            </p:stCondLst>
                            <p:childTnLst>
                              <p:par>
                                <p:cTn id="426" nodeType="afterEffect" fill="hold" presetClass="entr" presetID="10">
                                  <p:stCondLst>
                                    <p:cond delay="0"/>
                                  </p:stCondLst>
                                  <p:childTnLst>
                                    <p:set>
                                      <p:cBhvr>
                                        <p:cTn id="427" dur="1" fill="hold">
                                          <p:stCondLst>
                                            <p:cond delay="0"/>
                                          </p:stCondLst>
                                        </p:cTn>
                                        <p:tgtEl>
                                          <p:spTgt spid="268"/>
                                        </p:tgtEl>
                                        <p:attrNameLst>
                                          <p:attrName>style.visibility</p:attrName>
                                        </p:attrNameLst>
                                      </p:cBhvr>
                                      <p:to>
                                        <p:strVal val="visible"/>
                                      </p:to>
                                    </p:set>
                                    <p:animEffect filter="fade" transition="in">
                                      <p:cBhvr additive="repl">
                                        <p:cTn id="428" dur="25"/>
                                        <p:tgtEl>
                                          <p:spTgt spid="268"/>
                                        </p:tgtEl>
                                      </p:cBhvr>
                                    </p:animEffect>
                                  </p:childTnLst>
                                </p:cTn>
                              </p:par>
                            </p:childTnLst>
                          </p:cTn>
                        </p:par>
                        <p:par>
                          <p:cTn id="429" fill="hold">
                            <p:stCondLst>
                              <p:cond delay="575"/>
                            </p:stCondLst>
                            <p:childTnLst>
                              <p:par>
                                <p:cTn id="430" nodeType="afterEffect" fill="hold" presetClass="entr" presetID="10">
                                  <p:stCondLst>
                                    <p:cond delay="0"/>
                                  </p:stCondLst>
                                  <p:childTnLst>
                                    <p:set>
                                      <p:cBhvr>
                                        <p:cTn id="431" dur="1" fill="hold">
                                          <p:stCondLst>
                                            <p:cond delay="0"/>
                                          </p:stCondLst>
                                        </p:cTn>
                                        <p:tgtEl>
                                          <p:spTgt spid="269"/>
                                        </p:tgtEl>
                                        <p:attrNameLst>
                                          <p:attrName>style.visibility</p:attrName>
                                        </p:attrNameLst>
                                      </p:cBhvr>
                                      <p:to>
                                        <p:strVal val="visible"/>
                                      </p:to>
                                    </p:set>
                                    <p:animEffect filter="fade" transition="in">
                                      <p:cBhvr additive="repl">
                                        <p:cTn id="432" dur="25"/>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Adding complexity: depth</a:t>
            </a:r>
            <a:endParaRPr b="0" lang="en-US" sz="4400" spc="-1" strike="noStrike">
              <a:solidFill>
                <a:schemeClr val="dk1"/>
              </a:solidFill>
              <a:latin typeface="Calibri"/>
            </a:endParaRPr>
          </a:p>
        </p:txBody>
      </p:sp>
      <p:sp>
        <p:nvSpPr>
          <p:cNvPr id="297" name="TextBox 3"/>
          <p:cNvSpPr/>
          <p:nvPr/>
        </p:nvSpPr>
        <p:spPr>
          <a:xfrm>
            <a:off x="2233440" y="336024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298" name="Straight Connector 41"/>
          <p:cNvCxnSpPr>
            <a:stCxn id="299" idx="2"/>
            <a:endCxn id="297" idx="3"/>
          </p:cNvCxnSpPr>
          <p:nvPr/>
        </p:nvCxnSpPr>
        <p:spPr>
          <a:xfrm flipH="1">
            <a:off x="2601000" y="3544560"/>
            <a:ext cx="961920" cy="360"/>
          </a:xfrm>
          <a:prstGeom prst="straightConnector1">
            <a:avLst/>
          </a:prstGeom>
          <a:ln>
            <a:solidFill>
              <a:srgbClr val="ffffff">
                <a:lumMod val="65000"/>
              </a:srgbClr>
            </a:solidFill>
          </a:ln>
        </p:spPr>
      </p:cxnSp>
      <p:cxnSp>
        <p:nvCxnSpPr>
          <p:cNvPr id="300" name="Straight Connector 136"/>
          <p:cNvCxnSpPr>
            <a:stCxn id="301" idx="6"/>
            <a:endCxn id="302" idx="2"/>
          </p:cNvCxnSpPr>
          <p:nvPr/>
        </p:nvCxnSpPr>
        <p:spPr>
          <a:xfrm>
            <a:off x="6321240" y="3544560"/>
            <a:ext cx="961920" cy="360"/>
          </a:xfrm>
          <a:prstGeom prst="straightConnector1">
            <a:avLst/>
          </a:prstGeom>
          <a:ln>
            <a:solidFill>
              <a:srgbClr val="ffffff">
                <a:lumMod val="65000"/>
              </a:srgbClr>
            </a:solidFill>
          </a:ln>
        </p:spPr>
      </p:cxnSp>
      <p:sp>
        <p:nvSpPr>
          <p:cNvPr id="299" name="Oval 281"/>
          <p:cNvSpPr/>
          <p:nvPr/>
        </p:nvSpPr>
        <p:spPr>
          <a:xfrm>
            <a:off x="356256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sp>
        <p:nvSpPr>
          <p:cNvPr id="303" name="TextBox 305"/>
          <p:cNvSpPr/>
          <p:nvPr/>
        </p:nvSpPr>
        <p:spPr>
          <a:xfrm>
            <a:off x="9762840" y="3360240"/>
            <a:ext cx="3675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304" name="Oval 2"/>
          <p:cNvSpPr/>
          <p:nvPr/>
        </p:nvSpPr>
        <p:spPr>
          <a:xfrm>
            <a:off x="480240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sp>
        <p:nvSpPr>
          <p:cNvPr id="301" name="Oval 4"/>
          <p:cNvSpPr/>
          <p:nvPr/>
        </p:nvSpPr>
        <p:spPr>
          <a:xfrm>
            <a:off x="604260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sp>
        <p:nvSpPr>
          <p:cNvPr id="302" name="Oval 5"/>
          <p:cNvSpPr/>
          <p:nvPr/>
        </p:nvSpPr>
        <p:spPr>
          <a:xfrm>
            <a:off x="728280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sp>
        <p:nvSpPr>
          <p:cNvPr id="305" name="Oval 6"/>
          <p:cNvSpPr/>
          <p:nvPr/>
        </p:nvSpPr>
        <p:spPr>
          <a:xfrm>
            <a:off x="8523000" y="3405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u="sng">
              <a:solidFill>
                <a:schemeClr val="lt1"/>
              </a:solidFill>
              <a:uFillTx/>
              <a:latin typeface="Calibri"/>
            </a:endParaRPr>
          </a:p>
        </p:txBody>
      </p:sp>
      <p:cxnSp>
        <p:nvCxnSpPr>
          <p:cNvPr id="306" name="Straight Connector 8"/>
          <p:cNvCxnSpPr>
            <a:stCxn id="302" idx="6"/>
            <a:endCxn id="305" idx="2"/>
          </p:cNvCxnSpPr>
          <p:nvPr/>
        </p:nvCxnSpPr>
        <p:spPr>
          <a:xfrm>
            <a:off x="7561440" y="3544560"/>
            <a:ext cx="961920" cy="360"/>
          </a:xfrm>
          <a:prstGeom prst="straightConnector1">
            <a:avLst/>
          </a:prstGeom>
          <a:ln>
            <a:solidFill>
              <a:srgbClr val="ffffff">
                <a:lumMod val="65000"/>
              </a:srgbClr>
            </a:solidFill>
          </a:ln>
        </p:spPr>
      </p:cxnSp>
      <p:cxnSp>
        <p:nvCxnSpPr>
          <p:cNvPr id="307" name="Straight Connector 9"/>
          <p:cNvCxnSpPr>
            <a:stCxn id="305" idx="6"/>
            <a:endCxn id="303" idx="1"/>
          </p:cNvCxnSpPr>
          <p:nvPr/>
        </p:nvCxnSpPr>
        <p:spPr>
          <a:xfrm>
            <a:off x="8801640" y="3544560"/>
            <a:ext cx="961560" cy="360"/>
          </a:xfrm>
          <a:prstGeom prst="straightConnector1">
            <a:avLst/>
          </a:prstGeom>
          <a:ln>
            <a:solidFill>
              <a:srgbClr val="ffffff">
                <a:lumMod val="65000"/>
              </a:srgbClr>
            </a:solidFill>
          </a:ln>
        </p:spPr>
      </p:cxnSp>
      <p:cxnSp>
        <p:nvCxnSpPr>
          <p:cNvPr id="308" name="Straight Connector 10"/>
          <p:cNvCxnSpPr>
            <a:stCxn id="304" idx="6"/>
            <a:endCxn id="301" idx="2"/>
          </p:cNvCxnSpPr>
          <p:nvPr/>
        </p:nvCxnSpPr>
        <p:spPr>
          <a:xfrm>
            <a:off x="5081040" y="3544560"/>
            <a:ext cx="961920" cy="360"/>
          </a:xfrm>
          <a:prstGeom prst="straightConnector1">
            <a:avLst/>
          </a:prstGeom>
          <a:ln>
            <a:solidFill>
              <a:srgbClr val="ffffff">
                <a:lumMod val="65000"/>
              </a:srgbClr>
            </a:solidFill>
          </a:ln>
        </p:spPr>
      </p:cxnSp>
      <p:cxnSp>
        <p:nvCxnSpPr>
          <p:cNvPr id="309" name="Straight Connector 11"/>
          <p:cNvCxnSpPr>
            <a:stCxn id="299" idx="6"/>
            <a:endCxn id="304" idx="2"/>
          </p:cNvCxnSpPr>
          <p:nvPr/>
        </p:nvCxnSpPr>
        <p:spPr>
          <a:xfrm>
            <a:off x="3841200" y="3544560"/>
            <a:ext cx="961560" cy="360"/>
          </a:xfrm>
          <a:prstGeom prst="straightConnector1">
            <a:avLst/>
          </a:prstGeom>
          <a:ln>
            <a:solidFill>
              <a:srgbClr val="ffffff">
                <a:lumMod val="65000"/>
              </a:srgbClr>
            </a:solidFill>
          </a:ln>
        </p:spPr>
      </p:cxnSp>
    </p:spTree>
  </p:cSld>
  <mc:AlternateContent>
    <mc:Choice Requires="p14">
      <p:transition spd="slow" p14:dur="2000"/>
    </mc:Choice>
    <mc:Fallback>
      <p:transition spd="slow"/>
    </mc:Fallback>
  </mc:AlternateContent>
  <p:timing>
    <p:tnLst>
      <p:par>
        <p:cTn id="433" dur="indefinite" restart="never" nodeType="tmRoot">
          <p:childTnLst>
            <p:seq>
              <p:cTn id="434" dur="indefinite" nodeType="mainSeq">
                <p:childTnLst>
                  <p:par>
                    <p:cTn id="435" fill="hold">
                      <p:stCondLst>
                        <p:cond delay="indefinite"/>
                      </p:stCondLst>
                      <p:childTnLst>
                        <p:par>
                          <p:cTn id="436" fill="hold">
                            <p:stCondLst>
                              <p:cond delay="0"/>
                            </p:stCondLst>
                            <p:childTnLst>
                              <p:par>
                                <p:cTn id="437" nodeType="clickEffect" fill="hold" presetClass="entr" presetID="10">
                                  <p:stCondLst>
                                    <p:cond delay="0"/>
                                  </p:stCondLst>
                                  <p:childTnLst>
                                    <p:set>
                                      <p:cBhvr>
                                        <p:cTn id="438" dur="1" fill="hold">
                                          <p:stCondLst>
                                            <p:cond delay="0"/>
                                          </p:stCondLst>
                                        </p:cTn>
                                        <p:tgtEl>
                                          <p:spTgt spid="299"/>
                                        </p:tgtEl>
                                        <p:attrNameLst>
                                          <p:attrName>style.visibility</p:attrName>
                                        </p:attrNameLst>
                                      </p:cBhvr>
                                      <p:to>
                                        <p:strVal val="visible"/>
                                      </p:to>
                                    </p:set>
                                    <p:animEffect filter="fade" transition="in">
                                      <p:cBhvr additive="repl">
                                        <p:cTn id="439" dur="200"/>
                                        <p:tgtEl>
                                          <p:spTgt spid="299"/>
                                        </p:tgtEl>
                                      </p:cBhvr>
                                    </p:animEffect>
                                  </p:childTnLst>
                                </p:cTn>
                              </p:par>
                            </p:childTnLst>
                          </p:cTn>
                        </p:par>
                        <p:par>
                          <p:cTn id="440" fill="hold">
                            <p:stCondLst>
                              <p:cond delay="200"/>
                            </p:stCondLst>
                            <p:childTnLst>
                              <p:par>
                                <p:cTn id="441" nodeType="afterEffect" fill="hold" presetClass="entr" presetID="10">
                                  <p:stCondLst>
                                    <p:cond delay="0"/>
                                  </p:stCondLst>
                                  <p:childTnLst>
                                    <p:set>
                                      <p:cBhvr>
                                        <p:cTn id="442" dur="1" fill="hold">
                                          <p:stCondLst>
                                            <p:cond delay="0"/>
                                          </p:stCondLst>
                                        </p:cTn>
                                        <p:tgtEl>
                                          <p:spTgt spid="304"/>
                                        </p:tgtEl>
                                        <p:attrNameLst>
                                          <p:attrName>style.visibility</p:attrName>
                                        </p:attrNameLst>
                                      </p:cBhvr>
                                      <p:to>
                                        <p:strVal val="visible"/>
                                      </p:to>
                                    </p:set>
                                    <p:animEffect filter="fade" transition="in">
                                      <p:cBhvr additive="repl">
                                        <p:cTn id="443" dur="200"/>
                                        <p:tgtEl>
                                          <p:spTgt spid="304"/>
                                        </p:tgtEl>
                                      </p:cBhvr>
                                    </p:animEffect>
                                  </p:childTnLst>
                                </p:cTn>
                              </p:par>
                            </p:childTnLst>
                          </p:cTn>
                        </p:par>
                        <p:par>
                          <p:cTn id="444" fill="hold">
                            <p:stCondLst>
                              <p:cond delay="400"/>
                            </p:stCondLst>
                            <p:childTnLst>
                              <p:par>
                                <p:cTn id="445" nodeType="afterEffect" fill="hold" presetClass="entr" presetID="10">
                                  <p:stCondLst>
                                    <p:cond delay="0"/>
                                  </p:stCondLst>
                                  <p:childTnLst>
                                    <p:set>
                                      <p:cBhvr>
                                        <p:cTn id="446" dur="1" fill="hold">
                                          <p:stCondLst>
                                            <p:cond delay="0"/>
                                          </p:stCondLst>
                                        </p:cTn>
                                        <p:tgtEl>
                                          <p:spTgt spid="301"/>
                                        </p:tgtEl>
                                        <p:attrNameLst>
                                          <p:attrName>style.visibility</p:attrName>
                                        </p:attrNameLst>
                                      </p:cBhvr>
                                      <p:to>
                                        <p:strVal val="visible"/>
                                      </p:to>
                                    </p:set>
                                    <p:animEffect filter="fade" transition="in">
                                      <p:cBhvr additive="repl">
                                        <p:cTn id="447" dur="200"/>
                                        <p:tgtEl>
                                          <p:spTgt spid="301"/>
                                        </p:tgtEl>
                                      </p:cBhvr>
                                    </p:animEffect>
                                  </p:childTnLst>
                                </p:cTn>
                              </p:par>
                            </p:childTnLst>
                          </p:cTn>
                        </p:par>
                        <p:par>
                          <p:cTn id="448" fill="hold">
                            <p:stCondLst>
                              <p:cond delay="600"/>
                            </p:stCondLst>
                            <p:childTnLst>
                              <p:par>
                                <p:cTn id="449" nodeType="afterEffect" fill="hold" presetClass="entr" presetID="10">
                                  <p:stCondLst>
                                    <p:cond delay="0"/>
                                  </p:stCondLst>
                                  <p:childTnLst>
                                    <p:set>
                                      <p:cBhvr>
                                        <p:cTn id="450" dur="1" fill="hold">
                                          <p:stCondLst>
                                            <p:cond delay="0"/>
                                          </p:stCondLst>
                                        </p:cTn>
                                        <p:tgtEl>
                                          <p:spTgt spid="302"/>
                                        </p:tgtEl>
                                        <p:attrNameLst>
                                          <p:attrName>style.visibility</p:attrName>
                                        </p:attrNameLst>
                                      </p:cBhvr>
                                      <p:to>
                                        <p:strVal val="visible"/>
                                      </p:to>
                                    </p:set>
                                    <p:animEffect filter="fade" transition="in">
                                      <p:cBhvr additive="repl">
                                        <p:cTn id="451" dur="200"/>
                                        <p:tgtEl>
                                          <p:spTgt spid="302"/>
                                        </p:tgtEl>
                                      </p:cBhvr>
                                    </p:animEffect>
                                  </p:childTnLst>
                                </p:cTn>
                              </p:par>
                            </p:childTnLst>
                          </p:cTn>
                        </p:par>
                        <p:par>
                          <p:cTn id="452" fill="hold">
                            <p:stCondLst>
                              <p:cond delay="800"/>
                            </p:stCondLst>
                            <p:childTnLst>
                              <p:par>
                                <p:cTn id="453" nodeType="afterEffect" fill="hold" presetClass="entr" presetID="10">
                                  <p:stCondLst>
                                    <p:cond delay="0"/>
                                  </p:stCondLst>
                                  <p:childTnLst>
                                    <p:set>
                                      <p:cBhvr>
                                        <p:cTn id="454" dur="1" fill="hold">
                                          <p:stCondLst>
                                            <p:cond delay="0"/>
                                          </p:stCondLst>
                                        </p:cTn>
                                        <p:tgtEl>
                                          <p:spTgt spid="305"/>
                                        </p:tgtEl>
                                        <p:attrNameLst>
                                          <p:attrName>style.visibility</p:attrName>
                                        </p:attrNameLst>
                                      </p:cBhvr>
                                      <p:to>
                                        <p:strVal val="visible"/>
                                      </p:to>
                                    </p:set>
                                    <p:animEffect filter="fade" transition="in">
                                      <p:cBhvr additive="repl">
                                        <p:cTn id="455" dur="200"/>
                                        <p:tgtEl>
                                          <p:spTgt spid="305"/>
                                        </p:tgtEl>
                                      </p:cBhvr>
                                    </p:animEffect>
                                  </p:childTnLst>
                                </p:cTn>
                              </p:par>
                            </p:childTnLst>
                          </p:cTn>
                        </p:par>
                      </p:childTnLst>
                    </p:cTn>
                  </p:par>
                  <p:par>
                    <p:cTn id="456" fill="hold">
                      <p:stCondLst>
                        <p:cond delay="indefinite"/>
                      </p:stCondLst>
                      <p:childTnLst>
                        <p:par>
                          <p:cTn id="457" fill="hold">
                            <p:stCondLst>
                              <p:cond delay="0"/>
                            </p:stCondLst>
                            <p:childTnLst>
                              <p:par>
                                <p:cTn id="458" nodeType="clickEffect" fill="hold" presetClass="entr" presetID="10">
                                  <p:stCondLst>
                                    <p:cond delay="0"/>
                                  </p:stCondLst>
                                  <p:childTnLst>
                                    <p:set>
                                      <p:cBhvr>
                                        <p:cTn id="459" dur="1" fill="hold">
                                          <p:stCondLst>
                                            <p:cond delay="0"/>
                                          </p:stCondLst>
                                        </p:cTn>
                                        <p:tgtEl>
                                          <p:spTgt spid="298"/>
                                        </p:tgtEl>
                                        <p:attrNameLst>
                                          <p:attrName>style.visibility</p:attrName>
                                        </p:attrNameLst>
                                      </p:cBhvr>
                                      <p:to>
                                        <p:strVal val="visible"/>
                                      </p:to>
                                    </p:set>
                                    <p:animEffect filter="fade" transition="in">
                                      <p:cBhvr additive="repl">
                                        <p:cTn id="460" dur="200"/>
                                        <p:tgtEl>
                                          <p:spTgt spid="298"/>
                                        </p:tgtEl>
                                      </p:cBhvr>
                                    </p:animEffect>
                                  </p:childTnLst>
                                </p:cTn>
                              </p:par>
                            </p:childTnLst>
                          </p:cTn>
                        </p:par>
                        <p:par>
                          <p:cTn id="461" fill="hold">
                            <p:stCondLst>
                              <p:cond delay="200"/>
                            </p:stCondLst>
                            <p:childTnLst>
                              <p:par>
                                <p:cTn id="462" nodeType="afterEffect" fill="hold" presetClass="entr" presetID="10">
                                  <p:stCondLst>
                                    <p:cond delay="0"/>
                                  </p:stCondLst>
                                  <p:childTnLst>
                                    <p:set>
                                      <p:cBhvr>
                                        <p:cTn id="463" dur="1" fill="hold">
                                          <p:stCondLst>
                                            <p:cond delay="0"/>
                                          </p:stCondLst>
                                        </p:cTn>
                                        <p:tgtEl>
                                          <p:spTgt spid="309"/>
                                        </p:tgtEl>
                                        <p:attrNameLst>
                                          <p:attrName>style.visibility</p:attrName>
                                        </p:attrNameLst>
                                      </p:cBhvr>
                                      <p:to>
                                        <p:strVal val="visible"/>
                                      </p:to>
                                    </p:set>
                                    <p:animEffect filter="fade" transition="in">
                                      <p:cBhvr additive="repl">
                                        <p:cTn id="464" dur="200"/>
                                        <p:tgtEl>
                                          <p:spTgt spid="309"/>
                                        </p:tgtEl>
                                      </p:cBhvr>
                                    </p:animEffect>
                                  </p:childTnLst>
                                </p:cTn>
                              </p:par>
                            </p:childTnLst>
                          </p:cTn>
                        </p:par>
                        <p:par>
                          <p:cTn id="465" fill="hold">
                            <p:stCondLst>
                              <p:cond delay="400"/>
                            </p:stCondLst>
                            <p:childTnLst>
                              <p:par>
                                <p:cTn id="466" nodeType="afterEffect" fill="hold" presetClass="entr" presetID="10">
                                  <p:stCondLst>
                                    <p:cond delay="0"/>
                                  </p:stCondLst>
                                  <p:childTnLst>
                                    <p:set>
                                      <p:cBhvr>
                                        <p:cTn id="467" dur="1" fill="hold">
                                          <p:stCondLst>
                                            <p:cond delay="0"/>
                                          </p:stCondLst>
                                        </p:cTn>
                                        <p:tgtEl>
                                          <p:spTgt spid="308"/>
                                        </p:tgtEl>
                                        <p:attrNameLst>
                                          <p:attrName>style.visibility</p:attrName>
                                        </p:attrNameLst>
                                      </p:cBhvr>
                                      <p:to>
                                        <p:strVal val="visible"/>
                                      </p:to>
                                    </p:set>
                                    <p:animEffect filter="fade" transition="in">
                                      <p:cBhvr additive="repl">
                                        <p:cTn id="468" dur="200"/>
                                        <p:tgtEl>
                                          <p:spTgt spid="308"/>
                                        </p:tgtEl>
                                      </p:cBhvr>
                                    </p:animEffect>
                                  </p:childTnLst>
                                </p:cTn>
                              </p:par>
                            </p:childTnLst>
                          </p:cTn>
                        </p:par>
                        <p:par>
                          <p:cTn id="469" fill="hold">
                            <p:stCondLst>
                              <p:cond delay="600"/>
                            </p:stCondLst>
                            <p:childTnLst>
                              <p:par>
                                <p:cTn id="470" nodeType="afterEffect" fill="hold" presetClass="entr" presetID="10">
                                  <p:stCondLst>
                                    <p:cond delay="0"/>
                                  </p:stCondLst>
                                  <p:childTnLst>
                                    <p:set>
                                      <p:cBhvr>
                                        <p:cTn id="471" dur="1" fill="hold">
                                          <p:stCondLst>
                                            <p:cond delay="0"/>
                                          </p:stCondLst>
                                        </p:cTn>
                                        <p:tgtEl>
                                          <p:spTgt spid="300"/>
                                        </p:tgtEl>
                                        <p:attrNameLst>
                                          <p:attrName>style.visibility</p:attrName>
                                        </p:attrNameLst>
                                      </p:cBhvr>
                                      <p:to>
                                        <p:strVal val="visible"/>
                                      </p:to>
                                    </p:set>
                                    <p:animEffect filter="fade" transition="in">
                                      <p:cBhvr additive="repl">
                                        <p:cTn id="472" dur="200"/>
                                        <p:tgtEl>
                                          <p:spTgt spid="300"/>
                                        </p:tgtEl>
                                      </p:cBhvr>
                                    </p:animEffect>
                                  </p:childTnLst>
                                </p:cTn>
                              </p:par>
                            </p:childTnLst>
                          </p:cTn>
                        </p:par>
                        <p:par>
                          <p:cTn id="473" fill="hold">
                            <p:stCondLst>
                              <p:cond delay="800"/>
                            </p:stCondLst>
                            <p:childTnLst>
                              <p:par>
                                <p:cTn id="474" nodeType="afterEffect" fill="hold" presetClass="entr" presetID="10">
                                  <p:stCondLst>
                                    <p:cond delay="0"/>
                                  </p:stCondLst>
                                  <p:childTnLst>
                                    <p:set>
                                      <p:cBhvr>
                                        <p:cTn id="475" dur="1" fill="hold">
                                          <p:stCondLst>
                                            <p:cond delay="0"/>
                                          </p:stCondLst>
                                        </p:cTn>
                                        <p:tgtEl>
                                          <p:spTgt spid="306"/>
                                        </p:tgtEl>
                                        <p:attrNameLst>
                                          <p:attrName>style.visibility</p:attrName>
                                        </p:attrNameLst>
                                      </p:cBhvr>
                                      <p:to>
                                        <p:strVal val="visible"/>
                                      </p:to>
                                    </p:set>
                                    <p:animEffect filter="fade" transition="in">
                                      <p:cBhvr additive="repl">
                                        <p:cTn id="476" dur="200"/>
                                        <p:tgtEl>
                                          <p:spTgt spid="306"/>
                                        </p:tgtEl>
                                      </p:cBhvr>
                                    </p:animEffect>
                                  </p:childTnLst>
                                </p:cTn>
                              </p:par>
                            </p:childTnLst>
                          </p:cTn>
                        </p:par>
                        <p:par>
                          <p:cTn id="477" fill="hold">
                            <p:stCondLst>
                              <p:cond delay="1000"/>
                            </p:stCondLst>
                            <p:childTnLst>
                              <p:par>
                                <p:cTn id="478" nodeType="afterEffect" fill="hold" presetClass="entr" presetID="10">
                                  <p:stCondLst>
                                    <p:cond delay="0"/>
                                  </p:stCondLst>
                                  <p:childTnLst>
                                    <p:set>
                                      <p:cBhvr>
                                        <p:cTn id="479" dur="1" fill="hold">
                                          <p:stCondLst>
                                            <p:cond delay="0"/>
                                          </p:stCondLst>
                                        </p:cTn>
                                        <p:tgtEl>
                                          <p:spTgt spid="307"/>
                                        </p:tgtEl>
                                        <p:attrNameLst>
                                          <p:attrName>style.visibility</p:attrName>
                                        </p:attrNameLst>
                                      </p:cBhvr>
                                      <p:to>
                                        <p:strVal val="visible"/>
                                      </p:to>
                                    </p:set>
                                    <p:animEffect filter="fade" transition="in">
                                      <p:cBhvr additive="repl">
                                        <p:cTn id="480" dur="2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Adding complexity: width &amp; depth</a:t>
            </a:r>
            <a:endParaRPr b="0" lang="en-US" sz="4400" spc="-1" strike="noStrike">
              <a:solidFill>
                <a:schemeClr val="dk1"/>
              </a:solidFill>
              <a:latin typeface="Calibri"/>
            </a:endParaRPr>
          </a:p>
        </p:txBody>
      </p:sp>
      <p:grpSp>
        <p:nvGrpSpPr>
          <p:cNvPr id="311" name="Group 242"/>
          <p:cNvGrpSpPr/>
          <p:nvPr/>
        </p:nvGrpSpPr>
        <p:grpSpPr>
          <a:xfrm>
            <a:off x="5963040" y="1780920"/>
            <a:ext cx="278640" cy="4373640"/>
            <a:chOff x="5963040" y="1780920"/>
            <a:chExt cx="278640" cy="4373640"/>
          </a:xfrm>
        </p:grpSpPr>
        <p:sp>
          <p:nvSpPr>
            <p:cNvPr id="312" name="Oval 243"/>
            <p:cNvSpPr/>
            <p:nvPr/>
          </p:nvSpPr>
          <p:spPr>
            <a:xfrm>
              <a:off x="5963040" y="1780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3" name="Oval 244"/>
            <p:cNvSpPr/>
            <p:nvPr/>
          </p:nvSpPr>
          <p:spPr>
            <a:xfrm>
              <a:off x="5963040" y="1958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4" name="Oval 245"/>
            <p:cNvSpPr/>
            <p:nvPr/>
          </p:nvSpPr>
          <p:spPr>
            <a:xfrm>
              <a:off x="5963040" y="21369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5" name="Oval 246"/>
            <p:cNvSpPr/>
            <p:nvPr/>
          </p:nvSpPr>
          <p:spPr>
            <a:xfrm>
              <a:off x="5963040" y="23151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6" name="Oval 247"/>
            <p:cNvSpPr/>
            <p:nvPr/>
          </p:nvSpPr>
          <p:spPr>
            <a:xfrm>
              <a:off x="5963040" y="24930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7" name="Oval 248"/>
            <p:cNvSpPr/>
            <p:nvPr/>
          </p:nvSpPr>
          <p:spPr>
            <a:xfrm>
              <a:off x="5963040" y="2671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8" name="Oval 249"/>
            <p:cNvSpPr/>
            <p:nvPr/>
          </p:nvSpPr>
          <p:spPr>
            <a:xfrm>
              <a:off x="5963040" y="2849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19" name="Oval 250"/>
            <p:cNvSpPr/>
            <p:nvPr/>
          </p:nvSpPr>
          <p:spPr>
            <a:xfrm>
              <a:off x="5963040" y="3027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0" name="Oval 251"/>
            <p:cNvSpPr/>
            <p:nvPr/>
          </p:nvSpPr>
          <p:spPr>
            <a:xfrm>
              <a:off x="5963040" y="3205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1" name="Oval 252"/>
            <p:cNvSpPr/>
            <p:nvPr/>
          </p:nvSpPr>
          <p:spPr>
            <a:xfrm>
              <a:off x="5963040" y="33832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2" name="Oval 253"/>
            <p:cNvSpPr/>
            <p:nvPr/>
          </p:nvSpPr>
          <p:spPr>
            <a:xfrm>
              <a:off x="5963040" y="3561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3" name="Oval 254"/>
            <p:cNvSpPr/>
            <p:nvPr/>
          </p:nvSpPr>
          <p:spPr>
            <a:xfrm>
              <a:off x="5963040" y="37393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4" name="Oval 255"/>
            <p:cNvSpPr/>
            <p:nvPr/>
          </p:nvSpPr>
          <p:spPr>
            <a:xfrm>
              <a:off x="5963040" y="3917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5" name="Oval 256"/>
            <p:cNvSpPr/>
            <p:nvPr/>
          </p:nvSpPr>
          <p:spPr>
            <a:xfrm>
              <a:off x="5963040" y="4095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6" name="Oval 257"/>
            <p:cNvSpPr/>
            <p:nvPr/>
          </p:nvSpPr>
          <p:spPr>
            <a:xfrm>
              <a:off x="5963040" y="42735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7" name="Oval 258"/>
            <p:cNvSpPr/>
            <p:nvPr/>
          </p:nvSpPr>
          <p:spPr>
            <a:xfrm>
              <a:off x="5963040" y="44514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8" name="Oval 259"/>
            <p:cNvSpPr/>
            <p:nvPr/>
          </p:nvSpPr>
          <p:spPr>
            <a:xfrm>
              <a:off x="5963040" y="46296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29" name="Oval 260"/>
            <p:cNvSpPr/>
            <p:nvPr/>
          </p:nvSpPr>
          <p:spPr>
            <a:xfrm>
              <a:off x="5963040" y="4807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0" name="Oval 261"/>
            <p:cNvSpPr/>
            <p:nvPr/>
          </p:nvSpPr>
          <p:spPr>
            <a:xfrm>
              <a:off x="5963040" y="49856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1" name="Oval 262"/>
            <p:cNvSpPr/>
            <p:nvPr/>
          </p:nvSpPr>
          <p:spPr>
            <a:xfrm>
              <a:off x="5963040" y="5163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2" name="Oval 263"/>
            <p:cNvSpPr/>
            <p:nvPr/>
          </p:nvSpPr>
          <p:spPr>
            <a:xfrm>
              <a:off x="5963040" y="5341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3" name="Oval 264"/>
            <p:cNvSpPr/>
            <p:nvPr/>
          </p:nvSpPr>
          <p:spPr>
            <a:xfrm>
              <a:off x="5963040" y="551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4" name="Oval 265"/>
            <p:cNvSpPr/>
            <p:nvPr/>
          </p:nvSpPr>
          <p:spPr>
            <a:xfrm>
              <a:off x="5963040" y="5697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5" name="Oval 266"/>
            <p:cNvSpPr/>
            <p:nvPr/>
          </p:nvSpPr>
          <p:spPr>
            <a:xfrm>
              <a:off x="5963040" y="5875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336" name="Group 556"/>
          <p:cNvGrpSpPr/>
          <p:nvPr/>
        </p:nvGrpSpPr>
        <p:grpSpPr>
          <a:xfrm>
            <a:off x="9293400" y="2083680"/>
            <a:ext cx="278640" cy="3885480"/>
            <a:chOff x="9293400" y="2083680"/>
            <a:chExt cx="278640" cy="3885480"/>
          </a:xfrm>
        </p:grpSpPr>
        <p:sp>
          <p:nvSpPr>
            <p:cNvPr id="337" name="Oval 279"/>
            <p:cNvSpPr/>
            <p:nvPr/>
          </p:nvSpPr>
          <p:spPr>
            <a:xfrm>
              <a:off x="9293400" y="2083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8" name="Oval 293"/>
            <p:cNvSpPr/>
            <p:nvPr/>
          </p:nvSpPr>
          <p:spPr>
            <a:xfrm>
              <a:off x="9293400" y="2484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39" name="Oval 294"/>
            <p:cNvSpPr/>
            <p:nvPr/>
          </p:nvSpPr>
          <p:spPr>
            <a:xfrm>
              <a:off x="9293400" y="2885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0" name="Oval 295"/>
            <p:cNvSpPr/>
            <p:nvPr/>
          </p:nvSpPr>
          <p:spPr>
            <a:xfrm>
              <a:off x="9293400" y="3286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1" name="Oval 296"/>
            <p:cNvSpPr/>
            <p:nvPr/>
          </p:nvSpPr>
          <p:spPr>
            <a:xfrm>
              <a:off x="9293400" y="3686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2" name="Oval 297"/>
            <p:cNvSpPr/>
            <p:nvPr/>
          </p:nvSpPr>
          <p:spPr>
            <a:xfrm>
              <a:off x="9293400" y="4087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3" name="Oval 298"/>
            <p:cNvSpPr/>
            <p:nvPr/>
          </p:nvSpPr>
          <p:spPr>
            <a:xfrm>
              <a:off x="9293400" y="4488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4" name="Oval 299"/>
            <p:cNvSpPr/>
            <p:nvPr/>
          </p:nvSpPr>
          <p:spPr>
            <a:xfrm>
              <a:off x="9293400" y="4888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5" name="Oval 301"/>
            <p:cNvSpPr/>
            <p:nvPr/>
          </p:nvSpPr>
          <p:spPr>
            <a:xfrm>
              <a:off x="9293400" y="5289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6" name="Oval 302"/>
            <p:cNvSpPr/>
            <p:nvPr/>
          </p:nvSpPr>
          <p:spPr>
            <a:xfrm>
              <a:off x="9293400" y="5690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347" name="Group 554"/>
          <p:cNvGrpSpPr/>
          <p:nvPr/>
        </p:nvGrpSpPr>
        <p:grpSpPr>
          <a:xfrm>
            <a:off x="2622600" y="2093040"/>
            <a:ext cx="278640" cy="3885480"/>
            <a:chOff x="2622600" y="2093040"/>
            <a:chExt cx="278640" cy="3885480"/>
          </a:xfrm>
        </p:grpSpPr>
        <p:sp>
          <p:nvSpPr>
            <p:cNvPr id="348" name="Oval 543"/>
            <p:cNvSpPr/>
            <p:nvPr/>
          </p:nvSpPr>
          <p:spPr>
            <a:xfrm flipH="1">
              <a:off x="2622600" y="2093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49" name="Oval 544"/>
            <p:cNvSpPr/>
            <p:nvPr/>
          </p:nvSpPr>
          <p:spPr>
            <a:xfrm flipH="1">
              <a:off x="2622600" y="2493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0" name="Oval 545"/>
            <p:cNvSpPr/>
            <p:nvPr/>
          </p:nvSpPr>
          <p:spPr>
            <a:xfrm flipH="1">
              <a:off x="2622600" y="2894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1" name="Oval 546"/>
            <p:cNvSpPr/>
            <p:nvPr/>
          </p:nvSpPr>
          <p:spPr>
            <a:xfrm flipH="1">
              <a:off x="2622600" y="3295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2" name="Oval 547"/>
            <p:cNvSpPr/>
            <p:nvPr/>
          </p:nvSpPr>
          <p:spPr>
            <a:xfrm flipH="1">
              <a:off x="2622600" y="3696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3" name="Oval 548"/>
            <p:cNvSpPr/>
            <p:nvPr/>
          </p:nvSpPr>
          <p:spPr>
            <a:xfrm flipH="1">
              <a:off x="2622600" y="4096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4" name="Oval 549"/>
            <p:cNvSpPr/>
            <p:nvPr/>
          </p:nvSpPr>
          <p:spPr>
            <a:xfrm flipH="1">
              <a:off x="2622600" y="4497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5" name="Oval 550"/>
            <p:cNvSpPr/>
            <p:nvPr/>
          </p:nvSpPr>
          <p:spPr>
            <a:xfrm flipH="1">
              <a:off x="2622600" y="4898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6" name="Oval 551"/>
            <p:cNvSpPr/>
            <p:nvPr/>
          </p:nvSpPr>
          <p:spPr>
            <a:xfrm flipH="1">
              <a:off x="2622600" y="5299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357" name="Oval 552"/>
            <p:cNvSpPr/>
            <p:nvPr/>
          </p:nvSpPr>
          <p:spPr>
            <a:xfrm flipH="1">
              <a:off x="2622600" y="569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sp>
        <p:nvSpPr>
          <p:cNvPr id="358" name="TextBox 553"/>
          <p:cNvSpPr/>
          <p:nvPr/>
        </p:nvSpPr>
        <p:spPr>
          <a:xfrm>
            <a:off x="1533600" y="385884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359" name="TextBox 592"/>
          <p:cNvSpPr/>
          <p:nvPr/>
        </p:nvSpPr>
        <p:spPr>
          <a:xfrm flipH="1">
            <a:off x="10657440" y="382644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81" dur="indefinite" restart="never" nodeType="tmRoot">
          <p:childTnLst>
            <p:seq>
              <p:cTn id="482" dur="indefinite" nodeType="mainSeq">
                <p:childTnLst>
                  <p:par>
                    <p:cTn id="483" fill="hold">
                      <p:stCondLst>
                        <p:cond delay="indefinite"/>
                      </p:stCondLst>
                      <p:childTnLst>
                        <p:par>
                          <p:cTn id="484" fill="hold">
                            <p:stCondLst>
                              <p:cond delay="0"/>
                            </p:stCondLst>
                            <p:childTnLst>
                              <p:par>
                                <p:cTn id="485" nodeType="clickEffect" fill="hold" presetClass="entr" presetID="10">
                                  <p:stCondLst>
                                    <p:cond delay="0"/>
                                  </p:stCondLst>
                                  <p:childTnLst>
                                    <p:set>
                                      <p:cBhvr>
                                        <p:cTn id="486" dur="1" fill="hold">
                                          <p:stCondLst>
                                            <p:cond delay="0"/>
                                          </p:stCondLst>
                                        </p:cTn>
                                        <p:tgtEl>
                                          <p:spTgt spid="347"/>
                                        </p:tgtEl>
                                        <p:attrNameLst>
                                          <p:attrName>style.visibility</p:attrName>
                                        </p:attrNameLst>
                                      </p:cBhvr>
                                      <p:to>
                                        <p:strVal val="visible"/>
                                      </p:to>
                                    </p:set>
                                    <p:animEffect filter="fade" transition="in">
                                      <p:cBhvr additive="repl">
                                        <p:cTn id="487" dur="500"/>
                                        <p:tgtEl>
                                          <p:spTgt spid="347"/>
                                        </p:tgtEl>
                                      </p:cBhvr>
                                    </p:animEffect>
                                  </p:childTnLst>
                                </p:cTn>
                              </p:par>
                            </p:childTnLst>
                          </p:cTn>
                        </p:par>
                      </p:childTnLst>
                    </p:cTn>
                  </p:par>
                  <p:par>
                    <p:cTn id="488" fill="hold">
                      <p:stCondLst>
                        <p:cond delay="indefinite"/>
                      </p:stCondLst>
                      <p:childTnLst>
                        <p:par>
                          <p:cTn id="489" fill="hold">
                            <p:stCondLst>
                              <p:cond delay="0"/>
                            </p:stCondLst>
                            <p:childTnLst>
                              <p:par>
                                <p:cTn id="490" nodeType="clickEffect" fill="hold" presetClass="entr" presetID="10">
                                  <p:stCondLst>
                                    <p:cond delay="0"/>
                                  </p:stCondLst>
                                  <p:childTnLst>
                                    <p:set>
                                      <p:cBhvr>
                                        <p:cTn id="491" dur="1" fill="hold">
                                          <p:stCondLst>
                                            <p:cond delay="0"/>
                                          </p:stCondLst>
                                        </p:cTn>
                                        <p:tgtEl>
                                          <p:spTgt spid="311"/>
                                        </p:tgtEl>
                                        <p:attrNameLst>
                                          <p:attrName>style.visibility</p:attrName>
                                        </p:attrNameLst>
                                      </p:cBhvr>
                                      <p:to>
                                        <p:strVal val="visible"/>
                                      </p:to>
                                    </p:set>
                                    <p:animEffect filter="fade" transition="in">
                                      <p:cBhvr additive="repl">
                                        <p:cTn id="492" dur="500"/>
                                        <p:tgtEl>
                                          <p:spTgt spid="311"/>
                                        </p:tgtEl>
                                      </p:cBhvr>
                                    </p:animEffect>
                                  </p:childTnLst>
                                </p:cTn>
                              </p:par>
                            </p:childTnLst>
                          </p:cTn>
                        </p:par>
                      </p:childTnLst>
                    </p:cTn>
                  </p:par>
                  <p:par>
                    <p:cTn id="493" fill="hold">
                      <p:stCondLst>
                        <p:cond delay="indefinite"/>
                      </p:stCondLst>
                      <p:childTnLst>
                        <p:par>
                          <p:cTn id="494" fill="hold">
                            <p:stCondLst>
                              <p:cond delay="0"/>
                            </p:stCondLst>
                            <p:childTnLst>
                              <p:par>
                                <p:cTn id="495" nodeType="clickEffect" fill="hold" presetClass="entr" presetID="10">
                                  <p:stCondLst>
                                    <p:cond delay="0"/>
                                  </p:stCondLst>
                                  <p:childTnLst>
                                    <p:set>
                                      <p:cBhvr>
                                        <p:cTn id="496" dur="1" fill="hold">
                                          <p:stCondLst>
                                            <p:cond delay="0"/>
                                          </p:stCondLst>
                                        </p:cTn>
                                        <p:tgtEl>
                                          <p:spTgt spid="336"/>
                                        </p:tgtEl>
                                        <p:attrNameLst>
                                          <p:attrName>style.visibility</p:attrName>
                                        </p:attrNameLst>
                                      </p:cBhvr>
                                      <p:to>
                                        <p:strVal val="visible"/>
                                      </p:to>
                                    </p:set>
                                    <p:animEffect filter="fade" transition="in">
                                      <p:cBhvr additive="repl">
                                        <p:cTn id="497" dur="5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60" name="Straight Connector 1"/>
          <p:cNvCxnSpPr/>
          <p:nvPr/>
        </p:nvCxnSpPr>
        <p:spPr>
          <a:xfrm flipH="1" flipV="1">
            <a:off x="1901520" y="4043160"/>
            <a:ext cx="721080" cy="1796400"/>
          </a:xfrm>
          <a:prstGeom prst="straightConnector1">
            <a:avLst/>
          </a:prstGeom>
          <a:ln>
            <a:solidFill>
              <a:srgbClr val="ffffff">
                <a:lumMod val="65000"/>
              </a:srgbClr>
            </a:solidFill>
          </a:ln>
        </p:spPr>
      </p:cxnSp>
      <p:cxnSp>
        <p:nvCxnSpPr>
          <p:cNvPr id="361" name="Straight Connector 2"/>
          <p:cNvCxnSpPr/>
          <p:nvPr/>
        </p:nvCxnSpPr>
        <p:spPr>
          <a:xfrm flipH="1" flipV="1">
            <a:off x="1901520" y="4043160"/>
            <a:ext cx="721080" cy="1395720"/>
          </a:xfrm>
          <a:prstGeom prst="straightConnector1">
            <a:avLst/>
          </a:prstGeom>
          <a:ln>
            <a:solidFill>
              <a:srgbClr val="ffffff">
                <a:lumMod val="65000"/>
              </a:srgbClr>
            </a:solidFill>
          </a:ln>
        </p:spPr>
      </p:cxnSp>
      <p:cxnSp>
        <p:nvCxnSpPr>
          <p:cNvPr id="362" name="Straight Connector 3"/>
          <p:cNvCxnSpPr/>
          <p:nvPr/>
        </p:nvCxnSpPr>
        <p:spPr>
          <a:xfrm flipH="1" flipV="1">
            <a:off x="1901520" y="4043160"/>
            <a:ext cx="721080" cy="995040"/>
          </a:xfrm>
          <a:prstGeom prst="straightConnector1">
            <a:avLst/>
          </a:prstGeom>
          <a:ln>
            <a:solidFill>
              <a:srgbClr val="ffffff">
                <a:lumMod val="65000"/>
              </a:srgbClr>
            </a:solidFill>
          </a:ln>
        </p:spPr>
      </p:cxnSp>
      <p:cxnSp>
        <p:nvCxnSpPr>
          <p:cNvPr id="363" name="Straight Connector 4"/>
          <p:cNvCxnSpPr/>
          <p:nvPr/>
        </p:nvCxnSpPr>
        <p:spPr>
          <a:xfrm flipH="1" flipV="1">
            <a:off x="1901520" y="4043160"/>
            <a:ext cx="721080" cy="594360"/>
          </a:xfrm>
          <a:prstGeom prst="straightConnector1">
            <a:avLst/>
          </a:prstGeom>
          <a:ln>
            <a:solidFill>
              <a:srgbClr val="ffffff">
                <a:lumMod val="65000"/>
              </a:srgbClr>
            </a:solidFill>
          </a:ln>
        </p:spPr>
      </p:cxnSp>
      <p:cxnSp>
        <p:nvCxnSpPr>
          <p:cNvPr id="364" name="Straight Connector 5"/>
          <p:cNvCxnSpPr/>
          <p:nvPr/>
        </p:nvCxnSpPr>
        <p:spPr>
          <a:xfrm flipH="1" flipV="1">
            <a:off x="1901520" y="4043160"/>
            <a:ext cx="721080" cy="193320"/>
          </a:xfrm>
          <a:prstGeom prst="straightConnector1">
            <a:avLst/>
          </a:prstGeom>
          <a:ln>
            <a:solidFill>
              <a:srgbClr val="ffffff">
                <a:lumMod val="65000"/>
              </a:srgbClr>
            </a:solidFill>
          </a:ln>
        </p:spPr>
      </p:cxnSp>
      <p:cxnSp>
        <p:nvCxnSpPr>
          <p:cNvPr id="365" name="Straight Connector 6"/>
          <p:cNvCxnSpPr/>
          <p:nvPr/>
        </p:nvCxnSpPr>
        <p:spPr>
          <a:xfrm flipH="1">
            <a:off x="1901520" y="3835440"/>
            <a:ext cx="721080" cy="208080"/>
          </a:xfrm>
          <a:prstGeom prst="straightConnector1">
            <a:avLst/>
          </a:prstGeom>
          <a:ln>
            <a:solidFill>
              <a:srgbClr val="ffffff">
                <a:lumMod val="65000"/>
              </a:srgbClr>
            </a:solidFill>
          </a:ln>
        </p:spPr>
      </p:cxnSp>
      <p:cxnSp>
        <p:nvCxnSpPr>
          <p:cNvPr id="366" name="Straight Connector 7"/>
          <p:cNvCxnSpPr/>
          <p:nvPr/>
        </p:nvCxnSpPr>
        <p:spPr>
          <a:xfrm flipH="1">
            <a:off x="1901520" y="3434760"/>
            <a:ext cx="721080" cy="608760"/>
          </a:xfrm>
          <a:prstGeom prst="straightConnector1">
            <a:avLst/>
          </a:prstGeom>
          <a:ln>
            <a:solidFill>
              <a:srgbClr val="ffffff">
                <a:lumMod val="65000"/>
              </a:srgbClr>
            </a:solidFill>
          </a:ln>
        </p:spPr>
      </p:cxnSp>
      <p:cxnSp>
        <p:nvCxnSpPr>
          <p:cNvPr id="367" name="Straight Connector 8"/>
          <p:cNvCxnSpPr/>
          <p:nvPr/>
        </p:nvCxnSpPr>
        <p:spPr>
          <a:xfrm flipH="1">
            <a:off x="1901520" y="3034080"/>
            <a:ext cx="721080" cy="1009440"/>
          </a:xfrm>
          <a:prstGeom prst="straightConnector1">
            <a:avLst/>
          </a:prstGeom>
          <a:ln>
            <a:solidFill>
              <a:srgbClr val="ffffff">
                <a:lumMod val="65000"/>
              </a:srgbClr>
            </a:solidFill>
          </a:ln>
        </p:spPr>
      </p:cxnSp>
      <p:cxnSp>
        <p:nvCxnSpPr>
          <p:cNvPr id="368" name="Straight Connector 9"/>
          <p:cNvCxnSpPr/>
          <p:nvPr/>
        </p:nvCxnSpPr>
        <p:spPr>
          <a:xfrm flipH="1">
            <a:off x="1901520" y="2232360"/>
            <a:ext cx="721080" cy="1811160"/>
          </a:xfrm>
          <a:prstGeom prst="straightConnector1">
            <a:avLst/>
          </a:prstGeom>
          <a:ln>
            <a:solidFill>
              <a:srgbClr val="ffffff">
                <a:lumMod val="65000"/>
              </a:srgbClr>
            </a:solidFill>
          </a:ln>
        </p:spPr>
      </p:cxnSp>
      <p:cxnSp>
        <p:nvCxnSpPr>
          <p:cNvPr id="369" name="Straight Connector 10"/>
          <p:cNvCxnSpPr/>
          <p:nvPr/>
        </p:nvCxnSpPr>
        <p:spPr>
          <a:xfrm flipH="1">
            <a:off x="1901520" y="2633400"/>
            <a:ext cx="721080" cy="1410120"/>
          </a:xfrm>
          <a:prstGeom prst="straightConnector1">
            <a:avLst/>
          </a:prstGeom>
          <a:ln>
            <a:solidFill>
              <a:srgbClr val="ffffff">
                <a:lumMod val="65000"/>
              </a:srgbClr>
            </a:solidFill>
          </a:ln>
        </p:spPr>
      </p:cxnSp>
      <p:cxnSp>
        <p:nvCxnSpPr>
          <p:cNvPr id="370" name="Straight Connector 11"/>
          <p:cNvCxnSpPr/>
          <p:nvPr/>
        </p:nvCxnSpPr>
        <p:spPr>
          <a:xfrm flipH="1">
            <a:off x="2908800" y="1918440"/>
            <a:ext cx="3051000" cy="298080"/>
          </a:xfrm>
          <a:prstGeom prst="straightConnector1">
            <a:avLst/>
          </a:prstGeom>
          <a:ln>
            <a:solidFill>
              <a:srgbClr val="ffffff">
                <a:lumMod val="65000"/>
              </a:srgbClr>
            </a:solidFill>
          </a:ln>
        </p:spPr>
      </p:cxnSp>
      <p:cxnSp>
        <p:nvCxnSpPr>
          <p:cNvPr id="371" name="Straight Connector 12"/>
          <p:cNvCxnSpPr/>
          <p:nvPr/>
        </p:nvCxnSpPr>
        <p:spPr>
          <a:xfrm flipH="1">
            <a:off x="2908800" y="2096280"/>
            <a:ext cx="3051000" cy="120240"/>
          </a:xfrm>
          <a:prstGeom prst="straightConnector1">
            <a:avLst/>
          </a:prstGeom>
          <a:ln>
            <a:solidFill>
              <a:srgbClr val="ffffff">
                <a:lumMod val="65000"/>
              </a:srgbClr>
            </a:solidFill>
          </a:ln>
        </p:spPr>
      </p:cxnSp>
      <p:cxnSp>
        <p:nvCxnSpPr>
          <p:cNvPr id="372" name="Straight Connector 13"/>
          <p:cNvCxnSpPr/>
          <p:nvPr/>
        </p:nvCxnSpPr>
        <p:spPr>
          <a:xfrm flipH="1" flipV="1">
            <a:off x="2908800" y="2216160"/>
            <a:ext cx="3051000" cy="58680"/>
          </a:xfrm>
          <a:prstGeom prst="straightConnector1">
            <a:avLst/>
          </a:prstGeom>
          <a:ln>
            <a:solidFill>
              <a:srgbClr val="ffffff">
                <a:lumMod val="65000"/>
              </a:srgbClr>
            </a:solidFill>
          </a:ln>
        </p:spPr>
      </p:cxnSp>
      <p:cxnSp>
        <p:nvCxnSpPr>
          <p:cNvPr id="373" name="Straight Connector 14"/>
          <p:cNvCxnSpPr/>
          <p:nvPr/>
        </p:nvCxnSpPr>
        <p:spPr>
          <a:xfrm flipH="1" flipV="1">
            <a:off x="2908800" y="2216160"/>
            <a:ext cx="3051000" cy="236880"/>
          </a:xfrm>
          <a:prstGeom prst="straightConnector1">
            <a:avLst/>
          </a:prstGeom>
          <a:ln>
            <a:solidFill>
              <a:srgbClr val="ffffff">
                <a:lumMod val="65000"/>
              </a:srgbClr>
            </a:solidFill>
          </a:ln>
        </p:spPr>
      </p:cxnSp>
      <p:cxnSp>
        <p:nvCxnSpPr>
          <p:cNvPr id="374" name="Straight Connector 15"/>
          <p:cNvCxnSpPr/>
          <p:nvPr/>
        </p:nvCxnSpPr>
        <p:spPr>
          <a:xfrm flipH="1" flipV="1">
            <a:off x="2908800" y="2216160"/>
            <a:ext cx="3051000" cy="414720"/>
          </a:xfrm>
          <a:prstGeom prst="straightConnector1">
            <a:avLst/>
          </a:prstGeom>
          <a:ln>
            <a:solidFill>
              <a:srgbClr val="ffffff">
                <a:lumMod val="65000"/>
              </a:srgbClr>
            </a:solidFill>
          </a:ln>
        </p:spPr>
      </p:cxnSp>
      <p:cxnSp>
        <p:nvCxnSpPr>
          <p:cNvPr id="375" name="Straight Connector 16"/>
          <p:cNvCxnSpPr/>
          <p:nvPr/>
        </p:nvCxnSpPr>
        <p:spPr>
          <a:xfrm flipH="1" flipV="1">
            <a:off x="2908800" y="2216160"/>
            <a:ext cx="3051000" cy="592920"/>
          </a:xfrm>
          <a:prstGeom prst="straightConnector1">
            <a:avLst/>
          </a:prstGeom>
          <a:ln>
            <a:solidFill>
              <a:srgbClr val="ffffff">
                <a:lumMod val="65000"/>
              </a:srgbClr>
            </a:solidFill>
          </a:ln>
        </p:spPr>
      </p:cxnSp>
      <p:cxnSp>
        <p:nvCxnSpPr>
          <p:cNvPr id="376" name="Straight Connector 17"/>
          <p:cNvCxnSpPr/>
          <p:nvPr/>
        </p:nvCxnSpPr>
        <p:spPr>
          <a:xfrm flipH="1" flipV="1">
            <a:off x="2908800" y="2216160"/>
            <a:ext cx="3051000" cy="770760"/>
          </a:xfrm>
          <a:prstGeom prst="straightConnector1">
            <a:avLst/>
          </a:prstGeom>
          <a:ln>
            <a:solidFill>
              <a:srgbClr val="ffffff">
                <a:lumMod val="65000"/>
              </a:srgbClr>
            </a:solidFill>
          </a:ln>
        </p:spPr>
      </p:cxnSp>
      <p:cxnSp>
        <p:nvCxnSpPr>
          <p:cNvPr id="377" name="Straight Connector 18"/>
          <p:cNvCxnSpPr/>
          <p:nvPr/>
        </p:nvCxnSpPr>
        <p:spPr>
          <a:xfrm flipH="1" flipV="1">
            <a:off x="2908800" y="2216160"/>
            <a:ext cx="3051000" cy="948960"/>
          </a:xfrm>
          <a:prstGeom prst="straightConnector1">
            <a:avLst/>
          </a:prstGeom>
          <a:ln>
            <a:solidFill>
              <a:srgbClr val="ffffff">
                <a:lumMod val="65000"/>
              </a:srgbClr>
            </a:solidFill>
          </a:ln>
        </p:spPr>
      </p:cxnSp>
      <p:cxnSp>
        <p:nvCxnSpPr>
          <p:cNvPr id="378" name="Straight Connector 19"/>
          <p:cNvCxnSpPr/>
          <p:nvPr/>
        </p:nvCxnSpPr>
        <p:spPr>
          <a:xfrm flipH="1" flipV="1">
            <a:off x="2908800" y="2216160"/>
            <a:ext cx="3051000" cy="1126800"/>
          </a:xfrm>
          <a:prstGeom prst="straightConnector1">
            <a:avLst/>
          </a:prstGeom>
          <a:ln>
            <a:solidFill>
              <a:srgbClr val="ffffff">
                <a:lumMod val="65000"/>
              </a:srgbClr>
            </a:solidFill>
          </a:ln>
        </p:spPr>
      </p:cxnSp>
      <p:cxnSp>
        <p:nvCxnSpPr>
          <p:cNvPr id="379" name="Straight Connector 20"/>
          <p:cNvCxnSpPr/>
          <p:nvPr/>
        </p:nvCxnSpPr>
        <p:spPr>
          <a:xfrm flipH="1" flipV="1">
            <a:off x="2908800" y="2216160"/>
            <a:ext cx="3051000" cy="1305000"/>
          </a:xfrm>
          <a:prstGeom prst="straightConnector1">
            <a:avLst/>
          </a:prstGeom>
          <a:ln>
            <a:solidFill>
              <a:srgbClr val="ffffff">
                <a:lumMod val="65000"/>
              </a:srgbClr>
            </a:solidFill>
          </a:ln>
        </p:spPr>
      </p:cxnSp>
      <p:cxnSp>
        <p:nvCxnSpPr>
          <p:cNvPr id="380" name="Straight Connector 21"/>
          <p:cNvCxnSpPr/>
          <p:nvPr/>
        </p:nvCxnSpPr>
        <p:spPr>
          <a:xfrm flipH="1" flipV="1">
            <a:off x="2908800" y="2216160"/>
            <a:ext cx="3051000" cy="1483200"/>
          </a:xfrm>
          <a:prstGeom prst="straightConnector1">
            <a:avLst/>
          </a:prstGeom>
          <a:ln>
            <a:solidFill>
              <a:srgbClr val="ffffff">
                <a:lumMod val="65000"/>
              </a:srgbClr>
            </a:solidFill>
          </a:ln>
        </p:spPr>
      </p:cxnSp>
      <p:cxnSp>
        <p:nvCxnSpPr>
          <p:cNvPr id="381" name="Straight Connector 22"/>
          <p:cNvCxnSpPr/>
          <p:nvPr/>
        </p:nvCxnSpPr>
        <p:spPr>
          <a:xfrm flipH="1" flipV="1">
            <a:off x="2908800" y="2216160"/>
            <a:ext cx="3051000" cy="1661040"/>
          </a:xfrm>
          <a:prstGeom prst="straightConnector1">
            <a:avLst/>
          </a:prstGeom>
          <a:ln>
            <a:solidFill>
              <a:srgbClr val="ffffff">
                <a:lumMod val="65000"/>
              </a:srgbClr>
            </a:solidFill>
          </a:ln>
        </p:spPr>
      </p:cxnSp>
      <p:cxnSp>
        <p:nvCxnSpPr>
          <p:cNvPr id="382" name="Straight Connector 23"/>
          <p:cNvCxnSpPr/>
          <p:nvPr/>
        </p:nvCxnSpPr>
        <p:spPr>
          <a:xfrm flipH="1" flipV="1">
            <a:off x="2908800" y="2216160"/>
            <a:ext cx="3051000" cy="1839240"/>
          </a:xfrm>
          <a:prstGeom prst="straightConnector1">
            <a:avLst/>
          </a:prstGeom>
          <a:ln>
            <a:solidFill>
              <a:srgbClr val="ffffff">
                <a:lumMod val="65000"/>
              </a:srgbClr>
            </a:solidFill>
          </a:ln>
        </p:spPr>
      </p:cxnSp>
      <p:cxnSp>
        <p:nvCxnSpPr>
          <p:cNvPr id="383" name="Straight Connector 24"/>
          <p:cNvCxnSpPr/>
          <p:nvPr/>
        </p:nvCxnSpPr>
        <p:spPr>
          <a:xfrm flipH="1" flipV="1">
            <a:off x="2908800" y="2216160"/>
            <a:ext cx="3051000" cy="2017080"/>
          </a:xfrm>
          <a:prstGeom prst="straightConnector1">
            <a:avLst/>
          </a:prstGeom>
          <a:ln>
            <a:solidFill>
              <a:srgbClr val="ffffff">
                <a:lumMod val="65000"/>
              </a:srgbClr>
            </a:solidFill>
          </a:ln>
        </p:spPr>
      </p:cxnSp>
      <p:cxnSp>
        <p:nvCxnSpPr>
          <p:cNvPr id="384" name="Straight Connector 25"/>
          <p:cNvCxnSpPr/>
          <p:nvPr/>
        </p:nvCxnSpPr>
        <p:spPr>
          <a:xfrm flipH="1" flipV="1">
            <a:off x="2908800" y="2216160"/>
            <a:ext cx="3051000" cy="2195280"/>
          </a:xfrm>
          <a:prstGeom prst="straightConnector1">
            <a:avLst/>
          </a:prstGeom>
          <a:ln>
            <a:solidFill>
              <a:srgbClr val="ffffff">
                <a:lumMod val="65000"/>
              </a:srgbClr>
            </a:solidFill>
          </a:ln>
        </p:spPr>
      </p:cxnSp>
      <p:cxnSp>
        <p:nvCxnSpPr>
          <p:cNvPr id="385" name="Straight Connector 26"/>
          <p:cNvCxnSpPr/>
          <p:nvPr/>
        </p:nvCxnSpPr>
        <p:spPr>
          <a:xfrm flipH="1" flipV="1">
            <a:off x="2908800" y="2216160"/>
            <a:ext cx="3051000" cy="2373120"/>
          </a:xfrm>
          <a:prstGeom prst="straightConnector1">
            <a:avLst/>
          </a:prstGeom>
          <a:ln>
            <a:solidFill>
              <a:srgbClr val="ffffff">
                <a:lumMod val="65000"/>
              </a:srgbClr>
            </a:solidFill>
          </a:ln>
        </p:spPr>
      </p:cxnSp>
      <p:cxnSp>
        <p:nvCxnSpPr>
          <p:cNvPr id="386" name="Straight Connector 27"/>
          <p:cNvCxnSpPr/>
          <p:nvPr/>
        </p:nvCxnSpPr>
        <p:spPr>
          <a:xfrm flipH="1" flipV="1">
            <a:off x="2908800" y="2216160"/>
            <a:ext cx="3051000" cy="2551320"/>
          </a:xfrm>
          <a:prstGeom prst="straightConnector1">
            <a:avLst/>
          </a:prstGeom>
          <a:ln>
            <a:solidFill>
              <a:srgbClr val="ffffff">
                <a:lumMod val="65000"/>
              </a:srgbClr>
            </a:solidFill>
          </a:ln>
        </p:spPr>
      </p:cxnSp>
      <p:cxnSp>
        <p:nvCxnSpPr>
          <p:cNvPr id="387" name="Straight Connector 28"/>
          <p:cNvCxnSpPr/>
          <p:nvPr/>
        </p:nvCxnSpPr>
        <p:spPr>
          <a:xfrm flipH="1" flipV="1">
            <a:off x="2908800" y="2216160"/>
            <a:ext cx="3051000" cy="2729520"/>
          </a:xfrm>
          <a:prstGeom prst="straightConnector1">
            <a:avLst/>
          </a:prstGeom>
          <a:ln>
            <a:solidFill>
              <a:srgbClr val="ffffff">
                <a:lumMod val="65000"/>
              </a:srgbClr>
            </a:solidFill>
          </a:ln>
        </p:spPr>
      </p:cxnSp>
      <p:cxnSp>
        <p:nvCxnSpPr>
          <p:cNvPr id="388" name="Straight Connector 29"/>
          <p:cNvCxnSpPr/>
          <p:nvPr/>
        </p:nvCxnSpPr>
        <p:spPr>
          <a:xfrm flipH="1" flipV="1">
            <a:off x="2908800" y="2216160"/>
            <a:ext cx="3051000" cy="2907360"/>
          </a:xfrm>
          <a:prstGeom prst="straightConnector1">
            <a:avLst/>
          </a:prstGeom>
          <a:ln>
            <a:solidFill>
              <a:srgbClr val="ffffff">
                <a:lumMod val="65000"/>
              </a:srgbClr>
            </a:solidFill>
          </a:ln>
        </p:spPr>
      </p:cxnSp>
      <p:cxnSp>
        <p:nvCxnSpPr>
          <p:cNvPr id="389" name="Straight Connector 30"/>
          <p:cNvCxnSpPr/>
          <p:nvPr/>
        </p:nvCxnSpPr>
        <p:spPr>
          <a:xfrm flipH="1" flipV="1">
            <a:off x="2908800" y="2216160"/>
            <a:ext cx="3051000" cy="3085560"/>
          </a:xfrm>
          <a:prstGeom prst="straightConnector1">
            <a:avLst/>
          </a:prstGeom>
          <a:ln>
            <a:solidFill>
              <a:srgbClr val="ffffff">
                <a:lumMod val="65000"/>
              </a:srgbClr>
            </a:solidFill>
          </a:ln>
        </p:spPr>
      </p:cxnSp>
      <p:cxnSp>
        <p:nvCxnSpPr>
          <p:cNvPr id="390" name="Straight Connector 31"/>
          <p:cNvCxnSpPr/>
          <p:nvPr/>
        </p:nvCxnSpPr>
        <p:spPr>
          <a:xfrm flipH="1" flipV="1">
            <a:off x="2908800" y="2216160"/>
            <a:ext cx="3051000" cy="3263400"/>
          </a:xfrm>
          <a:prstGeom prst="straightConnector1">
            <a:avLst/>
          </a:prstGeom>
          <a:ln>
            <a:solidFill>
              <a:srgbClr val="ffffff">
                <a:lumMod val="65000"/>
              </a:srgbClr>
            </a:solidFill>
          </a:ln>
        </p:spPr>
      </p:cxnSp>
      <p:cxnSp>
        <p:nvCxnSpPr>
          <p:cNvPr id="391" name="Straight Connector 32"/>
          <p:cNvCxnSpPr/>
          <p:nvPr/>
        </p:nvCxnSpPr>
        <p:spPr>
          <a:xfrm flipH="1" flipV="1">
            <a:off x="2908800" y="2216160"/>
            <a:ext cx="3051000" cy="3441600"/>
          </a:xfrm>
          <a:prstGeom prst="straightConnector1">
            <a:avLst/>
          </a:prstGeom>
          <a:ln>
            <a:solidFill>
              <a:srgbClr val="ffffff">
                <a:lumMod val="65000"/>
              </a:srgbClr>
            </a:solidFill>
          </a:ln>
        </p:spPr>
      </p:cxnSp>
      <p:cxnSp>
        <p:nvCxnSpPr>
          <p:cNvPr id="392" name="Straight Connector 33"/>
          <p:cNvCxnSpPr/>
          <p:nvPr/>
        </p:nvCxnSpPr>
        <p:spPr>
          <a:xfrm flipH="1" flipV="1">
            <a:off x="2908800" y="2216160"/>
            <a:ext cx="3051000" cy="3619440"/>
          </a:xfrm>
          <a:prstGeom prst="straightConnector1">
            <a:avLst/>
          </a:prstGeom>
          <a:ln>
            <a:solidFill>
              <a:srgbClr val="ffffff">
                <a:lumMod val="65000"/>
              </a:srgbClr>
            </a:solidFill>
          </a:ln>
        </p:spPr>
      </p:cxnSp>
      <p:cxnSp>
        <p:nvCxnSpPr>
          <p:cNvPr id="393" name="Straight Connector 34"/>
          <p:cNvCxnSpPr/>
          <p:nvPr/>
        </p:nvCxnSpPr>
        <p:spPr>
          <a:xfrm flipH="1" flipV="1">
            <a:off x="2908800" y="2216160"/>
            <a:ext cx="3051000" cy="3797640"/>
          </a:xfrm>
          <a:prstGeom prst="straightConnector1">
            <a:avLst/>
          </a:prstGeom>
          <a:ln>
            <a:solidFill>
              <a:srgbClr val="ffffff">
                <a:lumMod val="65000"/>
              </a:srgbClr>
            </a:solidFill>
          </a:ln>
        </p:spPr>
      </p:cxnSp>
      <p:cxnSp>
        <p:nvCxnSpPr>
          <p:cNvPr id="394" name="Straight Connector 35"/>
          <p:cNvCxnSpPr/>
          <p:nvPr/>
        </p:nvCxnSpPr>
        <p:spPr>
          <a:xfrm flipH="1">
            <a:off x="2904480" y="1923120"/>
            <a:ext cx="3055320" cy="694800"/>
          </a:xfrm>
          <a:prstGeom prst="straightConnector1">
            <a:avLst/>
          </a:prstGeom>
          <a:ln>
            <a:solidFill>
              <a:srgbClr val="ffffff">
                <a:lumMod val="65000"/>
              </a:srgbClr>
            </a:solidFill>
          </a:ln>
        </p:spPr>
      </p:cxnSp>
      <p:cxnSp>
        <p:nvCxnSpPr>
          <p:cNvPr id="395" name="Straight Connector 36"/>
          <p:cNvCxnSpPr/>
          <p:nvPr/>
        </p:nvCxnSpPr>
        <p:spPr>
          <a:xfrm flipH="1">
            <a:off x="2904480" y="2101320"/>
            <a:ext cx="3055320" cy="516600"/>
          </a:xfrm>
          <a:prstGeom prst="straightConnector1">
            <a:avLst/>
          </a:prstGeom>
          <a:ln>
            <a:solidFill>
              <a:srgbClr val="ffffff">
                <a:lumMod val="65000"/>
              </a:srgbClr>
            </a:solidFill>
          </a:ln>
        </p:spPr>
      </p:cxnSp>
      <p:cxnSp>
        <p:nvCxnSpPr>
          <p:cNvPr id="396" name="Straight Connector 37"/>
          <p:cNvCxnSpPr/>
          <p:nvPr/>
        </p:nvCxnSpPr>
        <p:spPr>
          <a:xfrm flipH="1">
            <a:off x="2904480" y="2279160"/>
            <a:ext cx="3055320" cy="338760"/>
          </a:xfrm>
          <a:prstGeom prst="straightConnector1">
            <a:avLst/>
          </a:prstGeom>
          <a:ln>
            <a:solidFill>
              <a:srgbClr val="ffffff">
                <a:lumMod val="65000"/>
              </a:srgbClr>
            </a:solidFill>
          </a:ln>
        </p:spPr>
      </p:cxnSp>
      <p:cxnSp>
        <p:nvCxnSpPr>
          <p:cNvPr id="397" name="Straight Connector 38"/>
          <p:cNvCxnSpPr/>
          <p:nvPr/>
        </p:nvCxnSpPr>
        <p:spPr>
          <a:xfrm flipH="1">
            <a:off x="2904480" y="2457360"/>
            <a:ext cx="3055320" cy="160560"/>
          </a:xfrm>
          <a:prstGeom prst="straightConnector1">
            <a:avLst/>
          </a:prstGeom>
          <a:ln>
            <a:solidFill>
              <a:srgbClr val="ffffff">
                <a:lumMod val="65000"/>
              </a:srgbClr>
            </a:solidFill>
          </a:ln>
        </p:spPr>
      </p:cxnSp>
      <p:cxnSp>
        <p:nvCxnSpPr>
          <p:cNvPr id="398" name="Straight Connector 39"/>
          <p:cNvCxnSpPr/>
          <p:nvPr/>
        </p:nvCxnSpPr>
        <p:spPr>
          <a:xfrm flipH="1" flipV="1">
            <a:off x="2904480" y="2617560"/>
            <a:ext cx="3055320" cy="18000"/>
          </a:xfrm>
          <a:prstGeom prst="straightConnector1">
            <a:avLst/>
          </a:prstGeom>
          <a:ln>
            <a:solidFill>
              <a:srgbClr val="ffffff">
                <a:lumMod val="65000"/>
              </a:srgbClr>
            </a:solidFill>
          </a:ln>
        </p:spPr>
      </p:cxnSp>
      <p:cxnSp>
        <p:nvCxnSpPr>
          <p:cNvPr id="399" name="Straight Connector 40"/>
          <p:cNvCxnSpPr/>
          <p:nvPr/>
        </p:nvCxnSpPr>
        <p:spPr>
          <a:xfrm flipH="1" flipV="1">
            <a:off x="2904480" y="2617560"/>
            <a:ext cx="3055320" cy="196200"/>
          </a:xfrm>
          <a:prstGeom prst="straightConnector1">
            <a:avLst/>
          </a:prstGeom>
          <a:ln>
            <a:solidFill>
              <a:srgbClr val="ffffff">
                <a:lumMod val="65000"/>
              </a:srgbClr>
            </a:solidFill>
          </a:ln>
        </p:spPr>
      </p:cxnSp>
      <p:cxnSp>
        <p:nvCxnSpPr>
          <p:cNvPr id="400" name="Straight Connector 41"/>
          <p:cNvCxnSpPr/>
          <p:nvPr/>
        </p:nvCxnSpPr>
        <p:spPr>
          <a:xfrm flipH="1" flipV="1">
            <a:off x="2904480" y="2617560"/>
            <a:ext cx="3055320" cy="374040"/>
          </a:xfrm>
          <a:prstGeom prst="straightConnector1">
            <a:avLst/>
          </a:prstGeom>
          <a:ln>
            <a:solidFill>
              <a:srgbClr val="ffffff">
                <a:lumMod val="65000"/>
              </a:srgbClr>
            </a:solidFill>
          </a:ln>
        </p:spPr>
      </p:cxnSp>
      <p:cxnSp>
        <p:nvCxnSpPr>
          <p:cNvPr id="401" name="Straight Connector 42"/>
          <p:cNvCxnSpPr/>
          <p:nvPr/>
        </p:nvCxnSpPr>
        <p:spPr>
          <a:xfrm flipH="1" flipV="1">
            <a:off x="2904480" y="2617560"/>
            <a:ext cx="3055320" cy="552240"/>
          </a:xfrm>
          <a:prstGeom prst="straightConnector1">
            <a:avLst/>
          </a:prstGeom>
          <a:ln>
            <a:solidFill>
              <a:srgbClr val="ffffff">
                <a:lumMod val="65000"/>
              </a:srgbClr>
            </a:solidFill>
          </a:ln>
        </p:spPr>
      </p:cxnSp>
      <p:cxnSp>
        <p:nvCxnSpPr>
          <p:cNvPr id="402" name="Straight Connector 43"/>
          <p:cNvCxnSpPr/>
          <p:nvPr/>
        </p:nvCxnSpPr>
        <p:spPr>
          <a:xfrm flipH="1" flipV="1">
            <a:off x="2904480" y="2617560"/>
            <a:ext cx="3055320" cy="730440"/>
          </a:xfrm>
          <a:prstGeom prst="straightConnector1">
            <a:avLst/>
          </a:prstGeom>
          <a:ln>
            <a:solidFill>
              <a:srgbClr val="ffffff">
                <a:lumMod val="65000"/>
              </a:srgbClr>
            </a:solidFill>
          </a:ln>
        </p:spPr>
      </p:cxnSp>
      <p:cxnSp>
        <p:nvCxnSpPr>
          <p:cNvPr id="403" name="Straight Connector 44"/>
          <p:cNvCxnSpPr/>
          <p:nvPr/>
        </p:nvCxnSpPr>
        <p:spPr>
          <a:xfrm flipH="1" flipV="1">
            <a:off x="2904480" y="2617560"/>
            <a:ext cx="3055320" cy="908280"/>
          </a:xfrm>
          <a:prstGeom prst="straightConnector1">
            <a:avLst/>
          </a:prstGeom>
          <a:ln>
            <a:solidFill>
              <a:srgbClr val="ffffff">
                <a:lumMod val="65000"/>
              </a:srgbClr>
            </a:solidFill>
          </a:ln>
        </p:spPr>
      </p:cxnSp>
      <p:cxnSp>
        <p:nvCxnSpPr>
          <p:cNvPr id="404" name="Straight Connector 45"/>
          <p:cNvCxnSpPr/>
          <p:nvPr/>
        </p:nvCxnSpPr>
        <p:spPr>
          <a:xfrm flipH="1" flipV="1">
            <a:off x="2904480" y="2617560"/>
            <a:ext cx="3055320" cy="1086480"/>
          </a:xfrm>
          <a:prstGeom prst="straightConnector1">
            <a:avLst/>
          </a:prstGeom>
          <a:ln>
            <a:solidFill>
              <a:srgbClr val="ffffff">
                <a:lumMod val="65000"/>
              </a:srgbClr>
            </a:solidFill>
          </a:ln>
        </p:spPr>
      </p:cxnSp>
      <p:cxnSp>
        <p:nvCxnSpPr>
          <p:cNvPr id="405" name="Straight Connector 46"/>
          <p:cNvCxnSpPr/>
          <p:nvPr/>
        </p:nvCxnSpPr>
        <p:spPr>
          <a:xfrm flipH="1" flipV="1">
            <a:off x="2904480" y="2617560"/>
            <a:ext cx="3055320" cy="1264320"/>
          </a:xfrm>
          <a:prstGeom prst="straightConnector1">
            <a:avLst/>
          </a:prstGeom>
          <a:ln>
            <a:solidFill>
              <a:srgbClr val="ffffff">
                <a:lumMod val="65000"/>
              </a:srgbClr>
            </a:solidFill>
          </a:ln>
        </p:spPr>
      </p:cxnSp>
      <p:cxnSp>
        <p:nvCxnSpPr>
          <p:cNvPr id="406" name="Straight Connector 47"/>
          <p:cNvCxnSpPr/>
          <p:nvPr/>
        </p:nvCxnSpPr>
        <p:spPr>
          <a:xfrm flipH="1" flipV="1">
            <a:off x="2904480" y="2617560"/>
            <a:ext cx="3055320" cy="1442520"/>
          </a:xfrm>
          <a:prstGeom prst="straightConnector1">
            <a:avLst/>
          </a:prstGeom>
          <a:ln>
            <a:solidFill>
              <a:srgbClr val="ffffff">
                <a:lumMod val="65000"/>
              </a:srgbClr>
            </a:solidFill>
          </a:ln>
        </p:spPr>
      </p:cxnSp>
      <p:cxnSp>
        <p:nvCxnSpPr>
          <p:cNvPr id="407" name="Straight Connector 48"/>
          <p:cNvCxnSpPr/>
          <p:nvPr/>
        </p:nvCxnSpPr>
        <p:spPr>
          <a:xfrm flipH="1" flipV="1">
            <a:off x="2904480" y="2617560"/>
            <a:ext cx="3055320" cy="1620360"/>
          </a:xfrm>
          <a:prstGeom prst="straightConnector1">
            <a:avLst/>
          </a:prstGeom>
          <a:ln>
            <a:solidFill>
              <a:srgbClr val="ffffff">
                <a:lumMod val="65000"/>
              </a:srgbClr>
            </a:solidFill>
          </a:ln>
        </p:spPr>
      </p:cxnSp>
      <p:cxnSp>
        <p:nvCxnSpPr>
          <p:cNvPr id="408" name="Straight Connector 49"/>
          <p:cNvCxnSpPr/>
          <p:nvPr/>
        </p:nvCxnSpPr>
        <p:spPr>
          <a:xfrm flipH="1" flipV="1">
            <a:off x="2904480" y="2617560"/>
            <a:ext cx="3055320" cy="1798560"/>
          </a:xfrm>
          <a:prstGeom prst="straightConnector1">
            <a:avLst/>
          </a:prstGeom>
          <a:ln>
            <a:solidFill>
              <a:srgbClr val="ffffff">
                <a:lumMod val="65000"/>
              </a:srgbClr>
            </a:solidFill>
          </a:ln>
        </p:spPr>
      </p:cxnSp>
      <p:cxnSp>
        <p:nvCxnSpPr>
          <p:cNvPr id="409" name="Straight Connector 50"/>
          <p:cNvCxnSpPr/>
          <p:nvPr/>
        </p:nvCxnSpPr>
        <p:spPr>
          <a:xfrm flipH="1" flipV="1">
            <a:off x="2904480" y="2617560"/>
            <a:ext cx="3055320" cy="1976760"/>
          </a:xfrm>
          <a:prstGeom prst="straightConnector1">
            <a:avLst/>
          </a:prstGeom>
          <a:ln>
            <a:solidFill>
              <a:srgbClr val="ffffff">
                <a:lumMod val="65000"/>
              </a:srgbClr>
            </a:solidFill>
          </a:ln>
        </p:spPr>
      </p:cxnSp>
      <p:cxnSp>
        <p:nvCxnSpPr>
          <p:cNvPr id="410" name="Straight Connector 51"/>
          <p:cNvCxnSpPr/>
          <p:nvPr/>
        </p:nvCxnSpPr>
        <p:spPr>
          <a:xfrm flipH="1" flipV="1">
            <a:off x="2904480" y="2617560"/>
            <a:ext cx="3055320" cy="2154600"/>
          </a:xfrm>
          <a:prstGeom prst="straightConnector1">
            <a:avLst/>
          </a:prstGeom>
          <a:ln>
            <a:solidFill>
              <a:srgbClr val="ffffff">
                <a:lumMod val="65000"/>
              </a:srgbClr>
            </a:solidFill>
          </a:ln>
        </p:spPr>
      </p:cxnSp>
      <p:cxnSp>
        <p:nvCxnSpPr>
          <p:cNvPr id="411" name="Straight Connector 52"/>
          <p:cNvCxnSpPr/>
          <p:nvPr/>
        </p:nvCxnSpPr>
        <p:spPr>
          <a:xfrm flipH="1" flipV="1">
            <a:off x="2904480" y="2617560"/>
            <a:ext cx="3055320" cy="2332800"/>
          </a:xfrm>
          <a:prstGeom prst="straightConnector1">
            <a:avLst/>
          </a:prstGeom>
          <a:ln>
            <a:solidFill>
              <a:srgbClr val="ffffff">
                <a:lumMod val="65000"/>
              </a:srgbClr>
            </a:solidFill>
          </a:ln>
        </p:spPr>
      </p:cxnSp>
      <p:cxnSp>
        <p:nvCxnSpPr>
          <p:cNvPr id="412" name="Straight Connector 53"/>
          <p:cNvCxnSpPr/>
          <p:nvPr/>
        </p:nvCxnSpPr>
        <p:spPr>
          <a:xfrm flipH="1" flipV="1">
            <a:off x="2904480" y="2617560"/>
            <a:ext cx="3055320" cy="2510640"/>
          </a:xfrm>
          <a:prstGeom prst="straightConnector1">
            <a:avLst/>
          </a:prstGeom>
          <a:ln>
            <a:solidFill>
              <a:srgbClr val="ffffff">
                <a:lumMod val="65000"/>
              </a:srgbClr>
            </a:solidFill>
          </a:ln>
        </p:spPr>
      </p:cxnSp>
      <p:cxnSp>
        <p:nvCxnSpPr>
          <p:cNvPr id="413" name="Straight Connector 54"/>
          <p:cNvCxnSpPr/>
          <p:nvPr/>
        </p:nvCxnSpPr>
        <p:spPr>
          <a:xfrm flipH="1" flipV="1">
            <a:off x="2904480" y="2617560"/>
            <a:ext cx="3055320" cy="2688840"/>
          </a:xfrm>
          <a:prstGeom prst="straightConnector1">
            <a:avLst/>
          </a:prstGeom>
          <a:ln>
            <a:solidFill>
              <a:srgbClr val="ffffff">
                <a:lumMod val="65000"/>
              </a:srgbClr>
            </a:solidFill>
          </a:ln>
        </p:spPr>
      </p:cxnSp>
      <p:cxnSp>
        <p:nvCxnSpPr>
          <p:cNvPr id="414" name="Straight Connector 55"/>
          <p:cNvCxnSpPr/>
          <p:nvPr/>
        </p:nvCxnSpPr>
        <p:spPr>
          <a:xfrm flipH="1" flipV="1">
            <a:off x="2904480" y="2617560"/>
            <a:ext cx="3055320" cy="2866680"/>
          </a:xfrm>
          <a:prstGeom prst="straightConnector1">
            <a:avLst/>
          </a:prstGeom>
          <a:ln>
            <a:solidFill>
              <a:srgbClr val="ffffff">
                <a:lumMod val="65000"/>
              </a:srgbClr>
            </a:solidFill>
          </a:ln>
        </p:spPr>
      </p:cxnSp>
      <p:cxnSp>
        <p:nvCxnSpPr>
          <p:cNvPr id="415" name="Straight Connector 56"/>
          <p:cNvCxnSpPr/>
          <p:nvPr/>
        </p:nvCxnSpPr>
        <p:spPr>
          <a:xfrm flipH="1" flipV="1">
            <a:off x="2904480" y="2617560"/>
            <a:ext cx="3055320" cy="3044880"/>
          </a:xfrm>
          <a:prstGeom prst="straightConnector1">
            <a:avLst/>
          </a:prstGeom>
          <a:ln>
            <a:solidFill>
              <a:srgbClr val="ffffff">
                <a:lumMod val="65000"/>
              </a:srgbClr>
            </a:solidFill>
          </a:ln>
        </p:spPr>
      </p:cxnSp>
      <p:cxnSp>
        <p:nvCxnSpPr>
          <p:cNvPr id="416" name="Straight Connector 57"/>
          <p:cNvCxnSpPr/>
          <p:nvPr/>
        </p:nvCxnSpPr>
        <p:spPr>
          <a:xfrm flipH="1" flipV="1">
            <a:off x="2904480" y="2617560"/>
            <a:ext cx="3055320" cy="3223080"/>
          </a:xfrm>
          <a:prstGeom prst="straightConnector1">
            <a:avLst/>
          </a:prstGeom>
          <a:ln>
            <a:solidFill>
              <a:srgbClr val="ffffff">
                <a:lumMod val="65000"/>
              </a:srgbClr>
            </a:solidFill>
          </a:ln>
        </p:spPr>
      </p:cxnSp>
      <p:cxnSp>
        <p:nvCxnSpPr>
          <p:cNvPr id="417" name="Straight Connector 58"/>
          <p:cNvCxnSpPr/>
          <p:nvPr/>
        </p:nvCxnSpPr>
        <p:spPr>
          <a:xfrm flipH="1" flipV="1">
            <a:off x="2904480" y="2617560"/>
            <a:ext cx="3055320" cy="3400920"/>
          </a:xfrm>
          <a:prstGeom prst="straightConnector1">
            <a:avLst/>
          </a:prstGeom>
          <a:ln>
            <a:solidFill>
              <a:srgbClr val="ffffff">
                <a:lumMod val="65000"/>
              </a:srgbClr>
            </a:solidFill>
          </a:ln>
        </p:spPr>
      </p:cxnSp>
      <p:cxnSp>
        <p:nvCxnSpPr>
          <p:cNvPr id="418" name="Straight Connector 59"/>
          <p:cNvCxnSpPr/>
          <p:nvPr/>
        </p:nvCxnSpPr>
        <p:spPr>
          <a:xfrm flipH="1">
            <a:off x="2904480" y="1925280"/>
            <a:ext cx="3055320" cy="1094040"/>
          </a:xfrm>
          <a:prstGeom prst="straightConnector1">
            <a:avLst/>
          </a:prstGeom>
          <a:ln>
            <a:solidFill>
              <a:srgbClr val="ffffff">
                <a:lumMod val="65000"/>
              </a:srgbClr>
            </a:solidFill>
          </a:ln>
        </p:spPr>
      </p:cxnSp>
      <p:cxnSp>
        <p:nvCxnSpPr>
          <p:cNvPr id="419" name="Straight Connector 60"/>
          <p:cNvCxnSpPr/>
          <p:nvPr/>
        </p:nvCxnSpPr>
        <p:spPr>
          <a:xfrm flipH="1">
            <a:off x="2904480" y="2103480"/>
            <a:ext cx="3055320" cy="915840"/>
          </a:xfrm>
          <a:prstGeom prst="straightConnector1">
            <a:avLst/>
          </a:prstGeom>
          <a:ln>
            <a:solidFill>
              <a:srgbClr val="ffffff">
                <a:lumMod val="65000"/>
              </a:srgbClr>
            </a:solidFill>
          </a:ln>
        </p:spPr>
      </p:cxnSp>
      <p:cxnSp>
        <p:nvCxnSpPr>
          <p:cNvPr id="420" name="Straight Connector 61"/>
          <p:cNvCxnSpPr/>
          <p:nvPr/>
        </p:nvCxnSpPr>
        <p:spPr>
          <a:xfrm flipH="1">
            <a:off x="2904480" y="2281320"/>
            <a:ext cx="3055320" cy="738000"/>
          </a:xfrm>
          <a:prstGeom prst="straightConnector1">
            <a:avLst/>
          </a:prstGeom>
          <a:ln>
            <a:solidFill>
              <a:srgbClr val="ffffff">
                <a:lumMod val="65000"/>
              </a:srgbClr>
            </a:solidFill>
          </a:ln>
        </p:spPr>
      </p:cxnSp>
      <p:cxnSp>
        <p:nvCxnSpPr>
          <p:cNvPr id="421" name="Straight Connector 62"/>
          <p:cNvCxnSpPr/>
          <p:nvPr/>
        </p:nvCxnSpPr>
        <p:spPr>
          <a:xfrm flipH="1">
            <a:off x="2904480" y="2459520"/>
            <a:ext cx="3055320" cy="559800"/>
          </a:xfrm>
          <a:prstGeom prst="straightConnector1">
            <a:avLst/>
          </a:prstGeom>
          <a:ln>
            <a:solidFill>
              <a:srgbClr val="ffffff">
                <a:lumMod val="65000"/>
              </a:srgbClr>
            </a:solidFill>
          </a:ln>
        </p:spPr>
      </p:cxnSp>
      <p:cxnSp>
        <p:nvCxnSpPr>
          <p:cNvPr id="422" name="Straight Connector 63"/>
          <p:cNvCxnSpPr/>
          <p:nvPr/>
        </p:nvCxnSpPr>
        <p:spPr>
          <a:xfrm flipH="1">
            <a:off x="2904480" y="2637360"/>
            <a:ext cx="3055320" cy="381960"/>
          </a:xfrm>
          <a:prstGeom prst="straightConnector1">
            <a:avLst/>
          </a:prstGeom>
          <a:ln>
            <a:solidFill>
              <a:srgbClr val="ffffff">
                <a:lumMod val="65000"/>
              </a:srgbClr>
            </a:solidFill>
          </a:ln>
        </p:spPr>
      </p:cxnSp>
      <p:cxnSp>
        <p:nvCxnSpPr>
          <p:cNvPr id="423" name="Straight Connector 64"/>
          <p:cNvCxnSpPr/>
          <p:nvPr/>
        </p:nvCxnSpPr>
        <p:spPr>
          <a:xfrm flipH="1">
            <a:off x="2904480" y="2815560"/>
            <a:ext cx="3055320" cy="203760"/>
          </a:xfrm>
          <a:prstGeom prst="straightConnector1">
            <a:avLst/>
          </a:prstGeom>
          <a:ln>
            <a:solidFill>
              <a:srgbClr val="ffffff">
                <a:lumMod val="65000"/>
              </a:srgbClr>
            </a:solidFill>
          </a:ln>
        </p:spPr>
      </p:cxnSp>
      <p:cxnSp>
        <p:nvCxnSpPr>
          <p:cNvPr id="424" name="Straight Connector 65"/>
          <p:cNvCxnSpPr/>
          <p:nvPr/>
        </p:nvCxnSpPr>
        <p:spPr>
          <a:xfrm flipH="1">
            <a:off x="2904480" y="2993760"/>
            <a:ext cx="3055320" cy="25560"/>
          </a:xfrm>
          <a:prstGeom prst="straightConnector1">
            <a:avLst/>
          </a:prstGeom>
          <a:ln>
            <a:solidFill>
              <a:srgbClr val="ffffff">
                <a:lumMod val="65000"/>
              </a:srgbClr>
            </a:solidFill>
          </a:ln>
        </p:spPr>
      </p:cxnSp>
      <p:cxnSp>
        <p:nvCxnSpPr>
          <p:cNvPr id="425" name="Straight Connector 66"/>
          <p:cNvCxnSpPr/>
          <p:nvPr/>
        </p:nvCxnSpPr>
        <p:spPr>
          <a:xfrm flipH="1" flipV="1">
            <a:off x="2904480" y="3018960"/>
            <a:ext cx="3055320" cy="153000"/>
          </a:xfrm>
          <a:prstGeom prst="straightConnector1">
            <a:avLst/>
          </a:prstGeom>
          <a:ln>
            <a:solidFill>
              <a:srgbClr val="ffffff">
                <a:lumMod val="65000"/>
              </a:srgbClr>
            </a:solidFill>
          </a:ln>
        </p:spPr>
      </p:cxnSp>
      <p:cxnSp>
        <p:nvCxnSpPr>
          <p:cNvPr id="426" name="Straight Connector 67"/>
          <p:cNvCxnSpPr/>
          <p:nvPr/>
        </p:nvCxnSpPr>
        <p:spPr>
          <a:xfrm flipH="1" flipV="1">
            <a:off x="2904480" y="3018960"/>
            <a:ext cx="3055320" cy="331200"/>
          </a:xfrm>
          <a:prstGeom prst="straightConnector1">
            <a:avLst/>
          </a:prstGeom>
          <a:ln>
            <a:solidFill>
              <a:srgbClr val="ffffff">
                <a:lumMod val="65000"/>
              </a:srgbClr>
            </a:solidFill>
          </a:ln>
        </p:spPr>
      </p:cxnSp>
      <p:cxnSp>
        <p:nvCxnSpPr>
          <p:cNvPr id="427" name="Straight Connector 68"/>
          <p:cNvCxnSpPr/>
          <p:nvPr/>
        </p:nvCxnSpPr>
        <p:spPr>
          <a:xfrm flipH="1" flipV="1">
            <a:off x="2904480" y="3018960"/>
            <a:ext cx="3055320" cy="509040"/>
          </a:xfrm>
          <a:prstGeom prst="straightConnector1">
            <a:avLst/>
          </a:prstGeom>
          <a:ln>
            <a:solidFill>
              <a:srgbClr val="ffffff">
                <a:lumMod val="65000"/>
              </a:srgbClr>
            </a:solidFill>
          </a:ln>
        </p:spPr>
      </p:cxnSp>
      <p:cxnSp>
        <p:nvCxnSpPr>
          <p:cNvPr id="428" name="Straight Connector 69"/>
          <p:cNvCxnSpPr/>
          <p:nvPr/>
        </p:nvCxnSpPr>
        <p:spPr>
          <a:xfrm flipH="1" flipV="1">
            <a:off x="2904480" y="3018960"/>
            <a:ext cx="3055320" cy="687240"/>
          </a:xfrm>
          <a:prstGeom prst="straightConnector1">
            <a:avLst/>
          </a:prstGeom>
          <a:ln>
            <a:solidFill>
              <a:srgbClr val="ffffff">
                <a:lumMod val="65000"/>
              </a:srgbClr>
            </a:solidFill>
          </a:ln>
        </p:spPr>
      </p:cxnSp>
      <p:cxnSp>
        <p:nvCxnSpPr>
          <p:cNvPr id="429" name="Straight Connector 70"/>
          <p:cNvCxnSpPr/>
          <p:nvPr/>
        </p:nvCxnSpPr>
        <p:spPr>
          <a:xfrm flipH="1" flipV="1">
            <a:off x="2904480" y="3018960"/>
            <a:ext cx="3055320" cy="865080"/>
          </a:xfrm>
          <a:prstGeom prst="straightConnector1">
            <a:avLst/>
          </a:prstGeom>
          <a:ln>
            <a:solidFill>
              <a:srgbClr val="ffffff">
                <a:lumMod val="65000"/>
              </a:srgbClr>
            </a:solidFill>
          </a:ln>
        </p:spPr>
      </p:cxnSp>
      <p:cxnSp>
        <p:nvCxnSpPr>
          <p:cNvPr id="430" name="Straight Connector 71"/>
          <p:cNvCxnSpPr/>
          <p:nvPr/>
        </p:nvCxnSpPr>
        <p:spPr>
          <a:xfrm flipH="1" flipV="1">
            <a:off x="2904480" y="3018960"/>
            <a:ext cx="3055320" cy="1043280"/>
          </a:xfrm>
          <a:prstGeom prst="straightConnector1">
            <a:avLst/>
          </a:prstGeom>
          <a:ln>
            <a:solidFill>
              <a:srgbClr val="ffffff">
                <a:lumMod val="65000"/>
              </a:srgbClr>
            </a:solidFill>
          </a:ln>
        </p:spPr>
      </p:cxnSp>
      <p:cxnSp>
        <p:nvCxnSpPr>
          <p:cNvPr id="431" name="Straight Connector 72"/>
          <p:cNvCxnSpPr/>
          <p:nvPr/>
        </p:nvCxnSpPr>
        <p:spPr>
          <a:xfrm flipH="1" flipV="1">
            <a:off x="2904480" y="3018960"/>
            <a:ext cx="3055320" cy="1221480"/>
          </a:xfrm>
          <a:prstGeom prst="straightConnector1">
            <a:avLst/>
          </a:prstGeom>
          <a:ln>
            <a:solidFill>
              <a:srgbClr val="ffffff">
                <a:lumMod val="65000"/>
              </a:srgbClr>
            </a:solidFill>
          </a:ln>
        </p:spPr>
      </p:cxnSp>
      <p:cxnSp>
        <p:nvCxnSpPr>
          <p:cNvPr id="432" name="Straight Connector 73"/>
          <p:cNvCxnSpPr/>
          <p:nvPr/>
        </p:nvCxnSpPr>
        <p:spPr>
          <a:xfrm flipH="1" flipV="1">
            <a:off x="2904480" y="3018960"/>
            <a:ext cx="3055320" cy="1399320"/>
          </a:xfrm>
          <a:prstGeom prst="straightConnector1">
            <a:avLst/>
          </a:prstGeom>
          <a:ln>
            <a:solidFill>
              <a:srgbClr val="ffffff">
                <a:lumMod val="65000"/>
              </a:srgbClr>
            </a:solidFill>
          </a:ln>
        </p:spPr>
      </p:cxnSp>
      <p:cxnSp>
        <p:nvCxnSpPr>
          <p:cNvPr id="433" name="Straight Connector 74"/>
          <p:cNvCxnSpPr/>
          <p:nvPr/>
        </p:nvCxnSpPr>
        <p:spPr>
          <a:xfrm flipH="1" flipV="1">
            <a:off x="2904480" y="3018960"/>
            <a:ext cx="3055320" cy="1577520"/>
          </a:xfrm>
          <a:prstGeom prst="straightConnector1">
            <a:avLst/>
          </a:prstGeom>
          <a:ln>
            <a:solidFill>
              <a:srgbClr val="ffffff">
                <a:lumMod val="65000"/>
              </a:srgbClr>
            </a:solidFill>
          </a:ln>
        </p:spPr>
      </p:cxnSp>
      <p:cxnSp>
        <p:nvCxnSpPr>
          <p:cNvPr id="434" name="Straight Connector 75"/>
          <p:cNvCxnSpPr/>
          <p:nvPr/>
        </p:nvCxnSpPr>
        <p:spPr>
          <a:xfrm flipH="1" flipV="1">
            <a:off x="2904480" y="3018960"/>
            <a:ext cx="3055320" cy="1755360"/>
          </a:xfrm>
          <a:prstGeom prst="straightConnector1">
            <a:avLst/>
          </a:prstGeom>
          <a:ln>
            <a:solidFill>
              <a:srgbClr val="ffffff">
                <a:lumMod val="65000"/>
              </a:srgbClr>
            </a:solidFill>
          </a:ln>
        </p:spPr>
      </p:cxnSp>
      <p:cxnSp>
        <p:nvCxnSpPr>
          <p:cNvPr id="435" name="Straight Connector 76"/>
          <p:cNvCxnSpPr/>
          <p:nvPr/>
        </p:nvCxnSpPr>
        <p:spPr>
          <a:xfrm flipH="1" flipV="1">
            <a:off x="2904480" y="3018960"/>
            <a:ext cx="3055320" cy="1933560"/>
          </a:xfrm>
          <a:prstGeom prst="straightConnector1">
            <a:avLst/>
          </a:prstGeom>
          <a:ln>
            <a:solidFill>
              <a:srgbClr val="ffffff">
                <a:lumMod val="65000"/>
              </a:srgbClr>
            </a:solidFill>
          </a:ln>
        </p:spPr>
      </p:cxnSp>
      <p:cxnSp>
        <p:nvCxnSpPr>
          <p:cNvPr id="436" name="Straight Connector 77"/>
          <p:cNvCxnSpPr/>
          <p:nvPr/>
        </p:nvCxnSpPr>
        <p:spPr>
          <a:xfrm flipH="1" flipV="1">
            <a:off x="2904480" y="3018960"/>
            <a:ext cx="3055320" cy="2111400"/>
          </a:xfrm>
          <a:prstGeom prst="straightConnector1">
            <a:avLst/>
          </a:prstGeom>
          <a:ln>
            <a:solidFill>
              <a:srgbClr val="ffffff">
                <a:lumMod val="65000"/>
              </a:srgbClr>
            </a:solidFill>
          </a:ln>
        </p:spPr>
      </p:cxnSp>
      <p:cxnSp>
        <p:nvCxnSpPr>
          <p:cNvPr id="437" name="Straight Connector 78"/>
          <p:cNvCxnSpPr/>
          <p:nvPr/>
        </p:nvCxnSpPr>
        <p:spPr>
          <a:xfrm flipH="1" flipV="1">
            <a:off x="2904480" y="3018960"/>
            <a:ext cx="3055320" cy="2289600"/>
          </a:xfrm>
          <a:prstGeom prst="straightConnector1">
            <a:avLst/>
          </a:prstGeom>
          <a:ln>
            <a:solidFill>
              <a:srgbClr val="ffffff">
                <a:lumMod val="65000"/>
              </a:srgbClr>
            </a:solidFill>
          </a:ln>
        </p:spPr>
      </p:cxnSp>
      <p:cxnSp>
        <p:nvCxnSpPr>
          <p:cNvPr id="438" name="Straight Connector 79"/>
          <p:cNvCxnSpPr/>
          <p:nvPr/>
        </p:nvCxnSpPr>
        <p:spPr>
          <a:xfrm flipH="1" flipV="1">
            <a:off x="2904480" y="3018960"/>
            <a:ext cx="3055320" cy="2467800"/>
          </a:xfrm>
          <a:prstGeom prst="straightConnector1">
            <a:avLst/>
          </a:prstGeom>
          <a:ln>
            <a:solidFill>
              <a:srgbClr val="ffffff">
                <a:lumMod val="65000"/>
              </a:srgbClr>
            </a:solidFill>
          </a:ln>
        </p:spPr>
      </p:cxnSp>
      <p:cxnSp>
        <p:nvCxnSpPr>
          <p:cNvPr id="439" name="Straight Connector 80"/>
          <p:cNvCxnSpPr/>
          <p:nvPr/>
        </p:nvCxnSpPr>
        <p:spPr>
          <a:xfrm flipH="1" flipV="1">
            <a:off x="2904480" y="3018960"/>
            <a:ext cx="3055320" cy="2645640"/>
          </a:xfrm>
          <a:prstGeom prst="straightConnector1">
            <a:avLst/>
          </a:prstGeom>
          <a:ln>
            <a:solidFill>
              <a:srgbClr val="ffffff">
                <a:lumMod val="65000"/>
              </a:srgbClr>
            </a:solidFill>
          </a:ln>
        </p:spPr>
      </p:cxnSp>
      <p:cxnSp>
        <p:nvCxnSpPr>
          <p:cNvPr id="440" name="Straight Connector 81"/>
          <p:cNvCxnSpPr/>
          <p:nvPr/>
        </p:nvCxnSpPr>
        <p:spPr>
          <a:xfrm flipH="1" flipV="1">
            <a:off x="2904480" y="3018960"/>
            <a:ext cx="3055320" cy="2823840"/>
          </a:xfrm>
          <a:prstGeom prst="straightConnector1">
            <a:avLst/>
          </a:prstGeom>
          <a:ln>
            <a:solidFill>
              <a:srgbClr val="ffffff">
                <a:lumMod val="65000"/>
              </a:srgbClr>
            </a:solidFill>
          </a:ln>
        </p:spPr>
      </p:cxnSp>
      <p:cxnSp>
        <p:nvCxnSpPr>
          <p:cNvPr id="441" name="Straight Connector 82"/>
          <p:cNvCxnSpPr/>
          <p:nvPr/>
        </p:nvCxnSpPr>
        <p:spPr>
          <a:xfrm flipH="1" flipV="1">
            <a:off x="2904480" y="3018960"/>
            <a:ext cx="3055320" cy="3001680"/>
          </a:xfrm>
          <a:prstGeom prst="straightConnector1">
            <a:avLst/>
          </a:prstGeom>
          <a:ln>
            <a:solidFill>
              <a:srgbClr val="ffffff">
                <a:lumMod val="65000"/>
              </a:srgbClr>
            </a:solidFill>
          </a:ln>
        </p:spPr>
      </p:cxnSp>
      <p:cxnSp>
        <p:nvCxnSpPr>
          <p:cNvPr id="442" name="Straight Connector 83"/>
          <p:cNvCxnSpPr/>
          <p:nvPr/>
        </p:nvCxnSpPr>
        <p:spPr>
          <a:xfrm flipH="1">
            <a:off x="2904480" y="1925280"/>
            <a:ext cx="3055320" cy="1495440"/>
          </a:xfrm>
          <a:prstGeom prst="straightConnector1">
            <a:avLst/>
          </a:prstGeom>
          <a:ln>
            <a:solidFill>
              <a:srgbClr val="ffffff">
                <a:lumMod val="65000"/>
              </a:srgbClr>
            </a:solidFill>
          </a:ln>
        </p:spPr>
      </p:cxnSp>
      <p:cxnSp>
        <p:nvCxnSpPr>
          <p:cNvPr id="443" name="Straight Connector 84"/>
          <p:cNvCxnSpPr/>
          <p:nvPr/>
        </p:nvCxnSpPr>
        <p:spPr>
          <a:xfrm flipH="1">
            <a:off x="2904480" y="2103480"/>
            <a:ext cx="3055320" cy="1317240"/>
          </a:xfrm>
          <a:prstGeom prst="straightConnector1">
            <a:avLst/>
          </a:prstGeom>
          <a:ln>
            <a:solidFill>
              <a:srgbClr val="ffffff">
                <a:lumMod val="65000"/>
              </a:srgbClr>
            </a:solidFill>
          </a:ln>
        </p:spPr>
      </p:cxnSp>
      <p:cxnSp>
        <p:nvCxnSpPr>
          <p:cNvPr id="444" name="Straight Connector 85"/>
          <p:cNvCxnSpPr/>
          <p:nvPr/>
        </p:nvCxnSpPr>
        <p:spPr>
          <a:xfrm flipH="1">
            <a:off x="2904480" y="2281320"/>
            <a:ext cx="3055320" cy="1139400"/>
          </a:xfrm>
          <a:prstGeom prst="straightConnector1">
            <a:avLst/>
          </a:prstGeom>
          <a:ln>
            <a:solidFill>
              <a:srgbClr val="ffffff">
                <a:lumMod val="65000"/>
              </a:srgbClr>
            </a:solidFill>
          </a:ln>
        </p:spPr>
      </p:cxnSp>
      <p:cxnSp>
        <p:nvCxnSpPr>
          <p:cNvPr id="445" name="Straight Connector 86"/>
          <p:cNvCxnSpPr/>
          <p:nvPr/>
        </p:nvCxnSpPr>
        <p:spPr>
          <a:xfrm flipH="1">
            <a:off x="2904480" y="2459520"/>
            <a:ext cx="3055320" cy="961200"/>
          </a:xfrm>
          <a:prstGeom prst="straightConnector1">
            <a:avLst/>
          </a:prstGeom>
          <a:ln>
            <a:solidFill>
              <a:srgbClr val="ffffff">
                <a:lumMod val="65000"/>
              </a:srgbClr>
            </a:solidFill>
          </a:ln>
        </p:spPr>
      </p:cxnSp>
      <p:cxnSp>
        <p:nvCxnSpPr>
          <p:cNvPr id="446" name="Straight Connector 87"/>
          <p:cNvCxnSpPr/>
          <p:nvPr/>
        </p:nvCxnSpPr>
        <p:spPr>
          <a:xfrm flipH="1">
            <a:off x="2904480" y="2637360"/>
            <a:ext cx="3055320" cy="783360"/>
          </a:xfrm>
          <a:prstGeom prst="straightConnector1">
            <a:avLst/>
          </a:prstGeom>
          <a:ln>
            <a:solidFill>
              <a:srgbClr val="ffffff">
                <a:lumMod val="65000"/>
              </a:srgbClr>
            </a:solidFill>
          </a:ln>
        </p:spPr>
      </p:cxnSp>
      <p:cxnSp>
        <p:nvCxnSpPr>
          <p:cNvPr id="447" name="Straight Connector 88"/>
          <p:cNvCxnSpPr/>
          <p:nvPr/>
        </p:nvCxnSpPr>
        <p:spPr>
          <a:xfrm flipH="1">
            <a:off x="2904480" y="2815560"/>
            <a:ext cx="3055320" cy="605160"/>
          </a:xfrm>
          <a:prstGeom prst="straightConnector1">
            <a:avLst/>
          </a:prstGeom>
          <a:ln>
            <a:solidFill>
              <a:srgbClr val="ffffff">
                <a:lumMod val="65000"/>
              </a:srgbClr>
            </a:solidFill>
          </a:ln>
        </p:spPr>
      </p:cxnSp>
      <p:cxnSp>
        <p:nvCxnSpPr>
          <p:cNvPr id="448" name="Straight Connector 89"/>
          <p:cNvCxnSpPr/>
          <p:nvPr/>
        </p:nvCxnSpPr>
        <p:spPr>
          <a:xfrm flipH="1">
            <a:off x="2904480" y="2993760"/>
            <a:ext cx="3055320" cy="426960"/>
          </a:xfrm>
          <a:prstGeom prst="straightConnector1">
            <a:avLst/>
          </a:prstGeom>
          <a:ln>
            <a:solidFill>
              <a:srgbClr val="ffffff">
                <a:lumMod val="65000"/>
              </a:srgbClr>
            </a:solidFill>
          </a:ln>
        </p:spPr>
      </p:cxnSp>
      <p:cxnSp>
        <p:nvCxnSpPr>
          <p:cNvPr id="449" name="Straight Connector 90"/>
          <p:cNvCxnSpPr/>
          <p:nvPr/>
        </p:nvCxnSpPr>
        <p:spPr>
          <a:xfrm flipH="1">
            <a:off x="2904480" y="3171600"/>
            <a:ext cx="3055320" cy="249120"/>
          </a:xfrm>
          <a:prstGeom prst="straightConnector1">
            <a:avLst/>
          </a:prstGeom>
          <a:ln>
            <a:solidFill>
              <a:srgbClr val="ffffff">
                <a:lumMod val="65000"/>
              </a:srgbClr>
            </a:solidFill>
          </a:ln>
        </p:spPr>
      </p:cxnSp>
      <p:cxnSp>
        <p:nvCxnSpPr>
          <p:cNvPr id="450" name="Straight Connector 91"/>
          <p:cNvCxnSpPr/>
          <p:nvPr/>
        </p:nvCxnSpPr>
        <p:spPr>
          <a:xfrm flipH="1">
            <a:off x="2904480" y="3349800"/>
            <a:ext cx="3055320" cy="70920"/>
          </a:xfrm>
          <a:prstGeom prst="straightConnector1">
            <a:avLst/>
          </a:prstGeom>
          <a:ln>
            <a:solidFill>
              <a:srgbClr val="ffffff">
                <a:lumMod val="65000"/>
              </a:srgbClr>
            </a:solidFill>
          </a:ln>
        </p:spPr>
      </p:cxnSp>
      <p:cxnSp>
        <p:nvCxnSpPr>
          <p:cNvPr id="451" name="Straight Connector 92"/>
          <p:cNvCxnSpPr/>
          <p:nvPr/>
        </p:nvCxnSpPr>
        <p:spPr>
          <a:xfrm flipH="1" flipV="1">
            <a:off x="2904480" y="3420360"/>
            <a:ext cx="3055320" cy="107640"/>
          </a:xfrm>
          <a:prstGeom prst="straightConnector1">
            <a:avLst/>
          </a:prstGeom>
          <a:ln>
            <a:solidFill>
              <a:srgbClr val="ffffff">
                <a:lumMod val="65000"/>
              </a:srgbClr>
            </a:solidFill>
          </a:ln>
        </p:spPr>
      </p:cxnSp>
      <p:cxnSp>
        <p:nvCxnSpPr>
          <p:cNvPr id="452" name="Straight Connector 93"/>
          <p:cNvCxnSpPr/>
          <p:nvPr/>
        </p:nvCxnSpPr>
        <p:spPr>
          <a:xfrm flipH="1" flipV="1">
            <a:off x="2904480" y="3420360"/>
            <a:ext cx="3055320" cy="285840"/>
          </a:xfrm>
          <a:prstGeom prst="straightConnector1">
            <a:avLst/>
          </a:prstGeom>
          <a:ln>
            <a:solidFill>
              <a:srgbClr val="ffffff">
                <a:lumMod val="65000"/>
              </a:srgbClr>
            </a:solidFill>
          </a:ln>
        </p:spPr>
      </p:cxnSp>
      <p:cxnSp>
        <p:nvCxnSpPr>
          <p:cNvPr id="453" name="Straight Connector 94"/>
          <p:cNvCxnSpPr/>
          <p:nvPr/>
        </p:nvCxnSpPr>
        <p:spPr>
          <a:xfrm flipH="1" flipV="1">
            <a:off x="2904480" y="3420360"/>
            <a:ext cx="3055320" cy="463680"/>
          </a:xfrm>
          <a:prstGeom prst="straightConnector1">
            <a:avLst/>
          </a:prstGeom>
          <a:ln>
            <a:solidFill>
              <a:srgbClr val="ffffff">
                <a:lumMod val="65000"/>
              </a:srgbClr>
            </a:solidFill>
          </a:ln>
        </p:spPr>
      </p:cxnSp>
      <p:cxnSp>
        <p:nvCxnSpPr>
          <p:cNvPr id="454" name="Straight Connector 95"/>
          <p:cNvCxnSpPr/>
          <p:nvPr/>
        </p:nvCxnSpPr>
        <p:spPr>
          <a:xfrm flipH="1" flipV="1">
            <a:off x="2904480" y="3420360"/>
            <a:ext cx="3055320" cy="641880"/>
          </a:xfrm>
          <a:prstGeom prst="straightConnector1">
            <a:avLst/>
          </a:prstGeom>
          <a:ln>
            <a:solidFill>
              <a:srgbClr val="ffffff">
                <a:lumMod val="65000"/>
              </a:srgbClr>
            </a:solidFill>
          </a:ln>
        </p:spPr>
      </p:cxnSp>
      <p:cxnSp>
        <p:nvCxnSpPr>
          <p:cNvPr id="455" name="Straight Connector 96"/>
          <p:cNvCxnSpPr/>
          <p:nvPr/>
        </p:nvCxnSpPr>
        <p:spPr>
          <a:xfrm flipH="1" flipV="1">
            <a:off x="2904480" y="3420360"/>
            <a:ext cx="3055320" cy="820080"/>
          </a:xfrm>
          <a:prstGeom prst="straightConnector1">
            <a:avLst/>
          </a:prstGeom>
          <a:ln>
            <a:solidFill>
              <a:srgbClr val="ffffff">
                <a:lumMod val="65000"/>
              </a:srgbClr>
            </a:solidFill>
          </a:ln>
        </p:spPr>
      </p:cxnSp>
      <p:cxnSp>
        <p:nvCxnSpPr>
          <p:cNvPr id="456" name="Straight Connector 97"/>
          <p:cNvCxnSpPr/>
          <p:nvPr/>
        </p:nvCxnSpPr>
        <p:spPr>
          <a:xfrm flipH="1" flipV="1">
            <a:off x="2904480" y="3420360"/>
            <a:ext cx="3055320" cy="997920"/>
          </a:xfrm>
          <a:prstGeom prst="straightConnector1">
            <a:avLst/>
          </a:prstGeom>
          <a:ln>
            <a:solidFill>
              <a:srgbClr val="ffffff">
                <a:lumMod val="65000"/>
              </a:srgbClr>
            </a:solidFill>
          </a:ln>
        </p:spPr>
      </p:cxnSp>
      <p:cxnSp>
        <p:nvCxnSpPr>
          <p:cNvPr id="457" name="Straight Connector 98"/>
          <p:cNvCxnSpPr/>
          <p:nvPr/>
        </p:nvCxnSpPr>
        <p:spPr>
          <a:xfrm flipH="1" flipV="1">
            <a:off x="2904480" y="3420360"/>
            <a:ext cx="3055320" cy="1176120"/>
          </a:xfrm>
          <a:prstGeom prst="straightConnector1">
            <a:avLst/>
          </a:prstGeom>
          <a:ln>
            <a:solidFill>
              <a:srgbClr val="ffffff">
                <a:lumMod val="65000"/>
              </a:srgbClr>
            </a:solidFill>
          </a:ln>
        </p:spPr>
      </p:cxnSp>
      <p:cxnSp>
        <p:nvCxnSpPr>
          <p:cNvPr id="458" name="Straight Connector 99"/>
          <p:cNvCxnSpPr/>
          <p:nvPr/>
        </p:nvCxnSpPr>
        <p:spPr>
          <a:xfrm flipH="1" flipV="1">
            <a:off x="2904480" y="3420360"/>
            <a:ext cx="3055320" cy="1353960"/>
          </a:xfrm>
          <a:prstGeom prst="straightConnector1">
            <a:avLst/>
          </a:prstGeom>
          <a:ln>
            <a:solidFill>
              <a:srgbClr val="ffffff">
                <a:lumMod val="65000"/>
              </a:srgbClr>
            </a:solidFill>
          </a:ln>
        </p:spPr>
      </p:cxnSp>
      <p:cxnSp>
        <p:nvCxnSpPr>
          <p:cNvPr id="459" name="Straight Connector 100"/>
          <p:cNvCxnSpPr/>
          <p:nvPr/>
        </p:nvCxnSpPr>
        <p:spPr>
          <a:xfrm flipH="1" flipV="1">
            <a:off x="2904480" y="3420360"/>
            <a:ext cx="3055320" cy="1532160"/>
          </a:xfrm>
          <a:prstGeom prst="straightConnector1">
            <a:avLst/>
          </a:prstGeom>
          <a:ln>
            <a:solidFill>
              <a:srgbClr val="ffffff">
                <a:lumMod val="65000"/>
              </a:srgbClr>
            </a:solidFill>
          </a:ln>
        </p:spPr>
      </p:cxnSp>
      <p:cxnSp>
        <p:nvCxnSpPr>
          <p:cNvPr id="460" name="Straight Connector 101"/>
          <p:cNvCxnSpPr/>
          <p:nvPr/>
        </p:nvCxnSpPr>
        <p:spPr>
          <a:xfrm flipH="1" flipV="1">
            <a:off x="2904480" y="3420360"/>
            <a:ext cx="3055320" cy="1710000"/>
          </a:xfrm>
          <a:prstGeom prst="straightConnector1">
            <a:avLst/>
          </a:prstGeom>
          <a:ln>
            <a:solidFill>
              <a:srgbClr val="ffffff">
                <a:lumMod val="65000"/>
              </a:srgbClr>
            </a:solidFill>
          </a:ln>
        </p:spPr>
      </p:cxnSp>
      <p:cxnSp>
        <p:nvCxnSpPr>
          <p:cNvPr id="461" name="Straight Connector 102"/>
          <p:cNvCxnSpPr/>
          <p:nvPr/>
        </p:nvCxnSpPr>
        <p:spPr>
          <a:xfrm flipH="1" flipV="1">
            <a:off x="2904480" y="3420360"/>
            <a:ext cx="3055320" cy="1888200"/>
          </a:xfrm>
          <a:prstGeom prst="straightConnector1">
            <a:avLst/>
          </a:prstGeom>
          <a:ln>
            <a:solidFill>
              <a:srgbClr val="ffffff">
                <a:lumMod val="65000"/>
              </a:srgbClr>
            </a:solidFill>
          </a:ln>
        </p:spPr>
      </p:cxnSp>
      <p:cxnSp>
        <p:nvCxnSpPr>
          <p:cNvPr id="462" name="Straight Connector 103"/>
          <p:cNvCxnSpPr/>
          <p:nvPr/>
        </p:nvCxnSpPr>
        <p:spPr>
          <a:xfrm flipH="1" flipV="1">
            <a:off x="2904480" y="3420360"/>
            <a:ext cx="3055320" cy="2066400"/>
          </a:xfrm>
          <a:prstGeom prst="straightConnector1">
            <a:avLst/>
          </a:prstGeom>
          <a:ln>
            <a:solidFill>
              <a:srgbClr val="ffffff">
                <a:lumMod val="65000"/>
              </a:srgbClr>
            </a:solidFill>
          </a:ln>
        </p:spPr>
      </p:cxnSp>
      <p:cxnSp>
        <p:nvCxnSpPr>
          <p:cNvPr id="463" name="Straight Connector 104"/>
          <p:cNvCxnSpPr/>
          <p:nvPr/>
        </p:nvCxnSpPr>
        <p:spPr>
          <a:xfrm flipH="1" flipV="1">
            <a:off x="2904480" y="3420360"/>
            <a:ext cx="3055320" cy="2244240"/>
          </a:xfrm>
          <a:prstGeom prst="straightConnector1">
            <a:avLst/>
          </a:prstGeom>
          <a:ln>
            <a:solidFill>
              <a:srgbClr val="ffffff">
                <a:lumMod val="65000"/>
              </a:srgbClr>
            </a:solidFill>
          </a:ln>
        </p:spPr>
      </p:cxnSp>
      <p:cxnSp>
        <p:nvCxnSpPr>
          <p:cNvPr id="464" name="Straight Connector 105"/>
          <p:cNvCxnSpPr/>
          <p:nvPr/>
        </p:nvCxnSpPr>
        <p:spPr>
          <a:xfrm flipH="1" flipV="1">
            <a:off x="2904480" y="3420360"/>
            <a:ext cx="3055320" cy="2422440"/>
          </a:xfrm>
          <a:prstGeom prst="straightConnector1">
            <a:avLst/>
          </a:prstGeom>
          <a:ln>
            <a:solidFill>
              <a:srgbClr val="ffffff">
                <a:lumMod val="65000"/>
              </a:srgbClr>
            </a:solidFill>
          </a:ln>
        </p:spPr>
      </p:cxnSp>
      <p:cxnSp>
        <p:nvCxnSpPr>
          <p:cNvPr id="465" name="Straight Connector 106"/>
          <p:cNvCxnSpPr/>
          <p:nvPr/>
        </p:nvCxnSpPr>
        <p:spPr>
          <a:xfrm flipH="1" flipV="1">
            <a:off x="2904480" y="3420360"/>
            <a:ext cx="3055320" cy="2600280"/>
          </a:xfrm>
          <a:prstGeom prst="straightConnector1">
            <a:avLst/>
          </a:prstGeom>
          <a:ln>
            <a:solidFill>
              <a:srgbClr val="ffffff">
                <a:lumMod val="65000"/>
              </a:srgbClr>
            </a:solidFill>
          </a:ln>
        </p:spPr>
      </p:cxnSp>
      <p:cxnSp>
        <p:nvCxnSpPr>
          <p:cNvPr id="466" name="Straight Connector 107"/>
          <p:cNvCxnSpPr/>
          <p:nvPr/>
        </p:nvCxnSpPr>
        <p:spPr>
          <a:xfrm flipH="1">
            <a:off x="2904480" y="1925280"/>
            <a:ext cx="3055320" cy="1896840"/>
          </a:xfrm>
          <a:prstGeom prst="straightConnector1">
            <a:avLst/>
          </a:prstGeom>
          <a:ln>
            <a:solidFill>
              <a:srgbClr val="ffffff">
                <a:lumMod val="65000"/>
              </a:srgbClr>
            </a:solidFill>
          </a:ln>
        </p:spPr>
      </p:cxnSp>
      <p:cxnSp>
        <p:nvCxnSpPr>
          <p:cNvPr id="467" name="Straight Connector 108"/>
          <p:cNvCxnSpPr/>
          <p:nvPr/>
        </p:nvCxnSpPr>
        <p:spPr>
          <a:xfrm flipH="1">
            <a:off x="2904480" y="2103480"/>
            <a:ext cx="3055320" cy="1718640"/>
          </a:xfrm>
          <a:prstGeom prst="straightConnector1">
            <a:avLst/>
          </a:prstGeom>
          <a:ln>
            <a:solidFill>
              <a:srgbClr val="ffffff">
                <a:lumMod val="65000"/>
              </a:srgbClr>
            </a:solidFill>
          </a:ln>
        </p:spPr>
      </p:cxnSp>
      <p:cxnSp>
        <p:nvCxnSpPr>
          <p:cNvPr id="468" name="Straight Connector 109"/>
          <p:cNvCxnSpPr/>
          <p:nvPr/>
        </p:nvCxnSpPr>
        <p:spPr>
          <a:xfrm flipH="1">
            <a:off x="2904480" y="2281320"/>
            <a:ext cx="3055320" cy="1540800"/>
          </a:xfrm>
          <a:prstGeom prst="straightConnector1">
            <a:avLst/>
          </a:prstGeom>
          <a:ln>
            <a:solidFill>
              <a:srgbClr val="ffffff">
                <a:lumMod val="65000"/>
              </a:srgbClr>
            </a:solidFill>
          </a:ln>
        </p:spPr>
      </p:cxnSp>
      <p:cxnSp>
        <p:nvCxnSpPr>
          <p:cNvPr id="469" name="Straight Connector 110"/>
          <p:cNvCxnSpPr/>
          <p:nvPr/>
        </p:nvCxnSpPr>
        <p:spPr>
          <a:xfrm flipH="1">
            <a:off x="2904480" y="2459520"/>
            <a:ext cx="3055320" cy="1362600"/>
          </a:xfrm>
          <a:prstGeom prst="straightConnector1">
            <a:avLst/>
          </a:prstGeom>
          <a:ln>
            <a:solidFill>
              <a:srgbClr val="ffffff">
                <a:lumMod val="65000"/>
              </a:srgbClr>
            </a:solidFill>
          </a:ln>
        </p:spPr>
      </p:cxnSp>
      <p:cxnSp>
        <p:nvCxnSpPr>
          <p:cNvPr id="470" name="Straight Connector 111"/>
          <p:cNvCxnSpPr/>
          <p:nvPr/>
        </p:nvCxnSpPr>
        <p:spPr>
          <a:xfrm flipH="1">
            <a:off x="2904480" y="2637360"/>
            <a:ext cx="3055320" cy="1184760"/>
          </a:xfrm>
          <a:prstGeom prst="straightConnector1">
            <a:avLst/>
          </a:prstGeom>
          <a:ln>
            <a:solidFill>
              <a:srgbClr val="ffffff">
                <a:lumMod val="65000"/>
              </a:srgbClr>
            </a:solidFill>
          </a:ln>
        </p:spPr>
      </p:cxnSp>
      <p:cxnSp>
        <p:nvCxnSpPr>
          <p:cNvPr id="471" name="Straight Connector 112"/>
          <p:cNvCxnSpPr/>
          <p:nvPr/>
        </p:nvCxnSpPr>
        <p:spPr>
          <a:xfrm flipH="1">
            <a:off x="2904480" y="2815560"/>
            <a:ext cx="3055320" cy="1006560"/>
          </a:xfrm>
          <a:prstGeom prst="straightConnector1">
            <a:avLst/>
          </a:prstGeom>
          <a:ln>
            <a:solidFill>
              <a:srgbClr val="ffffff">
                <a:lumMod val="65000"/>
              </a:srgbClr>
            </a:solidFill>
          </a:ln>
        </p:spPr>
      </p:cxnSp>
      <p:cxnSp>
        <p:nvCxnSpPr>
          <p:cNvPr id="472" name="Straight Connector 113"/>
          <p:cNvCxnSpPr/>
          <p:nvPr/>
        </p:nvCxnSpPr>
        <p:spPr>
          <a:xfrm flipH="1">
            <a:off x="2904480" y="2993760"/>
            <a:ext cx="3055320" cy="828360"/>
          </a:xfrm>
          <a:prstGeom prst="straightConnector1">
            <a:avLst/>
          </a:prstGeom>
          <a:ln>
            <a:solidFill>
              <a:srgbClr val="ffffff">
                <a:lumMod val="65000"/>
              </a:srgbClr>
            </a:solidFill>
          </a:ln>
        </p:spPr>
      </p:cxnSp>
      <p:cxnSp>
        <p:nvCxnSpPr>
          <p:cNvPr id="473" name="Straight Connector 114"/>
          <p:cNvCxnSpPr/>
          <p:nvPr/>
        </p:nvCxnSpPr>
        <p:spPr>
          <a:xfrm flipH="1">
            <a:off x="2904480" y="3171600"/>
            <a:ext cx="3055320" cy="650520"/>
          </a:xfrm>
          <a:prstGeom prst="straightConnector1">
            <a:avLst/>
          </a:prstGeom>
          <a:ln>
            <a:solidFill>
              <a:srgbClr val="ffffff">
                <a:lumMod val="65000"/>
              </a:srgbClr>
            </a:solidFill>
          </a:ln>
        </p:spPr>
      </p:cxnSp>
      <p:cxnSp>
        <p:nvCxnSpPr>
          <p:cNvPr id="474" name="Straight Connector 115"/>
          <p:cNvCxnSpPr/>
          <p:nvPr/>
        </p:nvCxnSpPr>
        <p:spPr>
          <a:xfrm flipH="1">
            <a:off x="2904480" y="3349800"/>
            <a:ext cx="3055320" cy="472320"/>
          </a:xfrm>
          <a:prstGeom prst="straightConnector1">
            <a:avLst/>
          </a:prstGeom>
          <a:ln>
            <a:solidFill>
              <a:srgbClr val="ffffff">
                <a:lumMod val="65000"/>
              </a:srgbClr>
            </a:solidFill>
          </a:ln>
        </p:spPr>
      </p:cxnSp>
      <p:cxnSp>
        <p:nvCxnSpPr>
          <p:cNvPr id="475" name="Straight Connector 116"/>
          <p:cNvCxnSpPr/>
          <p:nvPr/>
        </p:nvCxnSpPr>
        <p:spPr>
          <a:xfrm flipH="1">
            <a:off x="2904480" y="3527640"/>
            <a:ext cx="3055320" cy="294480"/>
          </a:xfrm>
          <a:prstGeom prst="straightConnector1">
            <a:avLst/>
          </a:prstGeom>
          <a:ln>
            <a:solidFill>
              <a:srgbClr val="ffffff">
                <a:lumMod val="65000"/>
              </a:srgbClr>
            </a:solidFill>
          </a:ln>
        </p:spPr>
      </p:cxnSp>
      <p:cxnSp>
        <p:nvCxnSpPr>
          <p:cNvPr id="476" name="Straight Connector 117"/>
          <p:cNvCxnSpPr/>
          <p:nvPr/>
        </p:nvCxnSpPr>
        <p:spPr>
          <a:xfrm flipH="1">
            <a:off x="2904480" y="3705840"/>
            <a:ext cx="3055320" cy="116280"/>
          </a:xfrm>
          <a:prstGeom prst="straightConnector1">
            <a:avLst/>
          </a:prstGeom>
          <a:ln>
            <a:solidFill>
              <a:srgbClr val="ffffff">
                <a:lumMod val="65000"/>
              </a:srgbClr>
            </a:solidFill>
          </a:ln>
        </p:spPr>
      </p:cxnSp>
      <p:cxnSp>
        <p:nvCxnSpPr>
          <p:cNvPr id="477" name="Straight Connector 118"/>
          <p:cNvCxnSpPr/>
          <p:nvPr/>
        </p:nvCxnSpPr>
        <p:spPr>
          <a:xfrm flipH="1" flipV="1">
            <a:off x="2904480" y="3821760"/>
            <a:ext cx="3055320" cy="62280"/>
          </a:xfrm>
          <a:prstGeom prst="straightConnector1">
            <a:avLst/>
          </a:prstGeom>
          <a:ln>
            <a:solidFill>
              <a:srgbClr val="ffffff">
                <a:lumMod val="65000"/>
              </a:srgbClr>
            </a:solidFill>
          </a:ln>
        </p:spPr>
      </p:cxnSp>
      <p:cxnSp>
        <p:nvCxnSpPr>
          <p:cNvPr id="478" name="Straight Connector 119"/>
          <p:cNvCxnSpPr/>
          <p:nvPr/>
        </p:nvCxnSpPr>
        <p:spPr>
          <a:xfrm flipH="1" flipV="1">
            <a:off x="2904480" y="3821760"/>
            <a:ext cx="3055320" cy="240480"/>
          </a:xfrm>
          <a:prstGeom prst="straightConnector1">
            <a:avLst/>
          </a:prstGeom>
          <a:ln>
            <a:solidFill>
              <a:srgbClr val="ffffff">
                <a:lumMod val="65000"/>
              </a:srgbClr>
            </a:solidFill>
          </a:ln>
        </p:spPr>
      </p:cxnSp>
      <p:cxnSp>
        <p:nvCxnSpPr>
          <p:cNvPr id="479" name="Straight Connector 120"/>
          <p:cNvCxnSpPr/>
          <p:nvPr/>
        </p:nvCxnSpPr>
        <p:spPr>
          <a:xfrm flipH="1" flipV="1">
            <a:off x="2904480" y="3821760"/>
            <a:ext cx="3055320" cy="418680"/>
          </a:xfrm>
          <a:prstGeom prst="straightConnector1">
            <a:avLst/>
          </a:prstGeom>
          <a:ln>
            <a:solidFill>
              <a:srgbClr val="ffffff">
                <a:lumMod val="65000"/>
              </a:srgbClr>
            </a:solidFill>
          </a:ln>
        </p:spPr>
      </p:cxnSp>
      <p:cxnSp>
        <p:nvCxnSpPr>
          <p:cNvPr id="480" name="Straight Connector 121"/>
          <p:cNvCxnSpPr/>
          <p:nvPr/>
        </p:nvCxnSpPr>
        <p:spPr>
          <a:xfrm flipH="1" flipV="1">
            <a:off x="2904480" y="3821760"/>
            <a:ext cx="3055320" cy="596520"/>
          </a:xfrm>
          <a:prstGeom prst="straightConnector1">
            <a:avLst/>
          </a:prstGeom>
          <a:ln>
            <a:solidFill>
              <a:srgbClr val="ffffff">
                <a:lumMod val="65000"/>
              </a:srgbClr>
            </a:solidFill>
          </a:ln>
        </p:spPr>
      </p:cxnSp>
      <p:cxnSp>
        <p:nvCxnSpPr>
          <p:cNvPr id="481" name="Straight Connector 122"/>
          <p:cNvCxnSpPr/>
          <p:nvPr/>
        </p:nvCxnSpPr>
        <p:spPr>
          <a:xfrm flipH="1" flipV="1">
            <a:off x="2904480" y="3821760"/>
            <a:ext cx="3055320" cy="774720"/>
          </a:xfrm>
          <a:prstGeom prst="straightConnector1">
            <a:avLst/>
          </a:prstGeom>
          <a:ln>
            <a:solidFill>
              <a:srgbClr val="ffffff">
                <a:lumMod val="65000"/>
              </a:srgbClr>
            </a:solidFill>
          </a:ln>
        </p:spPr>
      </p:cxnSp>
      <p:cxnSp>
        <p:nvCxnSpPr>
          <p:cNvPr id="482" name="Straight Connector 123"/>
          <p:cNvCxnSpPr/>
          <p:nvPr/>
        </p:nvCxnSpPr>
        <p:spPr>
          <a:xfrm flipH="1" flipV="1">
            <a:off x="2904480" y="3821760"/>
            <a:ext cx="3055320" cy="952560"/>
          </a:xfrm>
          <a:prstGeom prst="straightConnector1">
            <a:avLst/>
          </a:prstGeom>
          <a:ln>
            <a:solidFill>
              <a:srgbClr val="ffffff">
                <a:lumMod val="65000"/>
              </a:srgbClr>
            </a:solidFill>
          </a:ln>
        </p:spPr>
      </p:cxnSp>
      <p:cxnSp>
        <p:nvCxnSpPr>
          <p:cNvPr id="483" name="Straight Connector 124"/>
          <p:cNvCxnSpPr/>
          <p:nvPr/>
        </p:nvCxnSpPr>
        <p:spPr>
          <a:xfrm flipH="1" flipV="1">
            <a:off x="2904480" y="3821760"/>
            <a:ext cx="3055320" cy="1130760"/>
          </a:xfrm>
          <a:prstGeom prst="straightConnector1">
            <a:avLst/>
          </a:prstGeom>
          <a:ln>
            <a:solidFill>
              <a:srgbClr val="ffffff">
                <a:lumMod val="65000"/>
              </a:srgbClr>
            </a:solidFill>
          </a:ln>
        </p:spPr>
      </p:cxnSp>
      <p:cxnSp>
        <p:nvCxnSpPr>
          <p:cNvPr id="484" name="Straight Connector 125"/>
          <p:cNvCxnSpPr/>
          <p:nvPr/>
        </p:nvCxnSpPr>
        <p:spPr>
          <a:xfrm flipH="1" flipV="1">
            <a:off x="2904480" y="3821760"/>
            <a:ext cx="3055320" cy="1308600"/>
          </a:xfrm>
          <a:prstGeom prst="straightConnector1">
            <a:avLst/>
          </a:prstGeom>
          <a:ln>
            <a:solidFill>
              <a:srgbClr val="ffffff">
                <a:lumMod val="65000"/>
              </a:srgbClr>
            </a:solidFill>
          </a:ln>
        </p:spPr>
      </p:cxnSp>
      <p:cxnSp>
        <p:nvCxnSpPr>
          <p:cNvPr id="485" name="Straight Connector 126"/>
          <p:cNvCxnSpPr/>
          <p:nvPr/>
        </p:nvCxnSpPr>
        <p:spPr>
          <a:xfrm flipH="1" flipV="1">
            <a:off x="2904480" y="3821760"/>
            <a:ext cx="3055320" cy="1486800"/>
          </a:xfrm>
          <a:prstGeom prst="straightConnector1">
            <a:avLst/>
          </a:prstGeom>
          <a:ln>
            <a:solidFill>
              <a:srgbClr val="ffffff">
                <a:lumMod val="65000"/>
              </a:srgbClr>
            </a:solidFill>
          </a:ln>
        </p:spPr>
      </p:cxnSp>
      <p:cxnSp>
        <p:nvCxnSpPr>
          <p:cNvPr id="486" name="Straight Connector 127"/>
          <p:cNvCxnSpPr/>
          <p:nvPr/>
        </p:nvCxnSpPr>
        <p:spPr>
          <a:xfrm flipH="1" flipV="1">
            <a:off x="2904480" y="3821760"/>
            <a:ext cx="3055320" cy="1665000"/>
          </a:xfrm>
          <a:prstGeom prst="straightConnector1">
            <a:avLst/>
          </a:prstGeom>
          <a:ln>
            <a:solidFill>
              <a:srgbClr val="ffffff">
                <a:lumMod val="65000"/>
              </a:srgbClr>
            </a:solidFill>
          </a:ln>
        </p:spPr>
      </p:cxnSp>
      <p:cxnSp>
        <p:nvCxnSpPr>
          <p:cNvPr id="487" name="Straight Connector 128"/>
          <p:cNvCxnSpPr/>
          <p:nvPr/>
        </p:nvCxnSpPr>
        <p:spPr>
          <a:xfrm flipH="1" flipV="1">
            <a:off x="2904480" y="3821760"/>
            <a:ext cx="3055320" cy="1842840"/>
          </a:xfrm>
          <a:prstGeom prst="straightConnector1">
            <a:avLst/>
          </a:prstGeom>
          <a:ln>
            <a:solidFill>
              <a:srgbClr val="ffffff">
                <a:lumMod val="65000"/>
              </a:srgbClr>
            </a:solidFill>
          </a:ln>
        </p:spPr>
      </p:cxnSp>
      <p:cxnSp>
        <p:nvCxnSpPr>
          <p:cNvPr id="488" name="Straight Connector 129"/>
          <p:cNvCxnSpPr/>
          <p:nvPr/>
        </p:nvCxnSpPr>
        <p:spPr>
          <a:xfrm flipH="1" flipV="1">
            <a:off x="2904480" y="3821760"/>
            <a:ext cx="3055320" cy="2021040"/>
          </a:xfrm>
          <a:prstGeom prst="straightConnector1">
            <a:avLst/>
          </a:prstGeom>
          <a:ln>
            <a:solidFill>
              <a:srgbClr val="ffffff">
                <a:lumMod val="65000"/>
              </a:srgbClr>
            </a:solidFill>
          </a:ln>
        </p:spPr>
      </p:cxnSp>
      <p:cxnSp>
        <p:nvCxnSpPr>
          <p:cNvPr id="489" name="Straight Connector 130"/>
          <p:cNvCxnSpPr/>
          <p:nvPr/>
        </p:nvCxnSpPr>
        <p:spPr>
          <a:xfrm flipH="1" flipV="1">
            <a:off x="2904480" y="3821760"/>
            <a:ext cx="3055320" cy="2198880"/>
          </a:xfrm>
          <a:prstGeom prst="straightConnector1">
            <a:avLst/>
          </a:prstGeom>
          <a:ln>
            <a:solidFill>
              <a:srgbClr val="ffffff">
                <a:lumMod val="65000"/>
              </a:srgbClr>
            </a:solidFill>
          </a:ln>
        </p:spPr>
      </p:cxnSp>
      <p:cxnSp>
        <p:nvCxnSpPr>
          <p:cNvPr id="490" name="Straight Connector 131"/>
          <p:cNvCxnSpPr/>
          <p:nvPr/>
        </p:nvCxnSpPr>
        <p:spPr>
          <a:xfrm flipH="1">
            <a:off x="2904480" y="1925280"/>
            <a:ext cx="3055320" cy="2298240"/>
          </a:xfrm>
          <a:prstGeom prst="straightConnector1">
            <a:avLst/>
          </a:prstGeom>
          <a:ln>
            <a:solidFill>
              <a:srgbClr val="ffffff">
                <a:lumMod val="65000"/>
              </a:srgbClr>
            </a:solidFill>
          </a:ln>
        </p:spPr>
      </p:cxnSp>
      <p:cxnSp>
        <p:nvCxnSpPr>
          <p:cNvPr id="491" name="Straight Connector 132"/>
          <p:cNvCxnSpPr/>
          <p:nvPr/>
        </p:nvCxnSpPr>
        <p:spPr>
          <a:xfrm flipH="1">
            <a:off x="2904480" y="2103480"/>
            <a:ext cx="3055320" cy="2120040"/>
          </a:xfrm>
          <a:prstGeom prst="straightConnector1">
            <a:avLst/>
          </a:prstGeom>
          <a:ln>
            <a:solidFill>
              <a:srgbClr val="ffffff">
                <a:lumMod val="65000"/>
              </a:srgbClr>
            </a:solidFill>
          </a:ln>
        </p:spPr>
      </p:cxnSp>
      <p:cxnSp>
        <p:nvCxnSpPr>
          <p:cNvPr id="492" name="Straight Connector 133"/>
          <p:cNvCxnSpPr/>
          <p:nvPr/>
        </p:nvCxnSpPr>
        <p:spPr>
          <a:xfrm flipH="1">
            <a:off x="2904480" y="2281320"/>
            <a:ext cx="3055320" cy="1942200"/>
          </a:xfrm>
          <a:prstGeom prst="straightConnector1">
            <a:avLst/>
          </a:prstGeom>
          <a:ln>
            <a:solidFill>
              <a:srgbClr val="ffffff">
                <a:lumMod val="65000"/>
              </a:srgbClr>
            </a:solidFill>
          </a:ln>
        </p:spPr>
      </p:cxnSp>
      <p:cxnSp>
        <p:nvCxnSpPr>
          <p:cNvPr id="493" name="Straight Connector 134"/>
          <p:cNvCxnSpPr/>
          <p:nvPr/>
        </p:nvCxnSpPr>
        <p:spPr>
          <a:xfrm flipH="1">
            <a:off x="2904480" y="2459520"/>
            <a:ext cx="3055320" cy="1764000"/>
          </a:xfrm>
          <a:prstGeom prst="straightConnector1">
            <a:avLst/>
          </a:prstGeom>
          <a:ln>
            <a:solidFill>
              <a:srgbClr val="ffffff">
                <a:lumMod val="65000"/>
              </a:srgbClr>
            </a:solidFill>
          </a:ln>
        </p:spPr>
      </p:cxnSp>
      <p:cxnSp>
        <p:nvCxnSpPr>
          <p:cNvPr id="494" name="Straight Connector 135"/>
          <p:cNvCxnSpPr/>
          <p:nvPr/>
        </p:nvCxnSpPr>
        <p:spPr>
          <a:xfrm flipH="1">
            <a:off x="2904480" y="2637360"/>
            <a:ext cx="3055320" cy="1586160"/>
          </a:xfrm>
          <a:prstGeom prst="straightConnector1">
            <a:avLst/>
          </a:prstGeom>
          <a:ln>
            <a:solidFill>
              <a:srgbClr val="ffffff">
                <a:lumMod val="65000"/>
              </a:srgbClr>
            </a:solidFill>
          </a:ln>
        </p:spPr>
      </p:cxnSp>
      <p:cxnSp>
        <p:nvCxnSpPr>
          <p:cNvPr id="495" name="Straight Connector 136"/>
          <p:cNvCxnSpPr/>
          <p:nvPr/>
        </p:nvCxnSpPr>
        <p:spPr>
          <a:xfrm flipH="1">
            <a:off x="2904480" y="2815560"/>
            <a:ext cx="3055320" cy="1407960"/>
          </a:xfrm>
          <a:prstGeom prst="straightConnector1">
            <a:avLst/>
          </a:prstGeom>
          <a:ln>
            <a:solidFill>
              <a:srgbClr val="ffffff">
                <a:lumMod val="65000"/>
              </a:srgbClr>
            </a:solidFill>
          </a:ln>
        </p:spPr>
      </p:cxnSp>
      <p:cxnSp>
        <p:nvCxnSpPr>
          <p:cNvPr id="496" name="Straight Connector 137"/>
          <p:cNvCxnSpPr/>
          <p:nvPr/>
        </p:nvCxnSpPr>
        <p:spPr>
          <a:xfrm flipH="1">
            <a:off x="2904480" y="2993760"/>
            <a:ext cx="3055320" cy="1229760"/>
          </a:xfrm>
          <a:prstGeom prst="straightConnector1">
            <a:avLst/>
          </a:prstGeom>
          <a:ln>
            <a:solidFill>
              <a:srgbClr val="ffffff">
                <a:lumMod val="65000"/>
              </a:srgbClr>
            </a:solidFill>
          </a:ln>
        </p:spPr>
      </p:cxnSp>
      <p:cxnSp>
        <p:nvCxnSpPr>
          <p:cNvPr id="497" name="Straight Connector 138"/>
          <p:cNvCxnSpPr/>
          <p:nvPr/>
        </p:nvCxnSpPr>
        <p:spPr>
          <a:xfrm flipH="1">
            <a:off x="2904480" y="3171600"/>
            <a:ext cx="3055320" cy="1051920"/>
          </a:xfrm>
          <a:prstGeom prst="straightConnector1">
            <a:avLst/>
          </a:prstGeom>
          <a:ln>
            <a:solidFill>
              <a:srgbClr val="ffffff">
                <a:lumMod val="65000"/>
              </a:srgbClr>
            </a:solidFill>
          </a:ln>
        </p:spPr>
      </p:cxnSp>
      <p:cxnSp>
        <p:nvCxnSpPr>
          <p:cNvPr id="498" name="Straight Connector 139"/>
          <p:cNvCxnSpPr/>
          <p:nvPr/>
        </p:nvCxnSpPr>
        <p:spPr>
          <a:xfrm flipH="1">
            <a:off x="2904480" y="3349800"/>
            <a:ext cx="3055320" cy="873720"/>
          </a:xfrm>
          <a:prstGeom prst="straightConnector1">
            <a:avLst/>
          </a:prstGeom>
          <a:ln>
            <a:solidFill>
              <a:srgbClr val="ffffff">
                <a:lumMod val="65000"/>
              </a:srgbClr>
            </a:solidFill>
          </a:ln>
        </p:spPr>
      </p:cxnSp>
      <p:cxnSp>
        <p:nvCxnSpPr>
          <p:cNvPr id="499" name="Straight Connector 140"/>
          <p:cNvCxnSpPr/>
          <p:nvPr/>
        </p:nvCxnSpPr>
        <p:spPr>
          <a:xfrm flipH="1">
            <a:off x="2904480" y="3527640"/>
            <a:ext cx="3055320" cy="695880"/>
          </a:xfrm>
          <a:prstGeom prst="straightConnector1">
            <a:avLst/>
          </a:prstGeom>
          <a:ln>
            <a:solidFill>
              <a:srgbClr val="ffffff">
                <a:lumMod val="65000"/>
              </a:srgbClr>
            </a:solidFill>
          </a:ln>
        </p:spPr>
      </p:cxnSp>
      <p:cxnSp>
        <p:nvCxnSpPr>
          <p:cNvPr id="500" name="Straight Connector 141"/>
          <p:cNvCxnSpPr/>
          <p:nvPr/>
        </p:nvCxnSpPr>
        <p:spPr>
          <a:xfrm flipH="1">
            <a:off x="2904480" y="3705840"/>
            <a:ext cx="3055320" cy="517680"/>
          </a:xfrm>
          <a:prstGeom prst="straightConnector1">
            <a:avLst/>
          </a:prstGeom>
          <a:ln>
            <a:solidFill>
              <a:srgbClr val="ffffff">
                <a:lumMod val="65000"/>
              </a:srgbClr>
            </a:solidFill>
          </a:ln>
        </p:spPr>
      </p:cxnSp>
      <p:cxnSp>
        <p:nvCxnSpPr>
          <p:cNvPr id="501" name="Straight Connector 142"/>
          <p:cNvCxnSpPr/>
          <p:nvPr/>
        </p:nvCxnSpPr>
        <p:spPr>
          <a:xfrm flipH="1">
            <a:off x="2904480" y="3883680"/>
            <a:ext cx="3055320" cy="339840"/>
          </a:xfrm>
          <a:prstGeom prst="straightConnector1">
            <a:avLst/>
          </a:prstGeom>
          <a:ln>
            <a:solidFill>
              <a:srgbClr val="ffffff">
                <a:lumMod val="65000"/>
              </a:srgbClr>
            </a:solidFill>
          </a:ln>
        </p:spPr>
      </p:cxnSp>
      <p:cxnSp>
        <p:nvCxnSpPr>
          <p:cNvPr id="502" name="Straight Connector 143"/>
          <p:cNvCxnSpPr/>
          <p:nvPr/>
        </p:nvCxnSpPr>
        <p:spPr>
          <a:xfrm flipH="1">
            <a:off x="2904480" y="4061880"/>
            <a:ext cx="3055320" cy="161640"/>
          </a:xfrm>
          <a:prstGeom prst="straightConnector1">
            <a:avLst/>
          </a:prstGeom>
          <a:ln>
            <a:solidFill>
              <a:srgbClr val="ffffff">
                <a:lumMod val="65000"/>
              </a:srgbClr>
            </a:solidFill>
          </a:ln>
        </p:spPr>
      </p:cxnSp>
      <p:cxnSp>
        <p:nvCxnSpPr>
          <p:cNvPr id="503" name="Straight Connector 144"/>
          <p:cNvCxnSpPr/>
          <p:nvPr/>
        </p:nvCxnSpPr>
        <p:spPr>
          <a:xfrm flipH="1" flipV="1">
            <a:off x="2904480" y="4223160"/>
            <a:ext cx="3055320" cy="17280"/>
          </a:xfrm>
          <a:prstGeom prst="straightConnector1">
            <a:avLst/>
          </a:prstGeom>
          <a:ln>
            <a:solidFill>
              <a:srgbClr val="ffffff">
                <a:lumMod val="65000"/>
              </a:srgbClr>
            </a:solidFill>
          </a:ln>
        </p:spPr>
      </p:cxnSp>
      <p:cxnSp>
        <p:nvCxnSpPr>
          <p:cNvPr id="504" name="Straight Connector 145"/>
          <p:cNvCxnSpPr/>
          <p:nvPr/>
        </p:nvCxnSpPr>
        <p:spPr>
          <a:xfrm flipH="1" flipV="1">
            <a:off x="2904480" y="4223160"/>
            <a:ext cx="3055320" cy="195120"/>
          </a:xfrm>
          <a:prstGeom prst="straightConnector1">
            <a:avLst/>
          </a:prstGeom>
          <a:ln>
            <a:solidFill>
              <a:srgbClr val="ffffff">
                <a:lumMod val="65000"/>
              </a:srgbClr>
            </a:solidFill>
          </a:ln>
        </p:spPr>
      </p:cxnSp>
      <p:cxnSp>
        <p:nvCxnSpPr>
          <p:cNvPr id="505" name="Straight Connector 146"/>
          <p:cNvCxnSpPr/>
          <p:nvPr/>
        </p:nvCxnSpPr>
        <p:spPr>
          <a:xfrm flipH="1" flipV="1">
            <a:off x="2904480" y="4223160"/>
            <a:ext cx="3055320" cy="373320"/>
          </a:xfrm>
          <a:prstGeom prst="straightConnector1">
            <a:avLst/>
          </a:prstGeom>
          <a:ln>
            <a:solidFill>
              <a:srgbClr val="ffffff">
                <a:lumMod val="65000"/>
              </a:srgbClr>
            </a:solidFill>
          </a:ln>
        </p:spPr>
      </p:cxnSp>
      <p:cxnSp>
        <p:nvCxnSpPr>
          <p:cNvPr id="506" name="Straight Connector 147"/>
          <p:cNvCxnSpPr/>
          <p:nvPr/>
        </p:nvCxnSpPr>
        <p:spPr>
          <a:xfrm flipH="1" flipV="1">
            <a:off x="2904480" y="4223160"/>
            <a:ext cx="3055320" cy="551160"/>
          </a:xfrm>
          <a:prstGeom prst="straightConnector1">
            <a:avLst/>
          </a:prstGeom>
          <a:ln>
            <a:solidFill>
              <a:srgbClr val="ffffff">
                <a:lumMod val="65000"/>
              </a:srgbClr>
            </a:solidFill>
          </a:ln>
        </p:spPr>
      </p:cxnSp>
      <p:cxnSp>
        <p:nvCxnSpPr>
          <p:cNvPr id="507" name="Straight Connector 148"/>
          <p:cNvCxnSpPr/>
          <p:nvPr/>
        </p:nvCxnSpPr>
        <p:spPr>
          <a:xfrm flipH="1" flipV="1">
            <a:off x="2904480" y="4223160"/>
            <a:ext cx="3055320" cy="729360"/>
          </a:xfrm>
          <a:prstGeom prst="straightConnector1">
            <a:avLst/>
          </a:prstGeom>
          <a:ln>
            <a:solidFill>
              <a:srgbClr val="ffffff">
                <a:lumMod val="65000"/>
              </a:srgbClr>
            </a:solidFill>
          </a:ln>
        </p:spPr>
      </p:cxnSp>
      <p:cxnSp>
        <p:nvCxnSpPr>
          <p:cNvPr id="508" name="Straight Connector 149"/>
          <p:cNvCxnSpPr/>
          <p:nvPr/>
        </p:nvCxnSpPr>
        <p:spPr>
          <a:xfrm flipH="1" flipV="1">
            <a:off x="2904480" y="4223160"/>
            <a:ext cx="3055320" cy="907200"/>
          </a:xfrm>
          <a:prstGeom prst="straightConnector1">
            <a:avLst/>
          </a:prstGeom>
          <a:ln>
            <a:solidFill>
              <a:srgbClr val="ffffff">
                <a:lumMod val="65000"/>
              </a:srgbClr>
            </a:solidFill>
          </a:ln>
        </p:spPr>
      </p:cxnSp>
      <p:cxnSp>
        <p:nvCxnSpPr>
          <p:cNvPr id="509" name="Straight Connector 150"/>
          <p:cNvCxnSpPr/>
          <p:nvPr/>
        </p:nvCxnSpPr>
        <p:spPr>
          <a:xfrm flipH="1" flipV="1">
            <a:off x="2904480" y="4223160"/>
            <a:ext cx="3055320" cy="1085400"/>
          </a:xfrm>
          <a:prstGeom prst="straightConnector1">
            <a:avLst/>
          </a:prstGeom>
          <a:ln>
            <a:solidFill>
              <a:srgbClr val="ffffff">
                <a:lumMod val="65000"/>
              </a:srgbClr>
            </a:solidFill>
          </a:ln>
        </p:spPr>
      </p:cxnSp>
      <p:cxnSp>
        <p:nvCxnSpPr>
          <p:cNvPr id="510" name="Straight Connector 151"/>
          <p:cNvCxnSpPr/>
          <p:nvPr/>
        </p:nvCxnSpPr>
        <p:spPr>
          <a:xfrm flipH="1" flipV="1">
            <a:off x="2904480" y="4223160"/>
            <a:ext cx="3055320" cy="1263600"/>
          </a:xfrm>
          <a:prstGeom prst="straightConnector1">
            <a:avLst/>
          </a:prstGeom>
          <a:ln>
            <a:solidFill>
              <a:srgbClr val="ffffff">
                <a:lumMod val="65000"/>
              </a:srgbClr>
            </a:solidFill>
          </a:ln>
        </p:spPr>
      </p:cxnSp>
      <p:cxnSp>
        <p:nvCxnSpPr>
          <p:cNvPr id="511" name="Straight Connector 152"/>
          <p:cNvCxnSpPr/>
          <p:nvPr/>
        </p:nvCxnSpPr>
        <p:spPr>
          <a:xfrm flipH="1" flipV="1">
            <a:off x="2904480" y="4223160"/>
            <a:ext cx="3055320" cy="1441440"/>
          </a:xfrm>
          <a:prstGeom prst="straightConnector1">
            <a:avLst/>
          </a:prstGeom>
          <a:ln>
            <a:solidFill>
              <a:srgbClr val="ffffff">
                <a:lumMod val="65000"/>
              </a:srgbClr>
            </a:solidFill>
          </a:ln>
        </p:spPr>
      </p:cxnSp>
      <p:cxnSp>
        <p:nvCxnSpPr>
          <p:cNvPr id="512" name="Straight Connector 153"/>
          <p:cNvCxnSpPr/>
          <p:nvPr/>
        </p:nvCxnSpPr>
        <p:spPr>
          <a:xfrm flipH="1" flipV="1">
            <a:off x="2904480" y="4223160"/>
            <a:ext cx="3055320" cy="1619640"/>
          </a:xfrm>
          <a:prstGeom prst="straightConnector1">
            <a:avLst/>
          </a:prstGeom>
          <a:ln>
            <a:solidFill>
              <a:srgbClr val="ffffff">
                <a:lumMod val="65000"/>
              </a:srgbClr>
            </a:solidFill>
          </a:ln>
        </p:spPr>
      </p:cxnSp>
      <p:cxnSp>
        <p:nvCxnSpPr>
          <p:cNvPr id="513" name="Straight Connector 154"/>
          <p:cNvCxnSpPr/>
          <p:nvPr/>
        </p:nvCxnSpPr>
        <p:spPr>
          <a:xfrm flipH="1" flipV="1">
            <a:off x="2904480" y="4223160"/>
            <a:ext cx="3055320" cy="1797480"/>
          </a:xfrm>
          <a:prstGeom prst="straightConnector1">
            <a:avLst/>
          </a:prstGeom>
          <a:ln>
            <a:solidFill>
              <a:srgbClr val="ffffff">
                <a:lumMod val="65000"/>
              </a:srgbClr>
            </a:solidFill>
          </a:ln>
        </p:spPr>
      </p:cxnSp>
      <p:cxnSp>
        <p:nvCxnSpPr>
          <p:cNvPr id="514" name="Straight Connector 155"/>
          <p:cNvCxnSpPr/>
          <p:nvPr/>
        </p:nvCxnSpPr>
        <p:spPr>
          <a:xfrm flipH="1">
            <a:off x="2904480" y="1925280"/>
            <a:ext cx="3055320" cy="2699640"/>
          </a:xfrm>
          <a:prstGeom prst="straightConnector1">
            <a:avLst/>
          </a:prstGeom>
          <a:ln>
            <a:solidFill>
              <a:srgbClr val="ffffff">
                <a:lumMod val="65000"/>
              </a:srgbClr>
            </a:solidFill>
          </a:ln>
        </p:spPr>
      </p:cxnSp>
      <p:cxnSp>
        <p:nvCxnSpPr>
          <p:cNvPr id="515" name="Straight Connector 156"/>
          <p:cNvCxnSpPr/>
          <p:nvPr/>
        </p:nvCxnSpPr>
        <p:spPr>
          <a:xfrm flipH="1">
            <a:off x="2904480" y="2103480"/>
            <a:ext cx="3055320" cy="2521440"/>
          </a:xfrm>
          <a:prstGeom prst="straightConnector1">
            <a:avLst/>
          </a:prstGeom>
          <a:ln>
            <a:solidFill>
              <a:srgbClr val="ffffff">
                <a:lumMod val="65000"/>
              </a:srgbClr>
            </a:solidFill>
          </a:ln>
        </p:spPr>
      </p:cxnSp>
      <p:cxnSp>
        <p:nvCxnSpPr>
          <p:cNvPr id="516" name="Straight Connector 157"/>
          <p:cNvCxnSpPr/>
          <p:nvPr/>
        </p:nvCxnSpPr>
        <p:spPr>
          <a:xfrm flipH="1">
            <a:off x="2904480" y="2281320"/>
            <a:ext cx="3055320" cy="2343600"/>
          </a:xfrm>
          <a:prstGeom prst="straightConnector1">
            <a:avLst/>
          </a:prstGeom>
          <a:ln>
            <a:solidFill>
              <a:srgbClr val="ffffff">
                <a:lumMod val="65000"/>
              </a:srgbClr>
            </a:solidFill>
          </a:ln>
        </p:spPr>
      </p:cxnSp>
      <p:cxnSp>
        <p:nvCxnSpPr>
          <p:cNvPr id="517" name="Straight Connector 158"/>
          <p:cNvCxnSpPr/>
          <p:nvPr/>
        </p:nvCxnSpPr>
        <p:spPr>
          <a:xfrm flipH="1">
            <a:off x="2904480" y="2459520"/>
            <a:ext cx="3055320" cy="2165400"/>
          </a:xfrm>
          <a:prstGeom prst="straightConnector1">
            <a:avLst/>
          </a:prstGeom>
          <a:ln>
            <a:solidFill>
              <a:srgbClr val="ffffff">
                <a:lumMod val="65000"/>
              </a:srgbClr>
            </a:solidFill>
          </a:ln>
        </p:spPr>
      </p:cxnSp>
      <p:cxnSp>
        <p:nvCxnSpPr>
          <p:cNvPr id="518" name="Straight Connector 159"/>
          <p:cNvCxnSpPr/>
          <p:nvPr/>
        </p:nvCxnSpPr>
        <p:spPr>
          <a:xfrm flipH="1">
            <a:off x="2904480" y="2637360"/>
            <a:ext cx="3055320" cy="1987560"/>
          </a:xfrm>
          <a:prstGeom prst="straightConnector1">
            <a:avLst/>
          </a:prstGeom>
          <a:ln>
            <a:solidFill>
              <a:srgbClr val="ffffff">
                <a:lumMod val="65000"/>
              </a:srgbClr>
            </a:solidFill>
          </a:ln>
        </p:spPr>
      </p:cxnSp>
      <p:cxnSp>
        <p:nvCxnSpPr>
          <p:cNvPr id="519" name="Straight Connector 160"/>
          <p:cNvCxnSpPr/>
          <p:nvPr/>
        </p:nvCxnSpPr>
        <p:spPr>
          <a:xfrm flipH="1">
            <a:off x="2904480" y="2815560"/>
            <a:ext cx="3055320" cy="1809360"/>
          </a:xfrm>
          <a:prstGeom prst="straightConnector1">
            <a:avLst/>
          </a:prstGeom>
          <a:ln>
            <a:solidFill>
              <a:srgbClr val="ffffff">
                <a:lumMod val="65000"/>
              </a:srgbClr>
            </a:solidFill>
          </a:ln>
        </p:spPr>
      </p:cxnSp>
      <p:cxnSp>
        <p:nvCxnSpPr>
          <p:cNvPr id="520" name="Straight Connector 161"/>
          <p:cNvCxnSpPr/>
          <p:nvPr/>
        </p:nvCxnSpPr>
        <p:spPr>
          <a:xfrm flipH="1">
            <a:off x="2904480" y="2993760"/>
            <a:ext cx="3055320" cy="1631160"/>
          </a:xfrm>
          <a:prstGeom prst="straightConnector1">
            <a:avLst/>
          </a:prstGeom>
          <a:ln>
            <a:solidFill>
              <a:srgbClr val="ffffff">
                <a:lumMod val="65000"/>
              </a:srgbClr>
            </a:solidFill>
          </a:ln>
        </p:spPr>
      </p:cxnSp>
      <p:cxnSp>
        <p:nvCxnSpPr>
          <p:cNvPr id="521" name="Straight Connector 162"/>
          <p:cNvCxnSpPr/>
          <p:nvPr/>
        </p:nvCxnSpPr>
        <p:spPr>
          <a:xfrm flipH="1">
            <a:off x="2904480" y="3171600"/>
            <a:ext cx="3055320" cy="1453320"/>
          </a:xfrm>
          <a:prstGeom prst="straightConnector1">
            <a:avLst/>
          </a:prstGeom>
          <a:ln>
            <a:solidFill>
              <a:srgbClr val="ffffff">
                <a:lumMod val="65000"/>
              </a:srgbClr>
            </a:solidFill>
          </a:ln>
        </p:spPr>
      </p:cxnSp>
      <p:cxnSp>
        <p:nvCxnSpPr>
          <p:cNvPr id="522" name="Straight Connector 163"/>
          <p:cNvCxnSpPr/>
          <p:nvPr/>
        </p:nvCxnSpPr>
        <p:spPr>
          <a:xfrm flipH="1">
            <a:off x="2904480" y="3349800"/>
            <a:ext cx="3055320" cy="1275120"/>
          </a:xfrm>
          <a:prstGeom prst="straightConnector1">
            <a:avLst/>
          </a:prstGeom>
          <a:ln>
            <a:solidFill>
              <a:srgbClr val="ffffff">
                <a:lumMod val="65000"/>
              </a:srgbClr>
            </a:solidFill>
          </a:ln>
        </p:spPr>
      </p:cxnSp>
      <p:cxnSp>
        <p:nvCxnSpPr>
          <p:cNvPr id="523" name="Straight Connector 164"/>
          <p:cNvCxnSpPr/>
          <p:nvPr/>
        </p:nvCxnSpPr>
        <p:spPr>
          <a:xfrm flipH="1">
            <a:off x="2904480" y="3527640"/>
            <a:ext cx="3055320" cy="1097280"/>
          </a:xfrm>
          <a:prstGeom prst="straightConnector1">
            <a:avLst/>
          </a:prstGeom>
          <a:ln>
            <a:solidFill>
              <a:srgbClr val="ffffff">
                <a:lumMod val="65000"/>
              </a:srgbClr>
            </a:solidFill>
          </a:ln>
        </p:spPr>
      </p:cxnSp>
      <p:cxnSp>
        <p:nvCxnSpPr>
          <p:cNvPr id="524" name="Straight Connector 165"/>
          <p:cNvCxnSpPr/>
          <p:nvPr/>
        </p:nvCxnSpPr>
        <p:spPr>
          <a:xfrm flipH="1">
            <a:off x="2904480" y="3705840"/>
            <a:ext cx="3055320" cy="919080"/>
          </a:xfrm>
          <a:prstGeom prst="straightConnector1">
            <a:avLst/>
          </a:prstGeom>
          <a:ln>
            <a:solidFill>
              <a:srgbClr val="ffffff">
                <a:lumMod val="65000"/>
              </a:srgbClr>
            </a:solidFill>
          </a:ln>
        </p:spPr>
      </p:cxnSp>
      <p:cxnSp>
        <p:nvCxnSpPr>
          <p:cNvPr id="525" name="Straight Connector 166"/>
          <p:cNvCxnSpPr/>
          <p:nvPr/>
        </p:nvCxnSpPr>
        <p:spPr>
          <a:xfrm flipH="1">
            <a:off x="2904480" y="3883680"/>
            <a:ext cx="3055320" cy="741240"/>
          </a:xfrm>
          <a:prstGeom prst="straightConnector1">
            <a:avLst/>
          </a:prstGeom>
          <a:ln>
            <a:solidFill>
              <a:srgbClr val="ffffff">
                <a:lumMod val="65000"/>
              </a:srgbClr>
            </a:solidFill>
          </a:ln>
        </p:spPr>
      </p:cxnSp>
      <p:cxnSp>
        <p:nvCxnSpPr>
          <p:cNvPr id="526" name="Straight Connector 167"/>
          <p:cNvCxnSpPr/>
          <p:nvPr/>
        </p:nvCxnSpPr>
        <p:spPr>
          <a:xfrm flipH="1">
            <a:off x="2904480" y="4061880"/>
            <a:ext cx="3055320" cy="563040"/>
          </a:xfrm>
          <a:prstGeom prst="straightConnector1">
            <a:avLst/>
          </a:prstGeom>
          <a:ln>
            <a:solidFill>
              <a:srgbClr val="ffffff">
                <a:lumMod val="65000"/>
              </a:srgbClr>
            </a:solidFill>
          </a:ln>
        </p:spPr>
      </p:cxnSp>
      <p:cxnSp>
        <p:nvCxnSpPr>
          <p:cNvPr id="527" name="Straight Connector 168"/>
          <p:cNvCxnSpPr/>
          <p:nvPr/>
        </p:nvCxnSpPr>
        <p:spPr>
          <a:xfrm flipH="1">
            <a:off x="2904480" y="4240080"/>
            <a:ext cx="3055320" cy="384840"/>
          </a:xfrm>
          <a:prstGeom prst="straightConnector1">
            <a:avLst/>
          </a:prstGeom>
          <a:ln>
            <a:solidFill>
              <a:srgbClr val="ffffff">
                <a:lumMod val="65000"/>
              </a:srgbClr>
            </a:solidFill>
          </a:ln>
        </p:spPr>
      </p:cxnSp>
      <p:cxnSp>
        <p:nvCxnSpPr>
          <p:cNvPr id="528" name="Straight Connector 169"/>
          <p:cNvCxnSpPr/>
          <p:nvPr/>
        </p:nvCxnSpPr>
        <p:spPr>
          <a:xfrm flipH="1">
            <a:off x="2904480" y="4417920"/>
            <a:ext cx="3055320" cy="207000"/>
          </a:xfrm>
          <a:prstGeom prst="straightConnector1">
            <a:avLst/>
          </a:prstGeom>
          <a:ln>
            <a:solidFill>
              <a:srgbClr val="ffffff">
                <a:lumMod val="65000"/>
              </a:srgbClr>
            </a:solidFill>
          </a:ln>
        </p:spPr>
      </p:cxnSp>
      <p:cxnSp>
        <p:nvCxnSpPr>
          <p:cNvPr id="529" name="Straight Connector 170"/>
          <p:cNvCxnSpPr/>
          <p:nvPr/>
        </p:nvCxnSpPr>
        <p:spPr>
          <a:xfrm flipH="1">
            <a:off x="2904480" y="4596120"/>
            <a:ext cx="3055320" cy="28800"/>
          </a:xfrm>
          <a:prstGeom prst="straightConnector1">
            <a:avLst/>
          </a:prstGeom>
          <a:ln>
            <a:solidFill>
              <a:srgbClr val="ffffff">
                <a:lumMod val="65000"/>
              </a:srgbClr>
            </a:solidFill>
          </a:ln>
        </p:spPr>
      </p:cxnSp>
      <p:cxnSp>
        <p:nvCxnSpPr>
          <p:cNvPr id="530" name="Straight Connector 171"/>
          <p:cNvCxnSpPr/>
          <p:nvPr/>
        </p:nvCxnSpPr>
        <p:spPr>
          <a:xfrm flipH="1" flipV="1">
            <a:off x="2904480" y="4624560"/>
            <a:ext cx="3055320" cy="149760"/>
          </a:xfrm>
          <a:prstGeom prst="straightConnector1">
            <a:avLst/>
          </a:prstGeom>
          <a:ln>
            <a:solidFill>
              <a:srgbClr val="ffffff">
                <a:lumMod val="65000"/>
              </a:srgbClr>
            </a:solidFill>
          </a:ln>
        </p:spPr>
      </p:cxnSp>
      <p:cxnSp>
        <p:nvCxnSpPr>
          <p:cNvPr id="531" name="Straight Connector 172"/>
          <p:cNvCxnSpPr/>
          <p:nvPr/>
        </p:nvCxnSpPr>
        <p:spPr>
          <a:xfrm flipH="1" flipV="1">
            <a:off x="2904480" y="4624560"/>
            <a:ext cx="3055320" cy="327960"/>
          </a:xfrm>
          <a:prstGeom prst="straightConnector1">
            <a:avLst/>
          </a:prstGeom>
          <a:ln>
            <a:solidFill>
              <a:srgbClr val="ffffff">
                <a:lumMod val="65000"/>
              </a:srgbClr>
            </a:solidFill>
          </a:ln>
        </p:spPr>
      </p:cxnSp>
      <p:cxnSp>
        <p:nvCxnSpPr>
          <p:cNvPr id="532" name="Straight Connector 173"/>
          <p:cNvCxnSpPr/>
          <p:nvPr/>
        </p:nvCxnSpPr>
        <p:spPr>
          <a:xfrm flipH="1" flipV="1">
            <a:off x="2904480" y="4624560"/>
            <a:ext cx="3055320" cy="505800"/>
          </a:xfrm>
          <a:prstGeom prst="straightConnector1">
            <a:avLst/>
          </a:prstGeom>
          <a:ln>
            <a:solidFill>
              <a:srgbClr val="ffffff">
                <a:lumMod val="65000"/>
              </a:srgbClr>
            </a:solidFill>
          </a:ln>
        </p:spPr>
      </p:cxnSp>
      <p:cxnSp>
        <p:nvCxnSpPr>
          <p:cNvPr id="533" name="Straight Connector 174"/>
          <p:cNvCxnSpPr/>
          <p:nvPr/>
        </p:nvCxnSpPr>
        <p:spPr>
          <a:xfrm flipH="1" flipV="1">
            <a:off x="2904480" y="4624560"/>
            <a:ext cx="3055320" cy="684000"/>
          </a:xfrm>
          <a:prstGeom prst="straightConnector1">
            <a:avLst/>
          </a:prstGeom>
          <a:ln>
            <a:solidFill>
              <a:srgbClr val="ffffff">
                <a:lumMod val="65000"/>
              </a:srgbClr>
            </a:solidFill>
          </a:ln>
        </p:spPr>
      </p:cxnSp>
      <p:cxnSp>
        <p:nvCxnSpPr>
          <p:cNvPr id="534" name="Straight Connector 175"/>
          <p:cNvCxnSpPr/>
          <p:nvPr/>
        </p:nvCxnSpPr>
        <p:spPr>
          <a:xfrm flipH="1" flipV="1">
            <a:off x="2904480" y="4624560"/>
            <a:ext cx="3055320" cy="862200"/>
          </a:xfrm>
          <a:prstGeom prst="straightConnector1">
            <a:avLst/>
          </a:prstGeom>
          <a:ln>
            <a:solidFill>
              <a:srgbClr val="ffffff">
                <a:lumMod val="65000"/>
              </a:srgbClr>
            </a:solidFill>
          </a:ln>
        </p:spPr>
      </p:cxnSp>
      <p:cxnSp>
        <p:nvCxnSpPr>
          <p:cNvPr id="535" name="Straight Connector 176"/>
          <p:cNvCxnSpPr/>
          <p:nvPr/>
        </p:nvCxnSpPr>
        <p:spPr>
          <a:xfrm flipH="1" flipV="1">
            <a:off x="2904480" y="4624560"/>
            <a:ext cx="3055320" cy="1040040"/>
          </a:xfrm>
          <a:prstGeom prst="straightConnector1">
            <a:avLst/>
          </a:prstGeom>
          <a:ln>
            <a:solidFill>
              <a:srgbClr val="ffffff">
                <a:lumMod val="65000"/>
              </a:srgbClr>
            </a:solidFill>
          </a:ln>
        </p:spPr>
      </p:cxnSp>
      <p:cxnSp>
        <p:nvCxnSpPr>
          <p:cNvPr id="536" name="Straight Connector 177"/>
          <p:cNvCxnSpPr/>
          <p:nvPr/>
        </p:nvCxnSpPr>
        <p:spPr>
          <a:xfrm flipH="1" flipV="1">
            <a:off x="2904480" y="4624560"/>
            <a:ext cx="3055320" cy="1218240"/>
          </a:xfrm>
          <a:prstGeom prst="straightConnector1">
            <a:avLst/>
          </a:prstGeom>
          <a:ln>
            <a:solidFill>
              <a:srgbClr val="ffffff">
                <a:lumMod val="65000"/>
              </a:srgbClr>
            </a:solidFill>
          </a:ln>
        </p:spPr>
      </p:cxnSp>
      <p:cxnSp>
        <p:nvCxnSpPr>
          <p:cNvPr id="537" name="Straight Connector 178"/>
          <p:cNvCxnSpPr/>
          <p:nvPr/>
        </p:nvCxnSpPr>
        <p:spPr>
          <a:xfrm flipH="1" flipV="1">
            <a:off x="2904480" y="4624560"/>
            <a:ext cx="3055320" cy="1396080"/>
          </a:xfrm>
          <a:prstGeom prst="straightConnector1">
            <a:avLst/>
          </a:prstGeom>
          <a:ln>
            <a:solidFill>
              <a:srgbClr val="ffffff">
                <a:lumMod val="65000"/>
              </a:srgbClr>
            </a:solidFill>
          </a:ln>
        </p:spPr>
      </p:cxnSp>
      <p:cxnSp>
        <p:nvCxnSpPr>
          <p:cNvPr id="538" name="Straight Connector 179"/>
          <p:cNvCxnSpPr/>
          <p:nvPr/>
        </p:nvCxnSpPr>
        <p:spPr>
          <a:xfrm flipH="1">
            <a:off x="2904480" y="1925280"/>
            <a:ext cx="3055320" cy="3101040"/>
          </a:xfrm>
          <a:prstGeom prst="straightConnector1">
            <a:avLst/>
          </a:prstGeom>
          <a:ln>
            <a:solidFill>
              <a:srgbClr val="ffffff">
                <a:lumMod val="65000"/>
              </a:srgbClr>
            </a:solidFill>
          </a:ln>
        </p:spPr>
      </p:cxnSp>
      <p:cxnSp>
        <p:nvCxnSpPr>
          <p:cNvPr id="539" name="Straight Connector 180"/>
          <p:cNvCxnSpPr/>
          <p:nvPr/>
        </p:nvCxnSpPr>
        <p:spPr>
          <a:xfrm flipH="1">
            <a:off x="2904480" y="2103480"/>
            <a:ext cx="3055320" cy="2922840"/>
          </a:xfrm>
          <a:prstGeom prst="straightConnector1">
            <a:avLst/>
          </a:prstGeom>
          <a:ln>
            <a:solidFill>
              <a:srgbClr val="ffffff">
                <a:lumMod val="65000"/>
              </a:srgbClr>
            </a:solidFill>
          </a:ln>
        </p:spPr>
      </p:cxnSp>
      <p:cxnSp>
        <p:nvCxnSpPr>
          <p:cNvPr id="540" name="Straight Connector 181"/>
          <p:cNvCxnSpPr/>
          <p:nvPr/>
        </p:nvCxnSpPr>
        <p:spPr>
          <a:xfrm flipH="1">
            <a:off x="2904480" y="2281320"/>
            <a:ext cx="3055320" cy="2745000"/>
          </a:xfrm>
          <a:prstGeom prst="straightConnector1">
            <a:avLst/>
          </a:prstGeom>
          <a:ln>
            <a:solidFill>
              <a:srgbClr val="ffffff">
                <a:lumMod val="65000"/>
              </a:srgbClr>
            </a:solidFill>
          </a:ln>
        </p:spPr>
      </p:cxnSp>
      <p:cxnSp>
        <p:nvCxnSpPr>
          <p:cNvPr id="541" name="Straight Connector 182"/>
          <p:cNvCxnSpPr/>
          <p:nvPr/>
        </p:nvCxnSpPr>
        <p:spPr>
          <a:xfrm flipH="1">
            <a:off x="2904480" y="2459520"/>
            <a:ext cx="3055320" cy="2566800"/>
          </a:xfrm>
          <a:prstGeom prst="straightConnector1">
            <a:avLst/>
          </a:prstGeom>
          <a:ln>
            <a:solidFill>
              <a:srgbClr val="ffffff">
                <a:lumMod val="65000"/>
              </a:srgbClr>
            </a:solidFill>
          </a:ln>
        </p:spPr>
      </p:cxnSp>
      <p:cxnSp>
        <p:nvCxnSpPr>
          <p:cNvPr id="542" name="Straight Connector 183"/>
          <p:cNvCxnSpPr/>
          <p:nvPr/>
        </p:nvCxnSpPr>
        <p:spPr>
          <a:xfrm flipH="1">
            <a:off x="2904480" y="2637360"/>
            <a:ext cx="3055320" cy="2388960"/>
          </a:xfrm>
          <a:prstGeom prst="straightConnector1">
            <a:avLst/>
          </a:prstGeom>
          <a:ln>
            <a:solidFill>
              <a:srgbClr val="ffffff">
                <a:lumMod val="65000"/>
              </a:srgbClr>
            </a:solidFill>
          </a:ln>
        </p:spPr>
      </p:cxnSp>
      <p:cxnSp>
        <p:nvCxnSpPr>
          <p:cNvPr id="543" name="Straight Connector 184"/>
          <p:cNvCxnSpPr/>
          <p:nvPr/>
        </p:nvCxnSpPr>
        <p:spPr>
          <a:xfrm flipH="1">
            <a:off x="2904480" y="2815560"/>
            <a:ext cx="3055320" cy="2210760"/>
          </a:xfrm>
          <a:prstGeom prst="straightConnector1">
            <a:avLst/>
          </a:prstGeom>
          <a:ln>
            <a:solidFill>
              <a:srgbClr val="ffffff">
                <a:lumMod val="65000"/>
              </a:srgbClr>
            </a:solidFill>
          </a:ln>
        </p:spPr>
      </p:cxnSp>
      <p:cxnSp>
        <p:nvCxnSpPr>
          <p:cNvPr id="544" name="Straight Connector 185"/>
          <p:cNvCxnSpPr/>
          <p:nvPr/>
        </p:nvCxnSpPr>
        <p:spPr>
          <a:xfrm flipH="1">
            <a:off x="2904480" y="2993760"/>
            <a:ext cx="3055320" cy="2032560"/>
          </a:xfrm>
          <a:prstGeom prst="straightConnector1">
            <a:avLst/>
          </a:prstGeom>
          <a:ln>
            <a:solidFill>
              <a:srgbClr val="ffffff">
                <a:lumMod val="65000"/>
              </a:srgbClr>
            </a:solidFill>
          </a:ln>
        </p:spPr>
      </p:cxnSp>
      <p:cxnSp>
        <p:nvCxnSpPr>
          <p:cNvPr id="545" name="Straight Connector 186"/>
          <p:cNvCxnSpPr/>
          <p:nvPr/>
        </p:nvCxnSpPr>
        <p:spPr>
          <a:xfrm flipH="1">
            <a:off x="2904480" y="3171600"/>
            <a:ext cx="3055320" cy="1854720"/>
          </a:xfrm>
          <a:prstGeom prst="straightConnector1">
            <a:avLst/>
          </a:prstGeom>
          <a:ln>
            <a:solidFill>
              <a:srgbClr val="ffffff">
                <a:lumMod val="65000"/>
              </a:srgbClr>
            </a:solidFill>
          </a:ln>
        </p:spPr>
      </p:cxnSp>
      <p:cxnSp>
        <p:nvCxnSpPr>
          <p:cNvPr id="546" name="Straight Connector 187"/>
          <p:cNvCxnSpPr/>
          <p:nvPr/>
        </p:nvCxnSpPr>
        <p:spPr>
          <a:xfrm flipH="1">
            <a:off x="2904480" y="3349800"/>
            <a:ext cx="3055320" cy="1676520"/>
          </a:xfrm>
          <a:prstGeom prst="straightConnector1">
            <a:avLst/>
          </a:prstGeom>
          <a:ln>
            <a:solidFill>
              <a:srgbClr val="ffffff">
                <a:lumMod val="65000"/>
              </a:srgbClr>
            </a:solidFill>
          </a:ln>
        </p:spPr>
      </p:cxnSp>
      <p:cxnSp>
        <p:nvCxnSpPr>
          <p:cNvPr id="547" name="Straight Connector 188"/>
          <p:cNvCxnSpPr/>
          <p:nvPr/>
        </p:nvCxnSpPr>
        <p:spPr>
          <a:xfrm flipH="1">
            <a:off x="2904480" y="3527640"/>
            <a:ext cx="3055320" cy="1498680"/>
          </a:xfrm>
          <a:prstGeom prst="straightConnector1">
            <a:avLst/>
          </a:prstGeom>
          <a:ln>
            <a:solidFill>
              <a:srgbClr val="ffffff">
                <a:lumMod val="65000"/>
              </a:srgbClr>
            </a:solidFill>
          </a:ln>
        </p:spPr>
      </p:cxnSp>
      <p:cxnSp>
        <p:nvCxnSpPr>
          <p:cNvPr id="548" name="Straight Connector 189"/>
          <p:cNvCxnSpPr/>
          <p:nvPr/>
        </p:nvCxnSpPr>
        <p:spPr>
          <a:xfrm flipH="1">
            <a:off x="2904480" y="3705840"/>
            <a:ext cx="3055320" cy="1320480"/>
          </a:xfrm>
          <a:prstGeom prst="straightConnector1">
            <a:avLst/>
          </a:prstGeom>
          <a:ln>
            <a:solidFill>
              <a:srgbClr val="ffffff">
                <a:lumMod val="65000"/>
              </a:srgbClr>
            </a:solidFill>
          </a:ln>
        </p:spPr>
      </p:cxnSp>
      <p:cxnSp>
        <p:nvCxnSpPr>
          <p:cNvPr id="549" name="Straight Connector 190"/>
          <p:cNvCxnSpPr/>
          <p:nvPr/>
        </p:nvCxnSpPr>
        <p:spPr>
          <a:xfrm flipH="1">
            <a:off x="2904480" y="3883680"/>
            <a:ext cx="3055320" cy="1142640"/>
          </a:xfrm>
          <a:prstGeom prst="straightConnector1">
            <a:avLst/>
          </a:prstGeom>
          <a:ln>
            <a:solidFill>
              <a:srgbClr val="ffffff">
                <a:lumMod val="65000"/>
              </a:srgbClr>
            </a:solidFill>
          </a:ln>
        </p:spPr>
      </p:cxnSp>
      <p:cxnSp>
        <p:nvCxnSpPr>
          <p:cNvPr id="550" name="Straight Connector 191"/>
          <p:cNvCxnSpPr/>
          <p:nvPr/>
        </p:nvCxnSpPr>
        <p:spPr>
          <a:xfrm flipH="1">
            <a:off x="2904480" y="4061880"/>
            <a:ext cx="3055320" cy="964440"/>
          </a:xfrm>
          <a:prstGeom prst="straightConnector1">
            <a:avLst/>
          </a:prstGeom>
          <a:ln>
            <a:solidFill>
              <a:srgbClr val="ffffff">
                <a:lumMod val="65000"/>
              </a:srgbClr>
            </a:solidFill>
          </a:ln>
        </p:spPr>
      </p:cxnSp>
      <p:cxnSp>
        <p:nvCxnSpPr>
          <p:cNvPr id="551" name="Straight Connector 192"/>
          <p:cNvCxnSpPr/>
          <p:nvPr/>
        </p:nvCxnSpPr>
        <p:spPr>
          <a:xfrm flipH="1">
            <a:off x="2904480" y="4240080"/>
            <a:ext cx="3055320" cy="786240"/>
          </a:xfrm>
          <a:prstGeom prst="straightConnector1">
            <a:avLst/>
          </a:prstGeom>
          <a:ln>
            <a:solidFill>
              <a:srgbClr val="ffffff">
                <a:lumMod val="65000"/>
              </a:srgbClr>
            </a:solidFill>
          </a:ln>
        </p:spPr>
      </p:cxnSp>
      <p:cxnSp>
        <p:nvCxnSpPr>
          <p:cNvPr id="552" name="Straight Connector 193"/>
          <p:cNvCxnSpPr/>
          <p:nvPr/>
        </p:nvCxnSpPr>
        <p:spPr>
          <a:xfrm flipH="1">
            <a:off x="2904480" y="4417920"/>
            <a:ext cx="3055320" cy="608400"/>
          </a:xfrm>
          <a:prstGeom prst="straightConnector1">
            <a:avLst/>
          </a:prstGeom>
          <a:ln>
            <a:solidFill>
              <a:srgbClr val="ffffff">
                <a:lumMod val="65000"/>
              </a:srgbClr>
            </a:solidFill>
          </a:ln>
        </p:spPr>
      </p:cxnSp>
      <p:cxnSp>
        <p:nvCxnSpPr>
          <p:cNvPr id="553" name="Straight Connector 194"/>
          <p:cNvCxnSpPr/>
          <p:nvPr/>
        </p:nvCxnSpPr>
        <p:spPr>
          <a:xfrm flipH="1">
            <a:off x="2904480" y="4596120"/>
            <a:ext cx="3055320" cy="430200"/>
          </a:xfrm>
          <a:prstGeom prst="straightConnector1">
            <a:avLst/>
          </a:prstGeom>
          <a:ln>
            <a:solidFill>
              <a:srgbClr val="ffffff">
                <a:lumMod val="65000"/>
              </a:srgbClr>
            </a:solidFill>
          </a:ln>
        </p:spPr>
      </p:cxnSp>
      <p:cxnSp>
        <p:nvCxnSpPr>
          <p:cNvPr id="554" name="Straight Connector 195"/>
          <p:cNvCxnSpPr/>
          <p:nvPr/>
        </p:nvCxnSpPr>
        <p:spPr>
          <a:xfrm flipH="1">
            <a:off x="2904480" y="4773960"/>
            <a:ext cx="3055320" cy="252360"/>
          </a:xfrm>
          <a:prstGeom prst="straightConnector1">
            <a:avLst/>
          </a:prstGeom>
          <a:ln>
            <a:solidFill>
              <a:srgbClr val="ffffff">
                <a:lumMod val="65000"/>
              </a:srgbClr>
            </a:solidFill>
          </a:ln>
        </p:spPr>
      </p:cxnSp>
      <p:cxnSp>
        <p:nvCxnSpPr>
          <p:cNvPr id="555" name="Straight Connector 196"/>
          <p:cNvCxnSpPr/>
          <p:nvPr/>
        </p:nvCxnSpPr>
        <p:spPr>
          <a:xfrm flipH="1">
            <a:off x="2904480" y="4952160"/>
            <a:ext cx="3055320" cy="74160"/>
          </a:xfrm>
          <a:prstGeom prst="straightConnector1">
            <a:avLst/>
          </a:prstGeom>
          <a:ln>
            <a:solidFill>
              <a:srgbClr val="ffffff">
                <a:lumMod val="65000"/>
              </a:srgbClr>
            </a:solidFill>
          </a:ln>
        </p:spPr>
      </p:cxnSp>
      <p:cxnSp>
        <p:nvCxnSpPr>
          <p:cNvPr id="556" name="Straight Connector 197"/>
          <p:cNvCxnSpPr/>
          <p:nvPr/>
        </p:nvCxnSpPr>
        <p:spPr>
          <a:xfrm flipH="1" flipV="1">
            <a:off x="2904480" y="5025960"/>
            <a:ext cx="3055320" cy="104400"/>
          </a:xfrm>
          <a:prstGeom prst="straightConnector1">
            <a:avLst/>
          </a:prstGeom>
          <a:ln>
            <a:solidFill>
              <a:srgbClr val="ffffff">
                <a:lumMod val="65000"/>
              </a:srgbClr>
            </a:solidFill>
          </a:ln>
        </p:spPr>
      </p:cxnSp>
      <p:cxnSp>
        <p:nvCxnSpPr>
          <p:cNvPr id="557" name="Straight Connector 198"/>
          <p:cNvCxnSpPr/>
          <p:nvPr/>
        </p:nvCxnSpPr>
        <p:spPr>
          <a:xfrm flipH="1" flipV="1">
            <a:off x="2904480" y="5025960"/>
            <a:ext cx="3055320" cy="282600"/>
          </a:xfrm>
          <a:prstGeom prst="straightConnector1">
            <a:avLst/>
          </a:prstGeom>
          <a:ln>
            <a:solidFill>
              <a:srgbClr val="ffffff">
                <a:lumMod val="65000"/>
              </a:srgbClr>
            </a:solidFill>
          </a:ln>
        </p:spPr>
      </p:cxnSp>
      <p:cxnSp>
        <p:nvCxnSpPr>
          <p:cNvPr id="558" name="Straight Connector 199"/>
          <p:cNvCxnSpPr/>
          <p:nvPr/>
        </p:nvCxnSpPr>
        <p:spPr>
          <a:xfrm flipH="1" flipV="1">
            <a:off x="2904480" y="5025960"/>
            <a:ext cx="3055320" cy="460800"/>
          </a:xfrm>
          <a:prstGeom prst="straightConnector1">
            <a:avLst/>
          </a:prstGeom>
          <a:ln>
            <a:solidFill>
              <a:srgbClr val="ffffff">
                <a:lumMod val="65000"/>
              </a:srgbClr>
            </a:solidFill>
          </a:ln>
        </p:spPr>
      </p:cxnSp>
      <p:cxnSp>
        <p:nvCxnSpPr>
          <p:cNvPr id="559" name="Straight Connector 200"/>
          <p:cNvCxnSpPr/>
          <p:nvPr/>
        </p:nvCxnSpPr>
        <p:spPr>
          <a:xfrm flipH="1" flipV="1">
            <a:off x="2904480" y="5025960"/>
            <a:ext cx="3055320" cy="638640"/>
          </a:xfrm>
          <a:prstGeom prst="straightConnector1">
            <a:avLst/>
          </a:prstGeom>
          <a:ln>
            <a:solidFill>
              <a:srgbClr val="ffffff">
                <a:lumMod val="65000"/>
              </a:srgbClr>
            </a:solidFill>
          </a:ln>
        </p:spPr>
      </p:cxnSp>
      <p:cxnSp>
        <p:nvCxnSpPr>
          <p:cNvPr id="560" name="Straight Connector 201"/>
          <p:cNvCxnSpPr/>
          <p:nvPr/>
        </p:nvCxnSpPr>
        <p:spPr>
          <a:xfrm flipH="1" flipV="1">
            <a:off x="2904480" y="5025960"/>
            <a:ext cx="3055320" cy="816840"/>
          </a:xfrm>
          <a:prstGeom prst="straightConnector1">
            <a:avLst/>
          </a:prstGeom>
          <a:ln>
            <a:solidFill>
              <a:srgbClr val="ffffff">
                <a:lumMod val="65000"/>
              </a:srgbClr>
            </a:solidFill>
          </a:ln>
        </p:spPr>
      </p:cxnSp>
      <p:cxnSp>
        <p:nvCxnSpPr>
          <p:cNvPr id="561" name="Straight Connector 202"/>
          <p:cNvCxnSpPr/>
          <p:nvPr/>
        </p:nvCxnSpPr>
        <p:spPr>
          <a:xfrm flipH="1" flipV="1">
            <a:off x="2904480" y="5025960"/>
            <a:ext cx="3055320" cy="994680"/>
          </a:xfrm>
          <a:prstGeom prst="straightConnector1">
            <a:avLst/>
          </a:prstGeom>
          <a:ln>
            <a:solidFill>
              <a:srgbClr val="ffffff">
                <a:lumMod val="65000"/>
              </a:srgbClr>
            </a:solidFill>
          </a:ln>
        </p:spPr>
      </p:cxnSp>
      <p:cxnSp>
        <p:nvCxnSpPr>
          <p:cNvPr id="562" name="Straight Connector 203"/>
          <p:cNvCxnSpPr/>
          <p:nvPr/>
        </p:nvCxnSpPr>
        <p:spPr>
          <a:xfrm flipH="1">
            <a:off x="2904480" y="1925280"/>
            <a:ext cx="3055320" cy="3502440"/>
          </a:xfrm>
          <a:prstGeom prst="straightConnector1">
            <a:avLst/>
          </a:prstGeom>
          <a:ln>
            <a:solidFill>
              <a:srgbClr val="ffffff">
                <a:lumMod val="65000"/>
              </a:srgbClr>
            </a:solidFill>
          </a:ln>
        </p:spPr>
      </p:cxnSp>
      <p:cxnSp>
        <p:nvCxnSpPr>
          <p:cNvPr id="563" name="Straight Connector 204"/>
          <p:cNvCxnSpPr/>
          <p:nvPr/>
        </p:nvCxnSpPr>
        <p:spPr>
          <a:xfrm flipH="1">
            <a:off x="2904480" y="2103480"/>
            <a:ext cx="3055320" cy="3324240"/>
          </a:xfrm>
          <a:prstGeom prst="straightConnector1">
            <a:avLst/>
          </a:prstGeom>
          <a:ln>
            <a:solidFill>
              <a:srgbClr val="ffffff">
                <a:lumMod val="65000"/>
              </a:srgbClr>
            </a:solidFill>
          </a:ln>
        </p:spPr>
      </p:cxnSp>
      <p:cxnSp>
        <p:nvCxnSpPr>
          <p:cNvPr id="564" name="Straight Connector 205"/>
          <p:cNvCxnSpPr/>
          <p:nvPr/>
        </p:nvCxnSpPr>
        <p:spPr>
          <a:xfrm flipH="1">
            <a:off x="2904480" y="2281320"/>
            <a:ext cx="3055320" cy="3146400"/>
          </a:xfrm>
          <a:prstGeom prst="straightConnector1">
            <a:avLst/>
          </a:prstGeom>
          <a:ln>
            <a:solidFill>
              <a:srgbClr val="ffffff">
                <a:lumMod val="65000"/>
              </a:srgbClr>
            </a:solidFill>
          </a:ln>
        </p:spPr>
      </p:cxnSp>
      <p:cxnSp>
        <p:nvCxnSpPr>
          <p:cNvPr id="565" name="Straight Connector 206"/>
          <p:cNvCxnSpPr/>
          <p:nvPr/>
        </p:nvCxnSpPr>
        <p:spPr>
          <a:xfrm flipH="1">
            <a:off x="2904480" y="2459520"/>
            <a:ext cx="3055320" cy="2968200"/>
          </a:xfrm>
          <a:prstGeom prst="straightConnector1">
            <a:avLst/>
          </a:prstGeom>
          <a:ln>
            <a:solidFill>
              <a:srgbClr val="ffffff">
                <a:lumMod val="65000"/>
              </a:srgbClr>
            </a:solidFill>
          </a:ln>
        </p:spPr>
      </p:cxnSp>
      <p:cxnSp>
        <p:nvCxnSpPr>
          <p:cNvPr id="566" name="Straight Connector 207"/>
          <p:cNvCxnSpPr/>
          <p:nvPr/>
        </p:nvCxnSpPr>
        <p:spPr>
          <a:xfrm flipH="1">
            <a:off x="2904480" y="2637360"/>
            <a:ext cx="3055320" cy="2790360"/>
          </a:xfrm>
          <a:prstGeom prst="straightConnector1">
            <a:avLst/>
          </a:prstGeom>
          <a:ln>
            <a:solidFill>
              <a:srgbClr val="ffffff">
                <a:lumMod val="65000"/>
              </a:srgbClr>
            </a:solidFill>
          </a:ln>
        </p:spPr>
      </p:cxnSp>
      <p:cxnSp>
        <p:nvCxnSpPr>
          <p:cNvPr id="567" name="Straight Connector 208"/>
          <p:cNvCxnSpPr/>
          <p:nvPr/>
        </p:nvCxnSpPr>
        <p:spPr>
          <a:xfrm flipH="1">
            <a:off x="2904480" y="2815560"/>
            <a:ext cx="3055320" cy="2612160"/>
          </a:xfrm>
          <a:prstGeom prst="straightConnector1">
            <a:avLst/>
          </a:prstGeom>
          <a:ln>
            <a:solidFill>
              <a:srgbClr val="ffffff">
                <a:lumMod val="65000"/>
              </a:srgbClr>
            </a:solidFill>
          </a:ln>
        </p:spPr>
      </p:cxnSp>
      <p:cxnSp>
        <p:nvCxnSpPr>
          <p:cNvPr id="568" name="Straight Connector 209"/>
          <p:cNvCxnSpPr/>
          <p:nvPr/>
        </p:nvCxnSpPr>
        <p:spPr>
          <a:xfrm flipH="1">
            <a:off x="2904480" y="2993760"/>
            <a:ext cx="3055320" cy="2433960"/>
          </a:xfrm>
          <a:prstGeom prst="straightConnector1">
            <a:avLst/>
          </a:prstGeom>
          <a:ln>
            <a:solidFill>
              <a:srgbClr val="ffffff">
                <a:lumMod val="65000"/>
              </a:srgbClr>
            </a:solidFill>
          </a:ln>
        </p:spPr>
      </p:cxnSp>
      <p:cxnSp>
        <p:nvCxnSpPr>
          <p:cNvPr id="569" name="Straight Connector 210"/>
          <p:cNvCxnSpPr/>
          <p:nvPr/>
        </p:nvCxnSpPr>
        <p:spPr>
          <a:xfrm flipH="1">
            <a:off x="2904480" y="3171600"/>
            <a:ext cx="3055320" cy="2256120"/>
          </a:xfrm>
          <a:prstGeom prst="straightConnector1">
            <a:avLst/>
          </a:prstGeom>
          <a:ln>
            <a:solidFill>
              <a:srgbClr val="ffffff">
                <a:lumMod val="65000"/>
              </a:srgbClr>
            </a:solidFill>
          </a:ln>
        </p:spPr>
      </p:cxnSp>
      <p:cxnSp>
        <p:nvCxnSpPr>
          <p:cNvPr id="570" name="Straight Connector 211"/>
          <p:cNvCxnSpPr/>
          <p:nvPr/>
        </p:nvCxnSpPr>
        <p:spPr>
          <a:xfrm flipH="1">
            <a:off x="2904480" y="3349800"/>
            <a:ext cx="3055320" cy="2077920"/>
          </a:xfrm>
          <a:prstGeom prst="straightConnector1">
            <a:avLst/>
          </a:prstGeom>
          <a:ln>
            <a:solidFill>
              <a:srgbClr val="ffffff">
                <a:lumMod val="65000"/>
              </a:srgbClr>
            </a:solidFill>
          </a:ln>
        </p:spPr>
      </p:cxnSp>
      <p:cxnSp>
        <p:nvCxnSpPr>
          <p:cNvPr id="571" name="Straight Connector 212"/>
          <p:cNvCxnSpPr/>
          <p:nvPr/>
        </p:nvCxnSpPr>
        <p:spPr>
          <a:xfrm flipH="1">
            <a:off x="2904480" y="3527640"/>
            <a:ext cx="3055320" cy="1900080"/>
          </a:xfrm>
          <a:prstGeom prst="straightConnector1">
            <a:avLst/>
          </a:prstGeom>
          <a:ln>
            <a:solidFill>
              <a:srgbClr val="ffffff">
                <a:lumMod val="65000"/>
              </a:srgbClr>
            </a:solidFill>
          </a:ln>
        </p:spPr>
      </p:cxnSp>
      <p:cxnSp>
        <p:nvCxnSpPr>
          <p:cNvPr id="572" name="Straight Connector 213"/>
          <p:cNvCxnSpPr/>
          <p:nvPr/>
        </p:nvCxnSpPr>
        <p:spPr>
          <a:xfrm flipH="1">
            <a:off x="2904480" y="3705840"/>
            <a:ext cx="3055320" cy="1721880"/>
          </a:xfrm>
          <a:prstGeom prst="straightConnector1">
            <a:avLst/>
          </a:prstGeom>
          <a:ln>
            <a:solidFill>
              <a:srgbClr val="ffffff">
                <a:lumMod val="65000"/>
              </a:srgbClr>
            </a:solidFill>
          </a:ln>
        </p:spPr>
      </p:cxnSp>
      <p:cxnSp>
        <p:nvCxnSpPr>
          <p:cNvPr id="573" name="Straight Connector 214"/>
          <p:cNvCxnSpPr/>
          <p:nvPr/>
        </p:nvCxnSpPr>
        <p:spPr>
          <a:xfrm flipH="1">
            <a:off x="2904480" y="3883680"/>
            <a:ext cx="3055320" cy="1544040"/>
          </a:xfrm>
          <a:prstGeom prst="straightConnector1">
            <a:avLst/>
          </a:prstGeom>
          <a:ln>
            <a:solidFill>
              <a:srgbClr val="ffffff">
                <a:lumMod val="65000"/>
              </a:srgbClr>
            </a:solidFill>
          </a:ln>
        </p:spPr>
      </p:cxnSp>
      <p:cxnSp>
        <p:nvCxnSpPr>
          <p:cNvPr id="574" name="Straight Connector 215"/>
          <p:cNvCxnSpPr/>
          <p:nvPr/>
        </p:nvCxnSpPr>
        <p:spPr>
          <a:xfrm flipH="1">
            <a:off x="2904480" y="4061880"/>
            <a:ext cx="3055320" cy="1365840"/>
          </a:xfrm>
          <a:prstGeom prst="straightConnector1">
            <a:avLst/>
          </a:prstGeom>
          <a:ln>
            <a:solidFill>
              <a:srgbClr val="ffffff">
                <a:lumMod val="65000"/>
              </a:srgbClr>
            </a:solidFill>
          </a:ln>
        </p:spPr>
      </p:cxnSp>
      <p:cxnSp>
        <p:nvCxnSpPr>
          <p:cNvPr id="575" name="Straight Connector 216"/>
          <p:cNvCxnSpPr/>
          <p:nvPr/>
        </p:nvCxnSpPr>
        <p:spPr>
          <a:xfrm flipH="1">
            <a:off x="2904480" y="4240080"/>
            <a:ext cx="3055320" cy="1187640"/>
          </a:xfrm>
          <a:prstGeom prst="straightConnector1">
            <a:avLst/>
          </a:prstGeom>
          <a:ln>
            <a:solidFill>
              <a:srgbClr val="ffffff">
                <a:lumMod val="65000"/>
              </a:srgbClr>
            </a:solidFill>
          </a:ln>
        </p:spPr>
      </p:cxnSp>
      <p:cxnSp>
        <p:nvCxnSpPr>
          <p:cNvPr id="576" name="Straight Connector 217"/>
          <p:cNvCxnSpPr/>
          <p:nvPr/>
        </p:nvCxnSpPr>
        <p:spPr>
          <a:xfrm flipH="1">
            <a:off x="2904480" y="4417920"/>
            <a:ext cx="3055320" cy="1009800"/>
          </a:xfrm>
          <a:prstGeom prst="straightConnector1">
            <a:avLst/>
          </a:prstGeom>
          <a:ln>
            <a:solidFill>
              <a:srgbClr val="ffffff">
                <a:lumMod val="65000"/>
              </a:srgbClr>
            </a:solidFill>
          </a:ln>
        </p:spPr>
      </p:cxnSp>
      <p:cxnSp>
        <p:nvCxnSpPr>
          <p:cNvPr id="577" name="Straight Connector 218"/>
          <p:cNvCxnSpPr/>
          <p:nvPr/>
        </p:nvCxnSpPr>
        <p:spPr>
          <a:xfrm flipH="1">
            <a:off x="2904480" y="4596120"/>
            <a:ext cx="3055320" cy="831600"/>
          </a:xfrm>
          <a:prstGeom prst="straightConnector1">
            <a:avLst/>
          </a:prstGeom>
          <a:ln>
            <a:solidFill>
              <a:srgbClr val="ffffff">
                <a:lumMod val="65000"/>
              </a:srgbClr>
            </a:solidFill>
          </a:ln>
        </p:spPr>
      </p:cxnSp>
      <p:cxnSp>
        <p:nvCxnSpPr>
          <p:cNvPr id="578" name="Straight Connector 219"/>
          <p:cNvCxnSpPr/>
          <p:nvPr/>
        </p:nvCxnSpPr>
        <p:spPr>
          <a:xfrm flipH="1">
            <a:off x="2904480" y="4773960"/>
            <a:ext cx="3055320" cy="653760"/>
          </a:xfrm>
          <a:prstGeom prst="straightConnector1">
            <a:avLst/>
          </a:prstGeom>
          <a:ln>
            <a:solidFill>
              <a:srgbClr val="ffffff">
                <a:lumMod val="65000"/>
              </a:srgbClr>
            </a:solidFill>
          </a:ln>
        </p:spPr>
      </p:cxnSp>
      <p:cxnSp>
        <p:nvCxnSpPr>
          <p:cNvPr id="579" name="Straight Connector 220"/>
          <p:cNvCxnSpPr/>
          <p:nvPr/>
        </p:nvCxnSpPr>
        <p:spPr>
          <a:xfrm flipH="1">
            <a:off x="2904480" y="4952160"/>
            <a:ext cx="3055320" cy="475560"/>
          </a:xfrm>
          <a:prstGeom prst="straightConnector1">
            <a:avLst/>
          </a:prstGeom>
          <a:ln>
            <a:solidFill>
              <a:srgbClr val="ffffff">
                <a:lumMod val="65000"/>
              </a:srgbClr>
            </a:solidFill>
          </a:ln>
        </p:spPr>
      </p:cxnSp>
      <p:cxnSp>
        <p:nvCxnSpPr>
          <p:cNvPr id="580" name="Straight Connector 221"/>
          <p:cNvCxnSpPr/>
          <p:nvPr/>
        </p:nvCxnSpPr>
        <p:spPr>
          <a:xfrm flipH="1">
            <a:off x="2904480" y="5130000"/>
            <a:ext cx="3055320" cy="297720"/>
          </a:xfrm>
          <a:prstGeom prst="straightConnector1">
            <a:avLst/>
          </a:prstGeom>
          <a:ln>
            <a:solidFill>
              <a:srgbClr val="ffffff">
                <a:lumMod val="65000"/>
              </a:srgbClr>
            </a:solidFill>
          </a:ln>
        </p:spPr>
      </p:cxnSp>
      <p:cxnSp>
        <p:nvCxnSpPr>
          <p:cNvPr id="581" name="Straight Connector 222"/>
          <p:cNvCxnSpPr/>
          <p:nvPr/>
        </p:nvCxnSpPr>
        <p:spPr>
          <a:xfrm flipH="1">
            <a:off x="2904480" y="5308200"/>
            <a:ext cx="3055320" cy="119520"/>
          </a:xfrm>
          <a:prstGeom prst="straightConnector1">
            <a:avLst/>
          </a:prstGeom>
          <a:ln>
            <a:solidFill>
              <a:srgbClr val="ffffff">
                <a:lumMod val="65000"/>
              </a:srgbClr>
            </a:solidFill>
          </a:ln>
        </p:spPr>
      </p:cxnSp>
      <p:cxnSp>
        <p:nvCxnSpPr>
          <p:cNvPr id="582" name="Straight Connector 223"/>
          <p:cNvCxnSpPr/>
          <p:nvPr/>
        </p:nvCxnSpPr>
        <p:spPr>
          <a:xfrm flipH="1" flipV="1">
            <a:off x="2904480" y="5427360"/>
            <a:ext cx="3055320" cy="59400"/>
          </a:xfrm>
          <a:prstGeom prst="straightConnector1">
            <a:avLst/>
          </a:prstGeom>
          <a:ln>
            <a:solidFill>
              <a:srgbClr val="ffffff">
                <a:lumMod val="65000"/>
              </a:srgbClr>
            </a:solidFill>
          </a:ln>
        </p:spPr>
      </p:cxnSp>
      <p:cxnSp>
        <p:nvCxnSpPr>
          <p:cNvPr id="583" name="Straight Connector 224"/>
          <p:cNvCxnSpPr/>
          <p:nvPr/>
        </p:nvCxnSpPr>
        <p:spPr>
          <a:xfrm flipH="1" flipV="1">
            <a:off x="2904480" y="5427360"/>
            <a:ext cx="3055320" cy="237240"/>
          </a:xfrm>
          <a:prstGeom prst="straightConnector1">
            <a:avLst/>
          </a:prstGeom>
          <a:ln>
            <a:solidFill>
              <a:srgbClr val="ffffff">
                <a:lumMod val="65000"/>
              </a:srgbClr>
            </a:solidFill>
          </a:ln>
        </p:spPr>
      </p:cxnSp>
      <p:cxnSp>
        <p:nvCxnSpPr>
          <p:cNvPr id="584" name="Straight Connector 225"/>
          <p:cNvCxnSpPr/>
          <p:nvPr/>
        </p:nvCxnSpPr>
        <p:spPr>
          <a:xfrm flipH="1" flipV="1">
            <a:off x="2904480" y="5427360"/>
            <a:ext cx="3055320" cy="415440"/>
          </a:xfrm>
          <a:prstGeom prst="straightConnector1">
            <a:avLst/>
          </a:prstGeom>
          <a:ln>
            <a:solidFill>
              <a:srgbClr val="ffffff">
                <a:lumMod val="65000"/>
              </a:srgbClr>
            </a:solidFill>
          </a:ln>
        </p:spPr>
      </p:cxnSp>
      <p:cxnSp>
        <p:nvCxnSpPr>
          <p:cNvPr id="585" name="Straight Connector 226"/>
          <p:cNvCxnSpPr/>
          <p:nvPr/>
        </p:nvCxnSpPr>
        <p:spPr>
          <a:xfrm flipH="1" flipV="1">
            <a:off x="2904480" y="5427360"/>
            <a:ext cx="3055320" cy="593280"/>
          </a:xfrm>
          <a:prstGeom prst="straightConnector1">
            <a:avLst/>
          </a:prstGeom>
          <a:ln>
            <a:solidFill>
              <a:srgbClr val="ffffff">
                <a:lumMod val="65000"/>
              </a:srgbClr>
            </a:solidFill>
          </a:ln>
        </p:spPr>
      </p:cxnSp>
      <p:cxnSp>
        <p:nvCxnSpPr>
          <p:cNvPr id="586" name="Straight Connector 227"/>
          <p:cNvCxnSpPr/>
          <p:nvPr/>
        </p:nvCxnSpPr>
        <p:spPr>
          <a:xfrm flipH="1">
            <a:off x="2904480" y="1925280"/>
            <a:ext cx="3055320" cy="3903840"/>
          </a:xfrm>
          <a:prstGeom prst="straightConnector1">
            <a:avLst/>
          </a:prstGeom>
          <a:ln>
            <a:solidFill>
              <a:srgbClr val="ffffff">
                <a:lumMod val="65000"/>
              </a:srgbClr>
            </a:solidFill>
          </a:ln>
        </p:spPr>
      </p:cxnSp>
      <p:cxnSp>
        <p:nvCxnSpPr>
          <p:cNvPr id="587" name="Straight Connector 228"/>
          <p:cNvCxnSpPr/>
          <p:nvPr/>
        </p:nvCxnSpPr>
        <p:spPr>
          <a:xfrm flipH="1">
            <a:off x="2904480" y="2103480"/>
            <a:ext cx="3055320" cy="3725640"/>
          </a:xfrm>
          <a:prstGeom prst="straightConnector1">
            <a:avLst/>
          </a:prstGeom>
          <a:ln>
            <a:solidFill>
              <a:srgbClr val="ffffff">
                <a:lumMod val="65000"/>
              </a:srgbClr>
            </a:solidFill>
          </a:ln>
        </p:spPr>
      </p:cxnSp>
      <p:cxnSp>
        <p:nvCxnSpPr>
          <p:cNvPr id="588" name="Straight Connector 229"/>
          <p:cNvCxnSpPr/>
          <p:nvPr/>
        </p:nvCxnSpPr>
        <p:spPr>
          <a:xfrm flipH="1">
            <a:off x="2904480" y="2281320"/>
            <a:ext cx="3055320" cy="3547800"/>
          </a:xfrm>
          <a:prstGeom prst="straightConnector1">
            <a:avLst/>
          </a:prstGeom>
          <a:ln>
            <a:solidFill>
              <a:srgbClr val="ffffff">
                <a:lumMod val="65000"/>
              </a:srgbClr>
            </a:solidFill>
          </a:ln>
        </p:spPr>
      </p:cxnSp>
      <p:cxnSp>
        <p:nvCxnSpPr>
          <p:cNvPr id="589" name="Straight Connector 230"/>
          <p:cNvCxnSpPr/>
          <p:nvPr/>
        </p:nvCxnSpPr>
        <p:spPr>
          <a:xfrm flipH="1">
            <a:off x="2904480" y="2459520"/>
            <a:ext cx="3055320" cy="3369600"/>
          </a:xfrm>
          <a:prstGeom prst="straightConnector1">
            <a:avLst/>
          </a:prstGeom>
          <a:ln>
            <a:solidFill>
              <a:srgbClr val="ffffff">
                <a:lumMod val="65000"/>
              </a:srgbClr>
            </a:solidFill>
          </a:ln>
        </p:spPr>
      </p:cxnSp>
      <p:cxnSp>
        <p:nvCxnSpPr>
          <p:cNvPr id="590" name="Straight Connector 231"/>
          <p:cNvCxnSpPr/>
          <p:nvPr/>
        </p:nvCxnSpPr>
        <p:spPr>
          <a:xfrm flipH="1">
            <a:off x="2904480" y="2637360"/>
            <a:ext cx="3055320" cy="3191760"/>
          </a:xfrm>
          <a:prstGeom prst="straightConnector1">
            <a:avLst/>
          </a:prstGeom>
          <a:ln>
            <a:solidFill>
              <a:srgbClr val="ffffff">
                <a:lumMod val="65000"/>
              </a:srgbClr>
            </a:solidFill>
          </a:ln>
        </p:spPr>
      </p:cxnSp>
      <p:cxnSp>
        <p:nvCxnSpPr>
          <p:cNvPr id="591" name="Straight Connector 232"/>
          <p:cNvCxnSpPr/>
          <p:nvPr/>
        </p:nvCxnSpPr>
        <p:spPr>
          <a:xfrm flipH="1">
            <a:off x="2904480" y="2815560"/>
            <a:ext cx="3055320" cy="3013560"/>
          </a:xfrm>
          <a:prstGeom prst="straightConnector1">
            <a:avLst/>
          </a:prstGeom>
          <a:ln>
            <a:solidFill>
              <a:srgbClr val="ffffff">
                <a:lumMod val="65000"/>
              </a:srgbClr>
            </a:solidFill>
          </a:ln>
        </p:spPr>
      </p:cxnSp>
      <p:cxnSp>
        <p:nvCxnSpPr>
          <p:cNvPr id="592" name="Straight Connector 233"/>
          <p:cNvCxnSpPr/>
          <p:nvPr/>
        </p:nvCxnSpPr>
        <p:spPr>
          <a:xfrm flipH="1">
            <a:off x="2904480" y="2993760"/>
            <a:ext cx="3055320" cy="2835360"/>
          </a:xfrm>
          <a:prstGeom prst="straightConnector1">
            <a:avLst/>
          </a:prstGeom>
          <a:ln>
            <a:solidFill>
              <a:srgbClr val="ffffff">
                <a:lumMod val="65000"/>
              </a:srgbClr>
            </a:solidFill>
          </a:ln>
        </p:spPr>
      </p:cxnSp>
      <p:cxnSp>
        <p:nvCxnSpPr>
          <p:cNvPr id="593" name="Straight Connector 234"/>
          <p:cNvCxnSpPr/>
          <p:nvPr/>
        </p:nvCxnSpPr>
        <p:spPr>
          <a:xfrm flipH="1">
            <a:off x="2904480" y="3171600"/>
            <a:ext cx="3055320" cy="2657520"/>
          </a:xfrm>
          <a:prstGeom prst="straightConnector1">
            <a:avLst/>
          </a:prstGeom>
          <a:ln>
            <a:solidFill>
              <a:srgbClr val="ffffff">
                <a:lumMod val="65000"/>
              </a:srgbClr>
            </a:solidFill>
          </a:ln>
        </p:spPr>
      </p:cxnSp>
      <p:cxnSp>
        <p:nvCxnSpPr>
          <p:cNvPr id="594" name="Straight Connector 235"/>
          <p:cNvCxnSpPr/>
          <p:nvPr/>
        </p:nvCxnSpPr>
        <p:spPr>
          <a:xfrm flipH="1">
            <a:off x="2904480" y="3349800"/>
            <a:ext cx="3055320" cy="2479320"/>
          </a:xfrm>
          <a:prstGeom prst="straightConnector1">
            <a:avLst/>
          </a:prstGeom>
          <a:ln>
            <a:solidFill>
              <a:srgbClr val="ffffff">
                <a:lumMod val="65000"/>
              </a:srgbClr>
            </a:solidFill>
          </a:ln>
        </p:spPr>
      </p:cxnSp>
      <p:cxnSp>
        <p:nvCxnSpPr>
          <p:cNvPr id="595" name="Straight Connector 236"/>
          <p:cNvCxnSpPr/>
          <p:nvPr/>
        </p:nvCxnSpPr>
        <p:spPr>
          <a:xfrm flipH="1">
            <a:off x="2904480" y="3527640"/>
            <a:ext cx="3055320" cy="2301480"/>
          </a:xfrm>
          <a:prstGeom prst="straightConnector1">
            <a:avLst/>
          </a:prstGeom>
          <a:ln>
            <a:solidFill>
              <a:srgbClr val="ffffff">
                <a:lumMod val="65000"/>
              </a:srgbClr>
            </a:solidFill>
          </a:ln>
        </p:spPr>
      </p:cxnSp>
      <p:cxnSp>
        <p:nvCxnSpPr>
          <p:cNvPr id="596" name="Straight Connector 237"/>
          <p:cNvCxnSpPr/>
          <p:nvPr/>
        </p:nvCxnSpPr>
        <p:spPr>
          <a:xfrm flipH="1">
            <a:off x="2904480" y="3705840"/>
            <a:ext cx="3055320" cy="2123280"/>
          </a:xfrm>
          <a:prstGeom prst="straightConnector1">
            <a:avLst/>
          </a:prstGeom>
          <a:ln>
            <a:solidFill>
              <a:srgbClr val="ffffff">
                <a:lumMod val="65000"/>
              </a:srgbClr>
            </a:solidFill>
          </a:ln>
        </p:spPr>
      </p:cxnSp>
      <p:cxnSp>
        <p:nvCxnSpPr>
          <p:cNvPr id="597" name="Straight Connector 238"/>
          <p:cNvCxnSpPr/>
          <p:nvPr/>
        </p:nvCxnSpPr>
        <p:spPr>
          <a:xfrm flipH="1">
            <a:off x="2904480" y="3883680"/>
            <a:ext cx="3055320" cy="1945440"/>
          </a:xfrm>
          <a:prstGeom prst="straightConnector1">
            <a:avLst/>
          </a:prstGeom>
          <a:ln>
            <a:solidFill>
              <a:srgbClr val="ffffff">
                <a:lumMod val="65000"/>
              </a:srgbClr>
            </a:solidFill>
          </a:ln>
        </p:spPr>
      </p:cxnSp>
      <p:cxnSp>
        <p:nvCxnSpPr>
          <p:cNvPr id="598" name="Straight Connector 239"/>
          <p:cNvCxnSpPr/>
          <p:nvPr/>
        </p:nvCxnSpPr>
        <p:spPr>
          <a:xfrm flipH="1">
            <a:off x="2904480" y="4061880"/>
            <a:ext cx="3055320" cy="1767240"/>
          </a:xfrm>
          <a:prstGeom prst="straightConnector1">
            <a:avLst/>
          </a:prstGeom>
          <a:ln>
            <a:solidFill>
              <a:srgbClr val="ffffff">
                <a:lumMod val="65000"/>
              </a:srgbClr>
            </a:solidFill>
          </a:ln>
        </p:spPr>
      </p:cxnSp>
      <p:cxnSp>
        <p:nvCxnSpPr>
          <p:cNvPr id="599" name="Straight Connector 240"/>
          <p:cNvCxnSpPr/>
          <p:nvPr/>
        </p:nvCxnSpPr>
        <p:spPr>
          <a:xfrm flipH="1">
            <a:off x="2904480" y="4240080"/>
            <a:ext cx="3055320" cy="1589040"/>
          </a:xfrm>
          <a:prstGeom prst="straightConnector1">
            <a:avLst/>
          </a:prstGeom>
          <a:ln>
            <a:solidFill>
              <a:srgbClr val="ffffff">
                <a:lumMod val="65000"/>
              </a:srgbClr>
            </a:solidFill>
          </a:ln>
        </p:spPr>
      </p:cxnSp>
      <p:cxnSp>
        <p:nvCxnSpPr>
          <p:cNvPr id="600" name="Straight Connector 241"/>
          <p:cNvCxnSpPr/>
          <p:nvPr/>
        </p:nvCxnSpPr>
        <p:spPr>
          <a:xfrm flipH="1">
            <a:off x="2904480" y="4417920"/>
            <a:ext cx="3055320" cy="1411200"/>
          </a:xfrm>
          <a:prstGeom prst="straightConnector1">
            <a:avLst/>
          </a:prstGeom>
          <a:ln>
            <a:solidFill>
              <a:srgbClr val="ffffff">
                <a:lumMod val="65000"/>
              </a:srgbClr>
            </a:solidFill>
          </a:ln>
        </p:spPr>
      </p:cxnSp>
      <p:cxnSp>
        <p:nvCxnSpPr>
          <p:cNvPr id="601" name="Straight Connector 242"/>
          <p:cNvCxnSpPr/>
          <p:nvPr/>
        </p:nvCxnSpPr>
        <p:spPr>
          <a:xfrm flipH="1">
            <a:off x="2904480" y="4596120"/>
            <a:ext cx="3055320" cy="1233000"/>
          </a:xfrm>
          <a:prstGeom prst="straightConnector1">
            <a:avLst/>
          </a:prstGeom>
          <a:ln>
            <a:solidFill>
              <a:srgbClr val="ffffff">
                <a:lumMod val="65000"/>
              </a:srgbClr>
            </a:solidFill>
          </a:ln>
        </p:spPr>
      </p:cxnSp>
      <p:cxnSp>
        <p:nvCxnSpPr>
          <p:cNvPr id="602" name="Straight Connector 243"/>
          <p:cNvCxnSpPr/>
          <p:nvPr/>
        </p:nvCxnSpPr>
        <p:spPr>
          <a:xfrm flipH="1">
            <a:off x="2904480" y="4773960"/>
            <a:ext cx="3055320" cy="1055160"/>
          </a:xfrm>
          <a:prstGeom prst="straightConnector1">
            <a:avLst/>
          </a:prstGeom>
          <a:ln>
            <a:solidFill>
              <a:srgbClr val="ffffff">
                <a:lumMod val="65000"/>
              </a:srgbClr>
            </a:solidFill>
          </a:ln>
        </p:spPr>
      </p:cxnSp>
      <p:cxnSp>
        <p:nvCxnSpPr>
          <p:cNvPr id="603" name="Straight Connector 244"/>
          <p:cNvCxnSpPr/>
          <p:nvPr/>
        </p:nvCxnSpPr>
        <p:spPr>
          <a:xfrm flipH="1">
            <a:off x="2904480" y="4952160"/>
            <a:ext cx="3055320" cy="876960"/>
          </a:xfrm>
          <a:prstGeom prst="straightConnector1">
            <a:avLst/>
          </a:prstGeom>
          <a:ln>
            <a:solidFill>
              <a:srgbClr val="ffffff">
                <a:lumMod val="65000"/>
              </a:srgbClr>
            </a:solidFill>
          </a:ln>
        </p:spPr>
      </p:cxnSp>
      <p:cxnSp>
        <p:nvCxnSpPr>
          <p:cNvPr id="604" name="Straight Connector 245"/>
          <p:cNvCxnSpPr/>
          <p:nvPr/>
        </p:nvCxnSpPr>
        <p:spPr>
          <a:xfrm flipH="1">
            <a:off x="2904480" y="5130000"/>
            <a:ext cx="3055320" cy="699120"/>
          </a:xfrm>
          <a:prstGeom prst="straightConnector1">
            <a:avLst/>
          </a:prstGeom>
          <a:ln>
            <a:solidFill>
              <a:srgbClr val="ffffff">
                <a:lumMod val="65000"/>
              </a:srgbClr>
            </a:solidFill>
          </a:ln>
        </p:spPr>
      </p:cxnSp>
      <p:cxnSp>
        <p:nvCxnSpPr>
          <p:cNvPr id="605" name="Straight Connector 246"/>
          <p:cNvCxnSpPr/>
          <p:nvPr/>
        </p:nvCxnSpPr>
        <p:spPr>
          <a:xfrm flipH="1">
            <a:off x="2904480" y="5308200"/>
            <a:ext cx="3055320" cy="520920"/>
          </a:xfrm>
          <a:prstGeom prst="straightConnector1">
            <a:avLst/>
          </a:prstGeom>
          <a:ln>
            <a:solidFill>
              <a:srgbClr val="ffffff">
                <a:lumMod val="65000"/>
              </a:srgbClr>
            </a:solidFill>
          </a:ln>
        </p:spPr>
      </p:cxnSp>
      <p:cxnSp>
        <p:nvCxnSpPr>
          <p:cNvPr id="606" name="Straight Connector 247"/>
          <p:cNvCxnSpPr/>
          <p:nvPr/>
        </p:nvCxnSpPr>
        <p:spPr>
          <a:xfrm flipH="1">
            <a:off x="2904480" y="5486400"/>
            <a:ext cx="3055320" cy="342720"/>
          </a:xfrm>
          <a:prstGeom prst="straightConnector1">
            <a:avLst/>
          </a:prstGeom>
          <a:ln>
            <a:solidFill>
              <a:srgbClr val="ffffff">
                <a:lumMod val="65000"/>
              </a:srgbClr>
            </a:solidFill>
          </a:ln>
        </p:spPr>
      </p:cxnSp>
      <p:cxnSp>
        <p:nvCxnSpPr>
          <p:cNvPr id="607" name="Straight Connector 248"/>
          <p:cNvCxnSpPr/>
          <p:nvPr/>
        </p:nvCxnSpPr>
        <p:spPr>
          <a:xfrm flipH="1">
            <a:off x="2904480" y="5664240"/>
            <a:ext cx="3055320" cy="164880"/>
          </a:xfrm>
          <a:prstGeom prst="straightConnector1">
            <a:avLst/>
          </a:prstGeom>
          <a:ln>
            <a:solidFill>
              <a:srgbClr val="ffffff">
                <a:lumMod val="65000"/>
              </a:srgbClr>
            </a:solidFill>
          </a:ln>
        </p:spPr>
      </p:cxnSp>
      <p:cxnSp>
        <p:nvCxnSpPr>
          <p:cNvPr id="608" name="Straight Connector 249"/>
          <p:cNvCxnSpPr/>
          <p:nvPr/>
        </p:nvCxnSpPr>
        <p:spPr>
          <a:xfrm flipH="1" flipV="1">
            <a:off x="2904480" y="5828760"/>
            <a:ext cx="3055320" cy="14040"/>
          </a:xfrm>
          <a:prstGeom prst="straightConnector1">
            <a:avLst/>
          </a:prstGeom>
          <a:ln>
            <a:solidFill>
              <a:srgbClr val="ffffff">
                <a:lumMod val="65000"/>
              </a:srgbClr>
            </a:solidFill>
          </a:ln>
        </p:spPr>
      </p:cxnSp>
      <p:cxnSp>
        <p:nvCxnSpPr>
          <p:cNvPr id="609" name="Straight Connector 250"/>
          <p:cNvCxnSpPr/>
          <p:nvPr/>
        </p:nvCxnSpPr>
        <p:spPr>
          <a:xfrm flipH="1" flipV="1">
            <a:off x="2904480" y="5828760"/>
            <a:ext cx="3055320" cy="191880"/>
          </a:xfrm>
          <a:prstGeom prst="straightConnector1">
            <a:avLst/>
          </a:prstGeom>
          <a:ln>
            <a:solidFill>
              <a:srgbClr val="ffffff">
                <a:lumMod val="65000"/>
              </a:srgbClr>
            </a:solidFill>
          </a:ln>
        </p:spPr>
      </p:cxnSp>
      <p:cxnSp>
        <p:nvCxnSpPr>
          <p:cNvPr id="610" name="Straight Connector 251"/>
          <p:cNvCxnSpPr/>
          <p:nvPr/>
        </p:nvCxnSpPr>
        <p:spPr>
          <a:xfrm>
            <a:off x="6244560" y="1915200"/>
            <a:ext cx="3051000" cy="298440"/>
          </a:xfrm>
          <a:prstGeom prst="straightConnector1">
            <a:avLst/>
          </a:prstGeom>
          <a:ln>
            <a:solidFill>
              <a:srgbClr val="ffffff">
                <a:lumMod val="65000"/>
              </a:srgbClr>
            </a:solidFill>
          </a:ln>
        </p:spPr>
      </p:cxnSp>
      <p:cxnSp>
        <p:nvCxnSpPr>
          <p:cNvPr id="611" name="Straight Connector 252"/>
          <p:cNvCxnSpPr/>
          <p:nvPr/>
        </p:nvCxnSpPr>
        <p:spPr>
          <a:xfrm>
            <a:off x="6244560" y="2093400"/>
            <a:ext cx="3051000" cy="120240"/>
          </a:xfrm>
          <a:prstGeom prst="straightConnector1">
            <a:avLst/>
          </a:prstGeom>
          <a:ln>
            <a:solidFill>
              <a:srgbClr val="ffffff">
                <a:lumMod val="65000"/>
              </a:srgbClr>
            </a:solidFill>
          </a:ln>
        </p:spPr>
      </p:cxnSp>
      <p:cxnSp>
        <p:nvCxnSpPr>
          <p:cNvPr id="612" name="Straight Connector 253"/>
          <p:cNvCxnSpPr/>
          <p:nvPr/>
        </p:nvCxnSpPr>
        <p:spPr>
          <a:xfrm flipV="1">
            <a:off x="6244560" y="2213280"/>
            <a:ext cx="3051000" cy="58320"/>
          </a:xfrm>
          <a:prstGeom prst="straightConnector1">
            <a:avLst/>
          </a:prstGeom>
          <a:ln>
            <a:solidFill>
              <a:srgbClr val="ffffff">
                <a:lumMod val="65000"/>
              </a:srgbClr>
            </a:solidFill>
          </a:ln>
        </p:spPr>
      </p:cxnSp>
      <p:cxnSp>
        <p:nvCxnSpPr>
          <p:cNvPr id="613" name="Straight Connector 254"/>
          <p:cNvCxnSpPr/>
          <p:nvPr/>
        </p:nvCxnSpPr>
        <p:spPr>
          <a:xfrm flipV="1">
            <a:off x="6244560" y="2213280"/>
            <a:ext cx="3051000" cy="236520"/>
          </a:xfrm>
          <a:prstGeom prst="straightConnector1">
            <a:avLst/>
          </a:prstGeom>
          <a:ln>
            <a:solidFill>
              <a:srgbClr val="ffffff">
                <a:lumMod val="65000"/>
              </a:srgbClr>
            </a:solidFill>
          </a:ln>
        </p:spPr>
      </p:cxnSp>
      <p:cxnSp>
        <p:nvCxnSpPr>
          <p:cNvPr id="614" name="Straight Connector 255"/>
          <p:cNvCxnSpPr/>
          <p:nvPr/>
        </p:nvCxnSpPr>
        <p:spPr>
          <a:xfrm flipV="1">
            <a:off x="6244560" y="2213280"/>
            <a:ext cx="3051000" cy="414720"/>
          </a:xfrm>
          <a:prstGeom prst="straightConnector1">
            <a:avLst/>
          </a:prstGeom>
          <a:ln>
            <a:solidFill>
              <a:srgbClr val="ffffff">
                <a:lumMod val="65000"/>
              </a:srgbClr>
            </a:solidFill>
          </a:ln>
        </p:spPr>
      </p:cxnSp>
      <p:cxnSp>
        <p:nvCxnSpPr>
          <p:cNvPr id="615" name="Straight Connector 256"/>
          <p:cNvCxnSpPr/>
          <p:nvPr/>
        </p:nvCxnSpPr>
        <p:spPr>
          <a:xfrm flipV="1">
            <a:off x="6244560" y="2213280"/>
            <a:ext cx="3051000" cy="592560"/>
          </a:xfrm>
          <a:prstGeom prst="straightConnector1">
            <a:avLst/>
          </a:prstGeom>
          <a:ln>
            <a:solidFill>
              <a:srgbClr val="ffffff">
                <a:lumMod val="65000"/>
              </a:srgbClr>
            </a:solidFill>
          </a:ln>
        </p:spPr>
      </p:cxnSp>
      <p:cxnSp>
        <p:nvCxnSpPr>
          <p:cNvPr id="616" name="Straight Connector 257"/>
          <p:cNvCxnSpPr/>
          <p:nvPr/>
        </p:nvCxnSpPr>
        <p:spPr>
          <a:xfrm flipV="1">
            <a:off x="6244560" y="2213280"/>
            <a:ext cx="3051000" cy="770760"/>
          </a:xfrm>
          <a:prstGeom prst="straightConnector1">
            <a:avLst/>
          </a:prstGeom>
          <a:ln>
            <a:solidFill>
              <a:srgbClr val="ffffff">
                <a:lumMod val="65000"/>
              </a:srgbClr>
            </a:solidFill>
          </a:ln>
        </p:spPr>
      </p:cxnSp>
      <p:cxnSp>
        <p:nvCxnSpPr>
          <p:cNvPr id="617" name="Straight Connector 258"/>
          <p:cNvCxnSpPr/>
          <p:nvPr/>
        </p:nvCxnSpPr>
        <p:spPr>
          <a:xfrm flipV="1">
            <a:off x="6244560" y="2213280"/>
            <a:ext cx="3051000" cy="948600"/>
          </a:xfrm>
          <a:prstGeom prst="straightConnector1">
            <a:avLst/>
          </a:prstGeom>
          <a:ln>
            <a:solidFill>
              <a:srgbClr val="ffffff">
                <a:lumMod val="65000"/>
              </a:srgbClr>
            </a:solidFill>
          </a:ln>
        </p:spPr>
      </p:cxnSp>
      <p:cxnSp>
        <p:nvCxnSpPr>
          <p:cNvPr id="618" name="Straight Connector 259"/>
          <p:cNvCxnSpPr/>
          <p:nvPr/>
        </p:nvCxnSpPr>
        <p:spPr>
          <a:xfrm flipV="1">
            <a:off x="6244560" y="2213280"/>
            <a:ext cx="3051000" cy="1126800"/>
          </a:xfrm>
          <a:prstGeom prst="straightConnector1">
            <a:avLst/>
          </a:prstGeom>
          <a:ln>
            <a:solidFill>
              <a:srgbClr val="ffffff">
                <a:lumMod val="65000"/>
              </a:srgbClr>
            </a:solidFill>
          </a:ln>
        </p:spPr>
      </p:cxnSp>
      <p:cxnSp>
        <p:nvCxnSpPr>
          <p:cNvPr id="619" name="Straight Connector 260"/>
          <p:cNvCxnSpPr/>
          <p:nvPr/>
        </p:nvCxnSpPr>
        <p:spPr>
          <a:xfrm flipV="1">
            <a:off x="6244560" y="2213280"/>
            <a:ext cx="3051000" cy="1304640"/>
          </a:xfrm>
          <a:prstGeom prst="straightConnector1">
            <a:avLst/>
          </a:prstGeom>
          <a:ln>
            <a:solidFill>
              <a:srgbClr val="ffffff">
                <a:lumMod val="65000"/>
              </a:srgbClr>
            </a:solidFill>
          </a:ln>
        </p:spPr>
      </p:cxnSp>
      <p:cxnSp>
        <p:nvCxnSpPr>
          <p:cNvPr id="620" name="Straight Connector 261"/>
          <p:cNvCxnSpPr/>
          <p:nvPr/>
        </p:nvCxnSpPr>
        <p:spPr>
          <a:xfrm flipV="1">
            <a:off x="6244560" y="2213280"/>
            <a:ext cx="3051000" cy="1482840"/>
          </a:xfrm>
          <a:prstGeom prst="straightConnector1">
            <a:avLst/>
          </a:prstGeom>
          <a:ln>
            <a:solidFill>
              <a:srgbClr val="ffffff">
                <a:lumMod val="65000"/>
              </a:srgbClr>
            </a:solidFill>
          </a:ln>
        </p:spPr>
      </p:cxnSp>
      <p:cxnSp>
        <p:nvCxnSpPr>
          <p:cNvPr id="621" name="Straight Connector 262"/>
          <p:cNvCxnSpPr/>
          <p:nvPr/>
        </p:nvCxnSpPr>
        <p:spPr>
          <a:xfrm flipV="1">
            <a:off x="6244560" y="2213280"/>
            <a:ext cx="3051000" cy="1661040"/>
          </a:xfrm>
          <a:prstGeom prst="straightConnector1">
            <a:avLst/>
          </a:prstGeom>
          <a:ln>
            <a:solidFill>
              <a:srgbClr val="ffffff">
                <a:lumMod val="65000"/>
              </a:srgbClr>
            </a:solidFill>
          </a:ln>
        </p:spPr>
      </p:cxnSp>
      <p:cxnSp>
        <p:nvCxnSpPr>
          <p:cNvPr id="622" name="Straight Connector 263"/>
          <p:cNvCxnSpPr/>
          <p:nvPr/>
        </p:nvCxnSpPr>
        <p:spPr>
          <a:xfrm flipV="1">
            <a:off x="6244560" y="2213280"/>
            <a:ext cx="3051000" cy="1838880"/>
          </a:xfrm>
          <a:prstGeom prst="straightConnector1">
            <a:avLst/>
          </a:prstGeom>
          <a:ln>
            <a:solidFill>
              <a:srgbClr val="ffffff">
                <a:lumMod val="65000"/>
              </a:srgbClr>
            </a:solidFill>
          </a:ln>
        </p:spPr>
      </p:cxnSp>
      <p:cxnSp>
        <p:nvCxnSpPr>
          <p:cNvPr id="623" name="Straight Connector 264"/>
          <p:cNvCxnSpPr/>
          <p:nvPr/>
        </p:nvCxnSpPr>
        <p:spPr>
          <a:xfrm flipV="1">
            <a:off x="6244560" y="2213280"/>
            <a:ext cx="3051000" cy="2017080"/>
          </a:xfrm>
          <a:prstGeom prst="straightConnector1">
            <a:avLst/>
          </a:prstGeom>
          <a:ln>
            <a:solidFill>
              <a:srgbClr val="ffffff">
                <a:lumMod val="65000"/>
              </a:srgbClr>
            </a:solidFill>
          </a:ln>
        </p:spPr>
      </p:cxnSp>
      <p:cxnSp>
        <p:nvCxnSpPr>
          <p:cNvPr id="624" name="Straight Connector 265"/>
          <p:cNvCxnSpPr/>
          <p:nvPr/>
        </p:nvCxnSpPr>
        <p:spPr>
          <a:xfrm flipV="1">
            <a:off x="6244560" y="2213280"/>
            <a:ext cx="3051000" cy="2194920"/>
          </a:xfrm>
          <a:prstGeom prst="straightConnector1">
            <a:avLst/>
          </a:prstGeom>
          <a:ln>
            <a:solidFill>
              <a:srgbClr val="ffffff">
                <a:lumMod val="65000"/>
              </a:srgbClr>
            </a:solidFill>
          </a:ln>
        </p:spPr>
      </p:cxnSp>
      <p:cxnSp>
        <p:nvCxnSpPr>
          <p:cNvPr id="625" name="Straight Connector 266"/>
          <p:cNvCxnSpPr/>
          <p:nvPr/>
        </p:nvCxnSpPr>
        <p:spPr>
          <a:xfrm flipV="1">
            <a:off x="6244560" y="2213280"/>
            <a:ext cx="3051000" cy="2373120"/>
          </a:xfrm>
          <a:prstGeom prst="straightConnector1">
            <a:avLst/>
          </a:prstGeom>
          <a:ln>
            <a:solidFill>
              <a:srgbClr val="ffffff">
                <a:lumMod val="65000"/>
              </a:srgbClr>
            </a:solidFill>
          </a:ln>
        </p:spPr>
      </p:cxnSp>
      <p:cxnSp>
        <p:nvCxnSpPr>
          <p:cNvPr id="626" name="Straight Connector 267"/>
          <p:cNvCxnSpPr/>
          <p:nvPr/>
        </p:nvCxnSpPr>
        <p:spPr>
          <a:xfrm flipV="1">
            <a:off x="6244560" y="2213280"/>
            <a:ext cx="3051000" cy="2550960"/>
          </a:xfrm>
          <a:prstGeom prst="straightConnector1">
            <a:avLst/>
          </a:prstGeom>
          <a:ln>
            <a:solidFill>
              <a:srgbClr val="ffffff">
                <a:lumMod val="65000"/>
              </a:srgbClr>
            </a:solidFill>
          </a:ln>
        </p:spPr>
      </p:cxnSp>
      <p:cxnSp>
        <p:nvCxnSpPr>
          <p:cNvPr id="627" name="Straight Connector 268"/>
          <p:cNvCxnSpPr/>
          <p:nvPr/>
        </p:nvCxnSpPr>
        <p:spPr>
          <a:xfrm flipV="1">
            <a:off x="6244560" y="2213280"/>
            <a:ext cx="3051000" cy="2729160"/>
          </a:xfrm>
          <a:prstGeom prst="straightConnector1">
            <a:avLst/>
          </a:prstGeom>
          <a:ln>
            <a:solidFill>
              <a:srgbClr val="ffffff">
                <a:lumMod val="65000"/>
              </a:srgbClr>
            </a:solidFill>
          </a:ln>
        </p:spPr>
      </p:cxnSp>
      <p:cxnSp>
        <p:nvCxnSpPr>
          <p:cNvPr id="628" name="Straight Connector 269"/>
          <p:cNvCxnSpPr/>
          <p:nvPr/>
        </p:nvCxnSpPr>
        <p:spPr>
          <a:xfrm flipV="1">
            <a:off x="6244560" y="2213280"/>
            <a:ext cx="3051000" cy="2907360"/>
          </a:xfrm>
          <a:prstGeom prst="straightConnector1">
            <a:avLst/>
          </a:prstGeom>
          <a:ln>
            <a:solidFill>
              <a:srgbClr val="ffffff">
                <a:lumMod val="65000"/>
              </a:srgbClr>
            </a:solidFill>
          </a:ln>
        </p:spPr>
      </p:cxnSp>
      <p:cxnSp>
        <p:nvCxnSpPr>
          <p:cNvPr id="629" name="Straight Connector 270"/>
          <p:cNvCxnSpPr/>
          <p:nvPr/>
        </p:nvCxnSpPr>
        <p:spPr>
          <a:xfrm flipV="1">
            <a:off x="6244560" y="2213280"/>
            <a:ext cx="3051000" cy="3085200"/>
          </a:xfrm>
          <a:prstGeom prst="straightConnector1">
            <a:avLst/>
          </a:prstGeom>
          <a:ln>
            <a:solidFill>
              <a:srgbClr val="ffffff">
                <a:lumMod val="65000"/>
              </a:srgbClr>
            </a:solidFill>
          </a:ln>
        </p:spPr>
      </p:cxnSp>
      <p:cxnSp>
        <p:nvCxnSpPr>
          <p:cNvPr id="630" name="Straight Connector 271"/>
          <p:cNvCxnSpPr/>
          <p:nvPr/>
        </p:nvCxnSpPr>
        <p:spPr>
          <a:xfrm flipV="1">
            <a:off x="6244560" y="2213280"/>
            <a:ext cx="3051000" cy="3263400"/>
          </a:xfrm>
          <a:prstGeom prst="straightConnector1">
            <a:avLst/>
          </a:prstGeom>
          <a:ln>
            <a:solidFill>
              <a:srgbClr val="ffffff">
                <a:lumMod val="65000"/>
              </a:srgbClr>
            </a:solidFill>
          </a:ln>
        </p:spPr>
      </p:cxnSp>
      <p:cxnSp>
        <p:nvCxnSpPr>
          <p:cNvPr id="631" name="Straight Connector 272"/>
          <p:cNvCxnSpPr/>
          <p:nvPr/>
        </p:nvCxnSpPr>
        <p:spPr>
          <a:xfrm flipV="1">
            <a:off x="6244560" y="2213280"/>
            <a:ext cx="3051000" cy="3441240"/>
          </a:xfrm>
          <a:prstGeom prst="straightConnector1">
            <a:avLst/>
          </a:prstGeom>
          <a:ln>
            <a:solidFill>
              <a:srgbClr val="ffffff">
                <a:lumMod val="65000"/>
              </a:srgbClr>
            </a:solidFill>
          </a:ln>
        </p:spPr>
      </p:cxnSp>
      <p:cxnSp>
        <p:nvCxnSpPr>
          <p:cNvPr id="632" name="Straight Connector 273"/>
          <p:cNvCxnSpPr/>
          <p:nvPr/>
        </p:nvCxnSpPr>
        <p:spPr>
          <a:xfrm flipV="1">
            <a:off x="6244560" y="2213280"/>
            <a:ext cx="3051000" cy="3619440"/>
          </a:xfrm>
          <a:prstGeom prst="straightConnector1">
            <a:avLst/>
          </a:prstGeom>
          <a:ln>
            <a:solidFill>
              <a:srgbClr val="ffffff">
                <a:lumMod val="65000"/>
              </a:srgbClr>
            </a:solidFill>
          </a:ln>
        </p:spPr>
      </p:cxnSp>
      <p:cxnSp>
        <p:nvCxnSpPr>
          <p:cNvPr id="633" name="Straight Connector 274"/>
          <p:cNvCxnSpPr/>
          <p:nvPr/>
        </p:nvCxnSpPr>
        <p:spPr>
          <a:xfrm flipV="1">
            <a:off x="6244560" y="2213280"/>
            <a:ext cx="3051000" cy="3797280"/>
          </a:xfrm>
          <a:prstGeom prst="straightConnector1">
            <a:avLst/>
          </a:prstGeom>
          <a:ln>
            <a:solidFill>
              <a:srgbClr val="ffffff">
                <a:lumMod val="65000"/>
              </a:srgbClr>
            </a:solidFill>
          </a:ln>
        </p:spPr>
      </p:cxnSp>
      <p:cxnSp>
        <p:nvCxnSpPr>
          <p:cNvPr id="634" name="Straight Connector 275"/>
          <p:cNvCxnSpPr/>
          <p:nvPr/>
        </p:nvCxnSpPr>
        <p:spPr>
          <a:xfrm>
            <a:off x="6240240" y="1919880"/>
            <a:ext cx="3055320" cy="695160"/>
          </a:xfrm>
          <a:prstGeom prst="straightConnector1">
            <a:avLst/>
          </a:prstGeom>
          <a:ln>
            <a:solidFill>
              <a:srgbClr val="ffffff">
                <a:lumMod val="65000"/>
              </a:srgbClr>
            </a:solidFill>
          </a:ln>
        </p:spPr>
      </p:cxnSp>
      <p:cxnSp>
        <p:nvCxnSpPr>
          <p:cNvPr id="635" name="Straight Connector 276"/>
          <p:cNvCxnSpPr/>
          <p:nvPr/>
        </p:nvCxnSpPr>
        <p:spPr>
          <a:xfrm>
            <a:off x="6240240" y="2098080"/>
            <a:ext cx="3055320" cy="516960"/>
          </a:xfrm>
          <a:prstGeom prst="straightConnector1">
            <a:avLst/>
          </a:prstGeom>
          <a:ln>
            <a:solidFill>
              <a:srgbClr val="ffffff">
                <a:lumMod val="65000"/>
              </a:srgbClr>
            </a:solidFill>
          </a:ln>
        </p:spPr>
      </p:cxnSp>
      <p:cxnSp>
        <p:nvCxnSpPr>
          <p:cNvPr id="636" name="Straight Connector 277"/>
          <p:cNvCxnSpPr/>
          <p:nvPr/>
        </p:nvCxnSpPr>
        <p:spPr>
          <a:xfrm>
            <a:off x="6240240" y="2276280"/>
            <a:ext cx="3055320" cy="338760"/>
          </a:xfrm>
          <a:prstGeom prst="straightConnector1">
            <a:avLst/>
          </a:prstGeom>
          <a:ln>
            <a:solidFill>
              <a:srgbClr val="ffffff">
                <a:lumMod val="65000"/>
              </a:srgbClr>
            </a:solidFill>
          </a:ln>
        </p:spPr>
      </p:cxnSp>
      <p:cxnSp>
        <p:nvCxnSpPr>
          <p:cNvPr id="637" name="Straight Connector 278"/>
          <p:cNvCxnSpPr/>
          <p:nvPr/>
        </p:nvCxnSpPr>
        <p:spPr>
          <a:xfrm>
            <a:off x="6240240" y="2454120"/>
            <a:ext cx="3055320" cy="160920"/>
          </a:xfrm>
          <a:prstGeom prst="straightConnector1">
            <a:avLst/>
          </a:prstGeom>
          <a:ln>
            <a:solidFill>
              <a:srgbClr val="ffffff">
                <a:lumMod val="65000"/>
              </a:srgbClr>
            </a:solidFill>
          </a:ln>
        </p:spPr>
      </p:cxnSp>
      <p:cxnSp>
        <p:nvCxnSpPr>
          <p:cNvPr id="638" name="Straight Connector 279"/>
          <p:cNvCxnSpPr/>
          <p:nvPr/>
        </p:nvCxnSpPr>
        <p:spPr>
          <a:xfrm flipV="1">
            <a:off x="6240240" y="2614680"/>
            <a:ext cx="3055320" cy="18000"/>
          </a:xfrm>
          <a:prstGeom prst="straightConnector1">
            <a:avLst/>
          </a:prstGeom>
          <a:ln>
            <a:solidFill>
              <a:srgbClr val="ffffff">
                <a:lumMod val="65000"/>
              </a:srgbClr>
            </a:solidFill>
          </a:ln>
        </p:spPr>
      </p:cxnSp>
      <p:cxnSp>
        <p:nvCxnSpPr>
          <p:cNvPr id="639" name="Straight Connector 280"/>
          <p:cNvCxnSpPr/>
          <p:nvPr/>
        </p:nvCxnSpPr>
        <p:spPr>
          <a:xfrm flipV="1">
            <a:off x="6240240" y="2614680"/>
            <a:ext cx="3055320" cy="195840"/>
          </a:xfrm>
          <a:prstGeom prst="straightConnector1">
            <a:avLst/>
          </a:prstGeom>
          <a:ln>
            <a:solidFill>
              <a:srgbClr val="ffffff">
                <a:lumMod val="65000"/>
              </a:srgbClr>
            </a:solidFill>
          </a:ln>
        </p:spPr>
      </p:cxnSp>
      <p:cxnSp>
        <p:nvCxnSpPr>
          <p:cNvPr id="640" name="Straight Connector 281"/>
          <p:cNvCxnSpPr/>
          <p:nvPr/>
        </p:nvCxnSpPr>
        <p:spPr>
          <a:xfrm flipV="1">
            <a:off x="6240240" y="2614680"/>
            <a:ext cx="3055320" cy="374040"/>
          </a:xfrm>
          <a:prstGeom prst="straightConnector1">
            <a:avLst/>
          </a:prstGeom>
          <a:ln>
            <a:solidFill>
              <a:srgbClr val="ffffff">
                <a:lumMod val="65000"/>
              </a:srgbClr>
            </a:solidFill>
          </a:ln>
        </p:spPr>
      </p:cxnSp>
      <p:cxnSp>
        <p:nvCxnSpPr>
          <p:cNvPr id="641" name="Straight Connector 282"/>
          <p:cNvCxnSpPr/>
          <p:nvPr/>
        </p:nvCxnSpPr>
        <p:spPr>
          <a:xfrm flipV="1">
            <a:off x="6240240" y="2614680"/>
            <a:ext cx="3055320" cy="551880"/>
          </a:xfrm>
          <a:prstGeom prst="straightConnector1">
            <a:avLst/>
          </a:prstGeom>
          <a:ln>
            <a:solidFill>
              <a:srgbClr val="ffffff">
                <a:lumMod val="65000"/>
              </a:srgbClr>
            </a:solidFill>
          </a:ln>
        </p:spPr>
      </p:cxnSp>
      <p:cxnSp>
        <p:nvCxnSpPr>
          <p:cNvPr id="642" name="Straight Connector 283"/>
          <p:cNvCxnSpPr/>
          <p:nvPr/>
        </p:nvCxnSpPr>
        <p:spPr>
          <a:xfrm flipV="1">
            <a:off x="6240240" y="2614680"/>
            <a:ext cx="3055320" cy="730080"/>
          </a:xfrm>
          <a:prstGeom prst="straightConnector1">
            <a:avLst/>
          </a:prstGeom>
          <a:ln>
            <a:solidFill>
              <a:srgbClr val="ffffff">
                <a:lumMod val="65000"/>
              </a:srgbClr>
            </a:solidFill>
          </a:ln>
        </p:spPr>
      </p:cxnSp>
      <p:cxnSp>
        <p:nvCxnSpPr>
          <p:cNvPr id="643" name="Straight Connector 284"/>
          <p:cNvCxnSpPr/>
          <p:nvPr/>
        </p:nvCxnSpPr>
        <p:spPr>
          <a:xfrm flipV="1">
            <a:off x="6240240" y="2614680"/>
            <a:ext cx="3055320" cy="908280"/>
          </a:xfrm>
          <a:prstGeom prst="straightConnector1">
            <a:avLst/>
          </a:prstGeom>
          <a:ln>
            <a:solidFill>
              <a:srgbClr val="ffffff">
                <a:lumMod val="65000"/>
              </a:srgbClr>
            </a:solidFill>
          </a:ln>
        </p:spPr>
      </p:cxnSp>
      <p:cxnSp>
        <p:nvCxnSpPr>
          <p:cNvPr id="644" name="Straight Connector 285"/>
          <p:cNvCxnSpPr/>
          <p:nvPr/>
        </p:nvCxnSpPr>
        <p:spPr>
          <a:xfrm flipV="1">
            <a:off x="6240240" y="2614680"/>
            <a:ext cx="3055320" cy="1086120"/>
          </a:xfrm>
          <a:prstGeom prst="straightConnector1">
            <a:avLst/>
          </a:prstGeom>
          <a:ln>
            <a:solidFill>
              <a:srgbClr val="ffffff">
                <a:lumMod val="65000"/>
              </a:srgbClr>
            </a:solidFill>
          </a:ln>
        </p:spPr>
      </p:cxnSp>
      <p:cxnSp>
        <p:nvCxnSpPr>
          <p:cNvPr id="645" name="Straight Connector 286"/>
          <p:cNvCxnSpPr/>
          <p:nvPr/>
        </p:nvCxnSpPr>
        <p:spPr>
          <a:xfrm flipV="1">
            <a:off x="6240240" y="2614680"/>
            <a:ext cx="3055320" cy="1264320"/>
          </a:xfrm>
          <a:prstGeom prst="straightConnector1">
            <a:avLst/>
          </a:prstGeom>
          <a:ln>
            <a:solidFill>
              <a:srgbClr val="ffffff">
                <a:lumMod val="65000"/>
              </a:srgbClr>
            </a:solidFill>
          </a:ln>
        </p:spPr>
      </p:cxnSp>
      <p:cxnSp>
        <p:nvCxnSpPr>
          <p:cNvPr id="646" name="Straight Connector 287"/>
          <p:cNvCxnSpPr/>
          <p:nvPr/>
        </p:nvCxnSpPr>
        <p:spPr>
          <a:xfrm flipV="1">
            <a:off x="6240240" y="2614680"/>
            <a:ext cx="3055320" cy="1442160"/>
          </a:xfrm>
          <a:prstGeom prst="straightConnector1">
            <a:avLst/>
          </a:prstGeom>
          <a:ln>
            <a:solidFill>
              <a:srgbClr val="ffffff">
                <a:lumMod val="65000"/>
              </a:srgbClr>
            </a:solidFill>
          </a:ln>
        </p:spPr>
      </p:cxnSp>
      <p:cxnSp>
        <p:nvCxnSpPr>
          <p:cNvPr id="647" name="Straight Connector 288"/>
          <p:cNvCxnSpPr/>
          <p:nvPr/>
        </p:nvCxnSpPr>
        <p:spPr>
          <a:xfrm flipV="1">
            <a:off x="6240240" y="2614680"/>
            <a:ext cx="3055320" cy="1620360"/>
          </a:xfrm>
          <a:prstGeom prst="straightConnector1">
            <a:avLst/>
          </a:prstGeom>
          <a:ln>
            <a:solidFill>
              <a:srgbClr val="ffffff">
                <a:lumMod val="65000"/>
              </a:srgbClr>
            </a:solidFill>
          </a:ln>
        </p:spPr>
      </p:cxnSp>
      <p:cxnSp>
        <p:nvCxnSpPr>
          <p:cNvPr id="648" name="Straight Connector 289"/>
          <p:cNvCxnSpPr/>
          <p:nvPr/>
        </p:nvCxnSpPr>
        <p:spPr>
          <a:xfrm flipV="1">
            <a:off x="6240240" y="2614680"/>
            <a:ext cx="3055320" cy="1798200"/>
          </a:xfrm>
          <a:prstGeom prst="straightConnector1">
            <a:avLst/>
          </a:prstGeom>
          <a:ln>
            <a:solidFill>
              <a:srgbClr val="ffffff">
                <a:lumMod val="65000"/>
              </a:srgbClr>
            </a:solidFill>
          </a:ln>
        </p:spPr>
      </p:cxnSp>
      <p:cxnSp>
        <p:nvCxnSpPr>
          <p:cNvPr id="649" name="Straight Connector 290"/>
          <p:cNvCxnSpPr/>
          <p:nvPr/>
        </p:nvCxnSpPr>
        <p:spPr>
          <a:xfrm flipV="1">
            <a:off x="6240240" y="2614680"/>
            <a:ext cx="3055320" cy="1976400"/>
          </a:xfrm>
          <a:prstGeom prst="straightConnector1">
            <a:avLst/>
          </a:prstGeom>
          <a:ln>
            <a:solidFill>
              <a:srgbClr val="ffffff">
                <a:lumMod val="65000"/>
              </a:srgbClr>
            </a:solidFill>
          </a:ln>
        </p:spPr>
      </p:cxnSp>
      <p:cxnSp>
        <p:nvCxnSpPr>
          <p:cNvPr id="650" name="Straight Connector 291"/>
          <p:cNvCxnSpPr/>
          <p:nvPr/>
        </p:nvCxnSpPr>
        <p:spPr>
          <a:xfrm flipV="1">
            <a:off x="6240240" y="2614680"/>
            <a:ext cx="3055320" cy="2154600"/>
          </a:xfrm>
          <a:prstGeom prst="straightConnector1">
            <a:avLst/>
          </a:prstGeom>
          <a:ln>
            <a:solidFill>
              <a:srgbClr val="ffffff">
                <a:lumMod val="65000"/>
              </a:srgbClr>
            </a:solidFill>
          </a:ln>
        </p:spPr>
      </p:cxnSp>
      <p:cxnSp>
        <p:nvCxnSpPr>
          <p:cNvPr id="651" name="Straight Connector 292"/>
          <p:cNvCxnSpPr/>
          <p:nvPr/>
        </p:nvCxnSpPr>
        <p:spPr>
          <a:xfrm flipV="1">
            <a:off x="6240240" y="2614680"/>
            <a:ext cx="3055320" cy="2332440"/>
          </a:xfrm>
          <a:prstGeom prst="straightConnector1">
            <a:avLst/>
          </a:prstGeom>
          <a:ln>
            <a:solidFill>
              <a:srgbClr val="ffffff">
                <a:lumMod val="65000"/>
              </a:srgbClr>
            </a:solidFill>
          </a:ln>
        </p:spPr>
      </p:cxnSp>
      <p:cxnSp>
        <p:nvCxnSpPr>
          <p:cNvPr id="652" name="Straight Connector 293"/>
          <p:cNvCxnSpPr/>
          <p:nvPr/>
        </p:nvCxnSpPr>
        <p:spPr>
          <a:xfrm flipV="1">
            <a:off x="6240240" y="2614680"/>
            <a:ext cx="3055320" cy="2510640"/>
          </a:xfrm>
          <a:prstGeom prst="straightConnector1">
            <a:avLst/>
          </a:prstGeom>
          <a:ln>
            <a:solidFill>
              <a:srgbClr val="ffffff">
                <a:lumMod val="65000"/>
              </a:srgbClr>
            </a:solidFill>
          </a:ln>
        </p:spPr>
      </p:cxnSp>
      <p:cxnSp>
        <p:nvCxnSpPr>
          <p:cNvPr id="653" name="Straight Connector 294"/>
          <p:cNvCxnSpPr/>
          <p:nvPr/>
        </p:nvCxnSpPr>
        <p:spPr>
          <a:xfrm flipV="1">
            <a:off x="6240240" y="2614680"/>
            <a:ext cx="3055320" cy="2688480"/>
          </a:xfrm>
          <a:prstGeom prst="straightConnector1">
            <a:avLst/>
          </a:prstGeom>
          <a:ln>
            <a:solidFill>
              <a:srgbClr val="ffffff">
                <a:lumMod val="65000"/>
              </a:srgbClr>
            </a:solidFill>
          </a:ln>
        </p:spPr>
      </p:cxnSp>
      <p:cxnSp>
        <p:nvCxnSpPr>
          <p:cNvPr id="654" name="Straight Connector 295"/>
          <p:cNvCxnSpPr/>
          <p:nvPr/>
        </p:nvCxnSpPr>
        <p:spPr>
          <a:xfrm flipV="1">
            <a:off x="6240240" y="2614680"/>
            <a:ext cx="3055320" cy="2866680"/>
          </a:xfrm>
          <a:prstGeom prst="straightConnector1">
            <a:avLst/>
          </a:prstGeom>
          <a:ln>
            <a:solidFill>
              <a:srgbClr val="ffffff">
                <a:lumMod val="65000"/>
              </a:srgbClr>
            </a:solidFill>
          </a:ln>
        </p:spPr>
      </p:cxnSp>
      <p:cxnSp>
        <p:nvCxnSpPr>
          <p:cNvPr id="655" name="Straight Connector 296"/>
          <p:cNvCxnSpPr/>
          <p:nvPr/>
        </p:nvCxnSpPr>
        <p:spPr>
          <a:xfrm flipV="1">
            <a:off x="6240240" y="2614680"/>
            <a:ext cx="3055320" cy="3044520"/>
          </a:xfrm>
          <a:prstGeom prst="straightConnector1">
            <a:avLst/>
          </a:prstGeom>
          <a:ln>
            <a:solidFill>
              <a:srgbClr val="ffffff">
                <a:lumMod val="65000"/>
              </a:srgbClr>
            </a:solidFill>
          </a:ln>
        </p:spPr>
      </p:cxnSp>
      <p:cxnSp>
        <p:nvCxnSpPr>
          <p:cNvPr id="656" name="Straight Connector 297"/>
          <p:cNvCxnSpPr/>
          <p:nvPr/>
        </p:nvCxnSpPr>
        <p:spPr>
          <a:xfrm flipV="1">
            <a:off x="6240240" y="2614680"/>
            <a:ext cx="3055320" cy="3222720"/>
          </a:xfrm>
          <a:prstGeom prst="straightConnector1">
            <a:avLst/>
          </a:prstGeom>
          <a:ln>
            <a:solidFill>
              <a:srgbClr val="ffffff">
                <a:lumMod val="65000"/>
              </a:srgbClr>
            </a:solidFill>
          </a:ln>
        </p:spPr>
      </p:cxnSp>
      <p:cxnSp>
        <p:nvCxnSpPr>
          <p:cNvPr id="657" name="Straight Connector 298"/>
          <p:cNvCxnSpPr/>
          <p:nvPr/>
        </p:nvCxnSpPr>
        <p:spPr>
          <a:xfrm flipV="1">
            <a:off x="6240240" y="2614680"/>
            <a:ext cx="3055320" cy="3400920"/>
          </a:xfrm>
          <a:prstGeom prst="straightConnector1">
            <a:avLst/>
          </a:prstGeom>
          <a:ln>
            <a:solidFill>
              <a:srgbClr val="ffffff">
                <a:lumMod val="65000"/>
              </a:srgbClr>
            </a:solidFill>
          </a:ln>
        </p:spPr>
      </p:cxnSp>
      <p:cxnSp>
        <p:nvCxnSpPr>
          <p:cNvPr id="658" name="Straight Connector 299"/>
          <p:cNvCxnSpPr/>
          <p:nvPr/>
        </p:nvCxnSpPr>
        <p:spPr>
          <a:xfrm>
            <a:off x="6240240" y="1922400"/>
            <a:ext cx="3055320" cy="1094040"/>
          </a:xfrm>
          <a:prstGeom prst="straightConnector1">
            <a:avLst/>
          </a:prstGeom>
          <a:ln>
            <a:solidFill>
              <a:srgbClr val="ffffff">
                <a:lumMod val="65000"/>
              </a:srgbClr>
            </a:solidFill>
          </a:ln>
        </p:spPr>
      </p:cxnSp>
      <p:cxnSp>
        <p:nvCxnSpPr>
          <p:cNvPr id="659" name="Straight Connector 300"/>
          <p:cNvCxnSpPr/>
          <p:nvPr/>
        </p:nvCxnSpPr>
        <p:spPr>
          <a:xfrm>
            <a:off x="6240240" y="2100240"/>
            <a:ext cx="3055320" cy="916200"/>
          </a:xfrm>
          <a:prstGeom prst="straightConnector1">
            <a:avLst/>
          </a:prstGeom>
          <a:ln>
            <a:solidFill>
              <a:srgbClr val="ffffff">
                <a:lumMod val="65000"/>
              </a:srgbClr>
            </a:solidFill>
          </a:ln>
        </p:spPr>
      </p:cxnSp>
      <p:cxnSp>
        <p:nvCxnSpPr>
          <p:cNvPr id="660" name="Straight Connector 301"/>
          <p:cNvCxnSpPr/>
          <p:nvPr/>
        </p:nvCxnSpPr>
        <p:spPr>
          <a:xfrm>
            <a:off x="6240240" y="2278440"/>
            <a:ext cx="3055320" cy="738000"/>
          </a:xfrm>
          <a:prstGeom prst="straightConnector1">
            <a:avLst/>
          </a:prstGeom>
          <a:ln>
            <a:solidFill>
              <a:srgbClr val="ffffff">
                <a:lumMod val="65000"/>
              </a:srgbClr>
            </a:solidFill>
          </a:ln>
        </p:spPr>
      </p:cxnSp>
      <p:cxnSp>
        <p:nvCxnSpPr>
          <p:cNvPr id="661" name="Straight Connector 302"/>
          <p:cNvCxnSpPr/>
          <p:nvPr/>
        </p:nvCxnSpPr>
        <p:spPr>
          <a:xfrm>
            <a:off x="6240240" y="2456280"/>
            <a:ext cx="3055320" cy="560160"/>
          </a:xfrm>
          <a:prstGeom prst="straightConnector1">
            <a:avLst/>
          </a:prstGeom>
          <a:ln>
            <a:solidFill>
              <a:srgbClr val="ffffff">
                <a:lumMod val="65000"/>
              </a:srgbClr>
            </a:solidFill>
          </a:ln>
        </p:spPr>
      </p:cxnSp>
      <p:cxnSp>
        <p:nvCxnSpPr>
          <p:cNvPr id="662" name="Straight Connector 303"/>
          <p:cNvCxnSpPr/>
          <p:nvPr/>
        </p:nvCxnSpPr>
        <p:spPr>
          <a:xfrm>
            <a:off x="6240240" y="2634480"/>
            <a:ext cx="3055320" cy="381960"/>
          </a:xfrm>
          <a:prstGeom prst="straightConnector1">
            <a:avLst/>
          </a:prstGeom>
          <a:ln>
            <a:solidFill>
              <a:srgbClr val="ffffff">
                <a:lumMod val="65000"/>
              </a:srgbClr>
            </a:solidFill>
          </a:ln>
        </p:spPr>
      </p:cxnSp>
      <p:cxnSp>
        <p:nvCxnSpPr>
          <p:cNvPr id="663" name="Straight Connector 304"/>
          <p:cNvCxnSpPr/>
          <p:nvPr/>
        </p:nvCxnSpPr>
        <p:spPr>
          <a:xfrm>
            <a:off x="6240240" y="2812320"/>
            <a:ext cx="3055320" cy="204120"/>
          </a:xfrm>
          <a:prstGeom prst="straightConnector1">
            <a:avLst/>
          </a:prstGeom>
          <a:ln>
            <a:solidFill>
              <a:srgbClr val="ffffff">
                <a:lumMod val="65000"/>
              </a:srgbClr>
            </a:solidFill>
          </a:ln>
        </p:spPr>
      </p:cxnSp>
      <p:cxnSp>
        <p:nvCxnSpPr>
          <p:cNvPr id="664" name="Straight Connector 305"/>
          <p:cNvCxnSpPr/>
          <p:nvPr/>
        </p:nvCxnSpPr>
        <p:spPr>
          <a:xfrm>
            <a:off x="6240240" y="2990520"/>
            <a:ext cx="3055320" cy="25920"/>
          </a:xfrm>
          <a:prstGeom prst="straightConnector1">
            <a:avLst/>
          </a:prstGeom>
          <a:ln>
            <a:solidFill>
              <a:srgbClr val="ffffff">
                <a:lumMod val="65000"/>
              </a:srgbClr>
            </a:solidFill>
          </a:ln>
        </p:spPr>
      </p:cxnSp>
      <p:cxnSp>
        <p:nvCxnSpPr>
          <p:cNvPr id="665" name="Straight Connector 306"/>
          <p:cNvCxnSpPr/>
          <p:nvPr/>
        </p:nvCxnSpPr>
        <p:spPr>
          <a:xfrm flipV="1">
            <a:off x="6240240" y="3016080"/>
            <a:ext cx="3055320" cy="153000"/>
          </a:xfrm>
          <a:prstGeom prst="straightConnector1">
            <a:avLst/>
          </a:prstGeom>
          <a:ln>
            <a:solidFill>
              <a:srgbClr val="ffffff">
                <a:lumMod val="65000"/>
              </a:srgbClr>
            </a:solidFill>
          </a:ln>
        </p:spPr>
      </p:cxnSp>
      <p:cxnSp>
        <p:nvCxnSpPr>
          <p:cNvPr id="666" name="Straight Connector 307"/>
          <p:cNvCxnSpPr/>
          <p:nvPr/>
        </p:nvCxnSpPr>
        <p:spPr>
          <a:xfrm flipV="1">
            <a:off x="6240240" y="3016080"/>
            <a:ext cx="3055320" cy="330840"/>
          </a:xfrm>
          <a:prstGeom prst="straightConnector1">
            <a:avLst/>
          </a:prstGeom>
          <a:ln>
            <a:solidFill>
              <a:srgbClr val="ffffff">
                <a:lumMod val="65000"/>
              </a:srgbClr>
            </a:solidFill>
          </a:ln>
        </p:spPr>
      </p:cxnSp>
      <p:cxnSp>
        <p:nvCxnSpPr>
          <p:cNvPr id="667" name="Straight Connector 308"/>
          <p:cNvCxnSpPr/>
          <p:nvPr/>
        </p:nvCxnSpPr>
        <p:spPr>
          <a:xfrm flipV="1">
            <a:off x="6240240" y="3016080"/>
            <a:ext cx="3055320" cy="509040"/>
          </a:xfrm>
          <a:prstGeom prst="straightConnector1">
            <a:avLst/>
          </a:prstGeom>
          <a:ln>
            <a:solidFill>
              <a:srgbClr val="ffffff">
                <a:lumMod val="65000"/>
              </a:srgbClr>
            </a:solidFill>
          </a:ln>
        </p:spPr>
      </p:cxnSp>
      <p:cxnSp>
        <p:nvCxnSpPr>
          <p:cNvPr id="668" name="Straight Connector 309"/>
          <p:cNvCxnSpPr/>
          <p:nvPr/>
        </p:nvCxnSpPr>
        <p:spPr>
          <a:xfrm flipV="1">
            <a:off x="6240240" y="3016080"/>
            <a:ext cx="3055320" cy="686880"/>
          </a:xfrm>
          <a:prstGeom prst="straightConnector1">
            <a:avLst/>
          </a:prstGeom>
          <a:ln>
            <a:solidFill>
              <a:srgbClr val="ffffff">
                <a:lumMod val="65000"/>
              </a:srgbClr>
            </a:solidFill>
          </a:ln>
        </p:spPr>
      </p:cxnSp>
      <p:cxnSp>
        <p:nvCxnSpPr>
          <p:cNvPr id="669" name="Straight Connector 310"/>
          <p:cNvCxnSpPr/>
          <p:nvPr/>
        </p:nvCxnSpPr>
        <p:spPr>
          <a:xfrm flipV="1">
            <a:off x="6240240" y="3016080"/>
            <a:ext cx="3055320" cy="865080"/>
          </a:xfrm>
          <a:prstGeom prst="straightConnector1">
            <a:avLst/>
          </a:prstGeom>
          <a:ln>
            <a:solidFill>
              <a:srgbClr val="ffffff">
                <a:lumMod val="65000"/>
              </a:srgbClr>
            </a:solidFill>
          </a:ln>
        </p:spPr>
      </p:cxnSp>
      <p:cxnSp>
        <p:nvCxnSpPr>
          <p:cNvPr id="670" name="Straight Connector 311"/>
          <p:cNvCxnSpPr/>
          <p:nvPr/>
        </p:nvCxnSpPr>
        <p:spPr>
          <a:xfrm flipV="1">
            <a:off x="6240240" y="3016080"/>
            <a:ext cx="3055320" cy="1042920"/>
          </a:xfrm>
          <a:prstGeom prst="straightConnector1">
            <a:avLst/>
          </a:prstGeom>
          <a:ln>
            <a:solidFill>
              <a:srgbClr val="ffffff">
                <a:lumMod val="65000"/>
              </a:srgbClr>
            </a:solidFill>
          </a:ln>
        </p:spPr>
      </p:cxnSp>
      <p:cxnSp>
        <p:nvCxnSpPr>
          <p:cNvPr id="671" name="Straight Connector 312"/>
          <p:cNvCxnSpPr/>
          <p:nvPr/>
        </p:nvCxnSpPr>
        <p:spPr>
          <a:xfrm flipV="1">
            <a:off x="6240240" y="3016080"/>
            <a:ext cx="3055320" cy="1221120"/>
          </a:xfrm>
          <a:prstGeom prst="straightConnector1">
            <a:avLst/>
          </a:prstGeom>
          <a:ln>
            <a:solidFill>
              <a:srgbClr val="ffffff">
                <a:lumMod val="65000"/>
              </a:srgbClr>
            </a:solidFill>
          </a:ln>
        </p:spPr>
      </p:cxnSp>
      <p:cxnSp>
        <p:nvCxnSpPr>
          <p:cNvPr id="672" name="Straight Connector 313"/>
          <p:cNvCxnSpPr/>
          <p:nvPr/>
        </p:nvCxnSpPr>
        <p:spPr>
          <a:xfrm flipV="1">
            <a:off x="6240240" y="3016080"/>
            <a:ext cx="3055320" cy="1399320"/>
          </a:xfrm>
          <a:prstGeom prst="straightConnector1">
            <a:avLst/>
          </a:prstGeom>
          <a:ln>
            <a:solidFill>
              <a:srgbClr val="ffffff">
                <a:lumMod val="65000"/>
              </a:srgbClr>
            </a:solidFill>
          </a:ln>
        </p:spPr>
      </p:cxnSp>
      <p:cxnSp>
        <p:nvCxnSpPr>
          <p:cNvPr id="673" name="Straight Connector 314"/>
          <p:cNvCxnSpPr/>
          <p:nvPr/>
        </p:nvCxnSpPr>
        <p:spPr>
          <a:xfrm flipV="1">
            <a:off x="6240240" y="3016080"/>
            <a:ext cx="3055320" cy="1577160"/>
          </a:xfrm>
          <a:prstGeom prst="straightConnector1">
            <a:avLst/>
          </a:prstGeom>
          <a:ln>
            <a:solidFill>
              <a:srgbClr val="ffffff">
                <a:lumMod val="65000"/>
              </a:srgbClr>
            </a:solidFill>
          </a:ln>
        </p:spPr>
      </p:cxnSp>
      <p:cxnSp>
        <p:nvCxnSpPr>
          <p:cNvPr id="674" name="Straight Connector 315"/>
          <p:cNvCxnSpPr/>
          <p:nvPr/>
        </p:nvCxnSpPr>
        <p:spPr>
          <a:xfrm flipV="1">
            <a:off x="6240240" y="3016080"/>
            <a:ext cx="3055320" cy="1755360"/>
          </a:xfrm>
          <a:prstGeom prst="straightConnector1">
            <a:avLst/>
          </a:prstGeom>
          <a:ln>
            <a:solidFill>
              <a:srgbClr val="ffffff">
                <a:lumMod val="65000"/>
              </a:srgbClr>
            </a:solidFill>
          </a:ln>
        </p:spPr>
      </p:cxnSp>
      <p:cxnSp>
        <p:nvCxnSpPr>
          <p:cNvPr id="675" name="Straight Connector 316"/>
          <p:cNvCxnSpPr/>
          <p:nvPr/>
        </p:nvCxnSpPr>
        <p:spPr>
          <a:xfrm flipV="1">
            <a:off x="6240240" y="3016080"/>
            <a:ext cx="3055320" cy="1933200"/>
          </a:xfrm>
          <a:prstGeom prst="straightConnector1">
            <a:avLst/>
          </a:prstGeom>
          <a:ln>
            <a:solidFill>
              <a:srgbClr val="ffffff">
                <a:lumMod val="65000"/>
              </a:srgbClr>
            </a:solidFill>
          </a:ln>
        </p:spPr>
      </p:cxnSp>
      <p:cxnSp>
        <p:nvCxnSpPr>
          <p:cNvPr id="676" name="Straight Connector 317"/>
          <p:cNvCxnSpPr/>
          <p:nvPr/>
        </p:nvCxnSpPr>
        <p:spPr>
          <a:xfrm flipV="1">
            <a:off x="6240240" y="3016080"/>
            <a:ext cx="3055320" cy="2111400"/>
          </a:xfrm>
          <a:prstGeom prst="straightConnector1">
            <a:avLst/>
          </a:prstGeom>
          <a:ln>
            <a:solidFill>
              <a:srgbClr val="ffffff">
                <a:lumMod val="65000"/>
              </a:srgbClr>
            </a:solidFill>
          </a:ln>
        </p:spPr>
      </p:cxnSp>
      <p:cxnSp>
        <p:nvCxnSpPr>
          <p:cNvPr id="677" name="Straight Connector 318"/>
          <p:cNvCxnSpPr/>
          <p:nvPr/>
        </p:nvCxnSpPr>
        <p:spPr>
          <a:xfrm flipV="1">
            <a:off x="6240240" y="3016080"/>
            <a:ext cx="3055320" cy="2289240"/>
          </a:xfrm>
          <a:prstGeom prst="straightConnector1">
            <a:avLst/>
          </a:prstGeom>
          <a:ln>
            <a:solidFill>
              <a:srgbClr val="ffffff">
                <a:lumMod val="65000"/>
              </a:srgbClr>
            </a:solidFill>
          </a:ln>
        </p:spPr>
      </p:cxnSp>
      <p:cxnSp>
        <p:nvCxnSpPr>
          <p:cNvPr id="678" name="Straight Connector 319"/>
          <p:cNvCxnSpPr/>
          <p:nvPr/>
        </p:nvCxnSpPr>
        <p:spPr>
          <a:xfrm flipV="1">
            <a:off x="6240240" y="3016080"/>
            <a:ext cx="3055320" cy="2467440"/>
          </a:xfrm>
          <a:prstGeom prst="straightConnector1">
            <a:avLst/>
          </a:prstGeom>
          <a:ln>
            <a:solidFill>
              <a:srgbClr val="ffffff">
                <a:lumMod val="65000"/>
              </a:srgbClr>
            </a:solidFill>
          </a:ln>
        </p:spPr>
      </p:cxnSp>
      <p:cxnSp>
        <p:nvCxnSpPr>
          <p:cNvPr id="679" name="Straight Connector 320"/>
          <p:cNvCxnSpPr/>
          <p:nvPr/>
        </p:nvCxnSpPr>
        <p:spPr>
          <a:xfrm flipV="1">
            <a:off x="6240240" y="3016080"/>
            <a:ext cx="3055320" cy="2645640"/>
          </a:xfrm>
          <a:prstGeom prst="straightConnector1">
            <a:avLst/>
          </a:prstGeom>
          <a:ln>
            <a:solidFill>
              <a:srgbClr val="ffffff">
                <a:lumMod val="65000"/>
              </a:srgbClr>
            </a:solidFill>
          </a:ln>
        </p:spPr>
      </p:cxnSp>
      <p:cxnSp>
        <p:nvCxnSpPr>
          <p:cNvPr id="680" name="Straight Connector 321"/>
          <p:cNvCxnSpPr/>
          <p:nvPr/>
        </p:nvCxnSpPr>
        <p:spPr>
          <a:xfrm flipV="1">
            <a:off x="6240240" y="3016080"/>
            <a:ext cx="3055320" cy="2823480"/>
          </a:xfrm>
          <a:prstGeom prst="straightConnector1">
            <a:avLst/>
          </a:prstGeom>
          <a:ln>
            <a:solidFill>
              <a:srgbClr val="ffffff">
                <a:lumMod val="65000"/>
              </a:srgbClr>
            </a:solidFill>
          </a:ln>
        </p:spPr>
      </p:cxnSp>
      <p:cxnSp>
        <p:nvCxnSpPr>
          <p:cNvPr id="681" name="Straight Connector 322"/>
          <p:cNvCxnSpPr/>
          <p:nvPr/>
        </p:nvCxnSpPr>
        <p:spPr>
          <a:xfrm flipV="1">
            <a:off x="6240240" y="3016080"/>
            <a:ext cx="3055320" cy="3001680"/>
          </a:xfrm>
          <a:prstGeom prst="straightConnector1">
            <a:avLst/>
          </a:prstGeom>
          <a:ln>
            <a:solidFill>
              <a:srgbClr val="ffffff">
                <a:lumMod val="65000"/>
              </a:srgbClr>
            </a:solidFill>
          </a:ln>
        </p:spPr>
      </p:cxnSp>
      <p:cxnSp>
        <p:nvCxnSpPr>
          <p:cNvPr id="682" name="Straight Connector 323"/>
          <p:cNvCxnSpPr/>
          <p:nvPr/>
        </p:nvCxnSpPr>
        <p:spPr>
          <a:xfrm>
            <a:off x="6240240" y="1922400"/>
            <a:ext cx="3055320" cy="1495440"/>
          </a:xfrm>
          <a:prstGeom prst="straightConnector1">
            <a:avLst/>
          </a:prstGeom>
          <a:ln>
            <a:solidFill>
              <a:srgbClr val="ffffff">
                <a:lumMod val="65000"/>
              </a:srgbClr>
            </a:solidFill>
          </a:ln>
        </p:spPr>
      </p:cxnSp>
      <p:cxnSp>
        <p:nvCxnSpPr>
          <p:cNvPr id="683" name="Straight Connector 324"/>
          <p:cNvCxnSpPr/>
          <p:nvPr/>
        </p:nvCxnSpPr>
        <p:spPr>
          <a:xfrm>
            <a:off x="6240240" y="2100240"/>
            <a:ext cx="3055320" cy="1317600"/>
          </a:xfrm>
          <a:prstGeom prst="straightConnector1">
            <a:avLst/>
          </a:prstGeom>
          <a:ln>
            <a:solidFill>
              <a:srgbClr val="ffffff">
                <a:lumMod val="65000"/>
              </a:srgbClr>
            </a:solidFill>
          </a:ln>
        </p:spPr>
      </p:cxnSp>
      <p:cxnSp>
        <p:nvCxnSpPr>
          <p:cNvPr id="684" name="Straight Connector 325"/>
          <p:cNvCxnSpPr/>
          <p:nvPr/>
        </p:nvCxnSpPr>
        <p:spPr>
          <a:xfrm>
            <a:off x="6240240" y="2278440"/>
            <a:ext cx="3055320" cy="1139400"/>
          </a:xfrm>
          <a:prstGeom prst="straightConnector1">
            <a:avLst/>
          </a:prstGeom>
          <a:ln>
            <a:solidFill>
              <a:srgbClr val="ffffff">
                <a:lumMod val="65000"/>
              </a:srgbClr>
            </a:solidFill>
          </a:ln>
        </p:spPr>
      </p:cxnSp>
      <p:cxnSp>
        <p:nvCxnSpPr>
          <p:cNvPr id="685" name="Straight Connector 326"/>
          <p:cNvCxnSpPr/>
          <p:nvPr/>
        </p:nvCxnSpPr>
        <p:spPr>
          <a:xfrm>
            <a:off x="6240240" y="2456280"/>
            <a:ext cx="3055320" cy="961560"/>
          </a:xfrm>
          <a:prstGeom prst="straightConnector1">
            <a:avLst/>
          </a:prstGeom>
          <a:ln>
            <a:solidFill>
              <a:srgbClr val="ffffff">
                <a:lumMod val="65000"/>
              </a:srgbClr>
            </a:solidFill>
          </a:ln>
        </p:spPr>
      </p:cxnSp>
      <p:cxnSp>
        <p:nvCxnSpPr>
          <p:cNvPr id="686" name="Straight Connector 327"/>
          <p:cNvCxnSpPr/>
          <p:nvPr/>
        </p:nvCxnSpPr>
        <p:spPr>
          <a:xfrm>
            <a:off x="6240240" y="2634480"/>
            <a:ext cx="3055320" cy="783360"/>
          </a:xfrm>
          <a:prstGeom prst="straightConnector1">
            <a:avLst/>
          </a:prstGeom>
          <a:ln>
            <a:solidFill>
              <a:srgbClr val="ffffff">
                <a:lumMod val="65000"/>
              </a:srgbClr>
            </a:solidFill>
          </a:ln>
        </p:spPr>
      </p:cxnSp>
      <p:cxnSp>
        <p:nvCxnSpPr>
          <p:cNvPr id="687" name="Straight Connector 328"/>
          <p:cNvCxnSpPr/>
          <p:nvPr/>
        </p:nvCxnSpPr>
        <p:spPr>
          <a:xfrm>
            <a:off x="6240240" y="2812320"/>
            <a:ext cx="3055320" cy="605520"/>
          </a:xfrm>
          <a:prstGeom prst="straightConnector1">
            <a:avLst/>
          </a:prstGeom>
          <a:ln>
            <a:solidFill>
              <a:srgbClr val="ffffff">
                <a:lumMod val="65000"/>
              </a:srgbClr>
            </a:solidFill>
          </a:ln>
        </p:spPr>
      </p:cxnSp>
      <p:cxnSp>
        <p:nvCxnSpPr>
          <p:cNvPr id="688" name="Straight Connector 329"/>
          <p:cNvCxnSpPr/>
          <p:nvPr/>
        </p:nvCxnSpPr>
        <p:spPr>
          <a:xfrm>
            <a:off x="6240240" y="2990520"/>
            <a:ext cx="3055320" cy="427320"/>
          </a:xfrm>
          <a:prstGeom prst="straightConnector1">
            <a:avLst/>
          </a:prstGeom>
          <a:ln>
            <a:solidFill>
              <a:srgbClr val="ffffff">
                <a:lumMod val="65000"/>
              </a:srgbClr>
            </a:solidFill>
          </a:ln>
        </p:spPr>
      </p:cxnSp>
      <p:cxnSp>
        <p:nvCxnSpPr>
          <p:cNvPr id="689" name="Straight Connector 330"/>
          <p:cNvCxnSpPr/>
          <p:nvPr/>
        </p:nvCxnSpPr>
        <p:spPr>
          <a:xfrm>
            <a:off x="6240240" y="3168720"/>
            <a:ext cx="3055320" cy="249120"/>
          </a:xfrm>
          <a:prstGeom prst="straightConnector1">
            <a:avLst/>
          </a:prstGeom>
          <a:ln>
            <a:solidFill>
              <a:srgbClr val="ffffff">
                <a:lumMod val="65000"/>
              </a:srgbClr>
            </a:solidFill>
          </a:ln>
        </p:spPr>
      </p:cxnSp>
      <p:cxnSp>
        <p:nvCxnSpPr>
          <p:cNvPr id="690" name="Straight Connector 331"/>
          <p:cNvCxnSpPr/>
          <p:nvPr/>
        </p:nvCxnSpPr>
        <p:spPr>
          <a:xfrm>
            <a:off x="6240240" y="3346560"/>
            <a:ext cx="3055320" cy="71280"/>
          </a:xfrm>
          <a:prstGeom prst="straightConnector1">
            <a:avLst/>
          </a:prstGeom>
          <a:ln>
            <a:solidFill>
              <a:srgbClr val="ffffff">
                <a:lumMod val="65000"/>
              </a:srgbClr>
            </a:solidFill>
          </a:ln>
        </p:spPr>
      </p:cxnSp>
      <p:cxnSp>
        <p:nvCxnSpPr>
          <p:cNvPr id="691" name="Straight Connector 332"/>
          <p:cNvCxnSpPr/>
          <p:nvPr/>
        </p:nvCxnSpPr>
        <p:spPr>
          <a:xfrm flipV="1">
            <a:off x="6240240" y="3417480"/>
            <a:ext cx="3055320" cy="107640"/>
          </a:xfrm>
          <a:prstGeom prst="straightConnector1">
            <a:avLst/>
          </a:prstGeom>
          <a:ln>
            <a:solidFill>
              <a:srgbClr val="ffffff">
                <a:lumMod val="65000"/>
              </a:srgbClr>
            </a:solidFill>
          </a:ln>
        </p:spPr>
      </p:cxnSp>
      <p:cxnSp>
        <p:nvCxnSpPr>
          <p:cNvPr id="692" name="Straight Connector 333"/>
          <p:cNvCxnSpPr/>
          <p:nvPr/>
        </p:nvCxnSpPr>
        <p:spPr>
          <a:xfrm flipV="1">
            <a:off x="6240240" y="3417480"/>
            <a:ext cx="3055320" cy="285480"/>
          </a:xfrm>
          <a:prstGeom prst="straightConnector1">
            <a:avLst/>
          </a:prstGeom>
          <a:ln>
            <a:solidFill>
              <a:srgbClr val="ffffff">
                <a:lumMod val="65000"/>
              </a:srgbClr>
            </a:solidFill>
          </a:ln>
        </p:spPr>
      </p:cxnSp>
      <p:cxnSp>
        <p:nvCxnSpPr>
          <p:cNvPr id="693" name="Straight Connector 334"/>
          <p:cNvCxnSpPr/>
          <p:nvPr/>
        </p:nvCxnSpPr>
        <p:spPr>
          <a:xfrm flipV="1">
            <a:off x="6240240" y="3417480"/>
            <a:ext cx="3055320" cy="463680"/>
          </a:xfrm>
          <a:prstGeom prst="straightConnector1">
            <a:avLst/>
          </a:prstGeom>
          <a:ln>
            <a:solidFill>
              <a:srgbClr val="ffffff">
                <a:lumMod val="65000"/>
              </a:srgbClr>
            </a:solidFill>
          </a:ln>
        </p:spPr>
      </p:cxnSp>
      <p:cxnSp>
        <p:nvCxnSpPr>
          <p:cNvPr id="694" name="Straight Connector 335"/>
          <p:cNvCxnSpPr/>
          <p:nvPr/>
        </p:nvCxnSpPr>
        <p:spPr>
          <a:xfrm flipV="1">
            <a:off x="6240240" y="3417480"/>
            <a:ext cx="3055320" cy="641520"/>
          </a:xfrm>
          <a:prstGeom prst="straightConnector1">
            <a:avLst/>
          </a:prstGeom>
          <a:ln>
            <a:solidFill>
              <a:srgbClr val="ffffff">
                <a:lumMod val="65000"/>
              </a:srgbClr>
            </a:solidFill>
          </a:ln>
        </p:spPr>
      </p:cxnSp>
      <p:cxnSp>
        <p:nvCxnSpPr>
          <p:cNvPr id="695" name="Straight Connector 336"/>
          <p:cNvCxnSpPr/>
          <p:nvPr/>
        </p:nvCxnSpPr>
        <p:spPr>
          <a:xfrm flipV="1">
            <a:off x="6240240" y="3417480"/>
            <a:ext cx="3055320" cy="819720"/>
          </a:xfrm>
          <a:prstGeom prst="straightConnector1">
            <a:avLst/>
          </a:prstGeom>
          <a:ln>
            <a:solidFill>
              <a:srgbClr val="ffffff">
                <a:lumMod val="65000"/>
              </a:srgbClr>
            </a:solidFill>
          </a:ln>
        </p:spPr>
      </p:cxnSp>
      <p:cxnSp>
        <p:nvCxnSpPr>
          <p:cNvPr id="696" name="Straight Connector 337"/>
          <p:cNvCxnSpPr/>
          <p:nvPr/>
        </p:nvCxnSpPr>
        <p:spPr>
          <a:xfrm flipV="1">
            <a:off x="6240240" y="3417480"/>
            <a:ext cx="3055320" cy="997920"/>
          </a:xfrm>
          <a:prstGeom prst="straightConnector1">
            <a:avLst/>
          </a:prstGeom>
          <a:ln>
            <a:solidFill>
              <a:srgbClr val="ffffff">
                <a:lumMod val="65000"/>
              </a:srgbClr>
            </a:solidFill>
          </a:ln>
        </p:spPr>
      </p:cxnSp>
      <p:cxnSp>
        <p:nvCxnSpPr>
          <p:cNvPr id="697" name="Straight Connector 338"/>
          <p:cNvCxnSpPr/>
          <p:nvPr/>
        </p:nvCxnSpPr>
        <p:spPr>
          <a:xfrm flipV="1">
            <a:off x="6240240" y="3417480"/>
            <a:ext cx="3055320" cy="1175760"/>
          </a:xfrm>
          <a:prstGeom prst="straightConnector1">
            <a:avLst/>
          </a:prstGeom>
          <a:ln>
            <a:solidFill>
              <a:srgbClr val="ffffff">
                <a:lumMod val="65000"/>
              </a:srgbClr>
            </a:solidFill>
          </a:ln>
        </p:spPr>
      </p:cxnSp>
      <p:cxnSp>
        <p:nvCxnSpPr>
          <p:cNvPr id="698" name="Straight Connector 339"/>
          <p:cNvCxnSpPr/>
          <p:nvPr/>
        </p:nvCxnSpPr>
        <p:spPr>
          <a:xfrm flipV="1">
            <a:off x="6240240" y="3417480"/>
            <a:ext cx="3055320" cy="1353960"/>
          </a:xfrm>
          <a:prstGeom prst="straightConnector1">
            <a:avLst/>
          </a:prstGeom>
          <a:ln>
            <a:solidFill>
              <a:srgbClr val="ffffff">
                <a:lumMod val="65000"/>
              </a:srgbClr>
            </a:solidFill>
          </a:ln>
        </p:spPr>
      </p:cxnSp>
      <p:cxnSp>
        <p:nvCxnSpPr>
          <p:cNvPr id="699" name="Straight Connector 340"/>
          <p:cNvCxnSpPr/>
          <p:nvPr/>
        </p:nvCxnSpPr>
        <p:spPr>
          <a:xfrm flipV="1">
            <a:off x="6240240" y="3417480"/>
            <a:ext cx="3055320" cy="1531800"/>
          </a:xfrm>
          <a:prstGeom prst="straightConnector1">
            <a:avLst/>
          </a:prstGeom>
          <a:ln>
            <a:solidFill>
              <a:srgbClr val="ffffff">
                <a:lumMod val="65000"/>
              </a:srgbClr>
            </a:solidFill>
          </a:ln>
        </p:spPr>
      </p:cxnSp>
      <p:cxnSp>
        <p:nvCxnSpPr>
          <p:cNvPr id="700" name="Straight Connector 341"/>
          <p:cNvCxnSpPr/>
          <p:nvPr/>
        </p:nvCxnSpPr>
        <p:spPr>
          <a:xfrm flipV="1">
            <a:off x="6240240" y="3417480"/>
            <a:ext cx="3055320" cy="1710000"/>
          </a:xfrm>
          <a:prstGeom prst="straightConnector1">
            <a:avLst/>
          </a:prstGeom>
          <a:ln>
            <a:solidFill>
              <a:srgbClr val="ffffff">
                <a:lumMod val="65000"/>
              </a:srgbClr>
            </a:solidFill>
          </a:ln>
        </p:spPr>
      </p:cxnSp>
      <p:cxnSp>
        <p:nvCxnSpPr>
          <p:cNvPr id="701" name="Straight Connector 342"/>
          <p:cNvCxnSpPr/>
          <p:nvPr/>
        </p:nvCxnSpPr>
        <p:spPr>
          <a:xfrm flipV="1">
            <a:off x="6240240" y="3417480"/>
            <a:ext cx="3055320" cy="1887840"/>
          </a:xfrm>
          <a:prstGeom prst="straightConnector1">
            <a:avLst/>
          </a:prstGeom>
          <a:ln>
            <a:solidFill>
              <a:srgbClr val="ffffff">
                <a:lumMod val="65000"/>
              </a:srgbClr>
            </a:solidFill>
          </a:ln>
        </p:spPr>
      </p:cxnSp>
      <p:cxnSp>
        <p:nvCxnSpPr>
          <p:cNvPr id="702" name="Straight Connector 343"/>
          <p:cNvCxnSpPr/>
          <p:nvPr/>
        </p:nvCxnSpPr>
        <p:spPr>
          <a:xfrm flipV="1">
            <a:off x="6240240" y="3417480"/>
            <a:ext cx="3055320" cy="2066040"/>
          </a:xfrm>
          <a:prstGeom prst="straightConnector1">
            <a:avLst/>
          </a:prstGeom>
          <a:ln>
            <a:solidFill>
              <a:srgbClr val="ffffff">
                <a:lumMod val="65000"/>
              </a:srgbClr>
            </a:solidFill>
          </a:ln>
        </p:spPr>
      </p:cxnSp>
      <p:cxnSp>
        <p:nvCxnSpPr>
          <p:cNvPr id="703" name="Straight Connector 344"/>
          <p:cNvCxnSpPr/>
          <p:nvPr/>
        </p:nvCxnSpPr>
        <p:spPr>
          <a:xfrm flipV="1">
            <a:off x="6240240" y="3417480"/>
            <a:ext cx="3055320" cy="2244240"/>
          </a:xfrm>
          <a:prstGeom prst="straightConnector1">
            <a:avLst/>
          </a:prstGeom>
          <a:ln>
            <a:solidFill>
              <a:srgbClr val="ffffff">
                <a:lumMod val="65000"/>
              </a:srgbClr>
            </a:solidFill>
          </a:ln>
        </p:spPr>
      </p:cxnSp>
      <p:cxnSp>
        <p:nvCxnSpPr>
          <p:cNvPr id="704" name="Straight Connector 345"/>
          <p:cNvCxnSpPr/>
          <p:nvPr/>
        </p:nvCxnSpPr>
        <p:spPr>
          <a:xfrm flipV="1">
            <a:off x="6240240" y="3417480"/>
            <a:ext cx="3055320" cy="2422080"/>
          </a:xfrm>
          <a:prstGeom prst="straightConnector1">
            <a:avLst/>
          </a:prstGeom>
          <a:ln>
            <a:solidFill>
              <a:srgbClr val="ffffff">
                <a:lumMod val="65000"/>
              </a:srgbClr>
            </a:solidFill>
          </a:ln>
        </p:spPr>
      </p:cxnSp>
      <p:cxnSp>
        <p:nvCxnSpPr>
          <p:cNvPr id="705" name="Straight Connector 346"/>
          <p:cNvCxnSpPr/>
          <p:nvPr/>
        </p:nvCxnSpPr>
        <p:spPr>
          <a:xfrm flipV="1">
            <a:off x="6240240" y="3417480"/>
            <a:ext cx="3055320" cy="2600280"/>
          </a:xfrm>
          <a:prstGeom prst="straightConnector1">
            <a:avLst/>
          </a:prstGeom>
          <a:ln>
            <a:solidFill>
              <a:srgbClr val="ffffff">
                <a:lumMod val="65000"/>
              </a:srgbClr>
            </a:solidFill>
          </a:ln>
        </p:spPr>
      </p:cxnSp>
      <p:cxnSp>
        <p:nvCxnSpPr>
          <p:cNvPr id="706" name="Straight Connector 347"/>
          <p:cNvCxnSpPr/>
          <p:nvPr/>
        </p:nvCxnSpPr>
        <p:spPr>
          <a:xfrm>
            <a:off x="6240240" y="1922400"/>
            <a:ext cx="3055320" cy="1896840"/>
          </a:xfrm>
          <a:prstGeom prst="straightConnector1">
            <a:avLst/>
          </a:prstGeom>
          <a:ln>
            <a:solidFill>
              <a:srgbClr val="ffffff">
                <a:lumMod val="65000"/>
              </a:srgbClr>
            </a:solidFill>
          </a:ln>
        </p:spPr>
      </p:cxnSp>
      <p:cxnSp>
        <p:nvCxnSpPr>
          <p:cNvPr id="707" name="Straight Connector 348"/>
          <p:cNvCxnSpPr/>
          <p:nvPr/>
        </p:nvCxnSpPr>
        <p:spPr>
          <a:xfrm>
            <a:off x="6240240" y="2100240"/>
            <a:ext cx="3055320" cy="1719000"/>
          </a:xfrm>
          <a:prstGeom prst="straightConnector1">
            <a:avLst/>
          </a:prstGeom>
          <a:ln>
            <a:solidFill>
              <a:srgbClr val="ffffff">
                <a:lumMod val="65000"/>
              </a:srgbClr>
            </a:solidFill>
          </a:ln>
        </p:spPr>
      </p:cxnSp>
      <p:cxnSp>
        <p:nvCxnSpPr>
          <p:cNvPr id="708" name="Straight Connector 349"/>
          <p:cNvCxnSpPr/>
          <p:nvPr/>
        </p:nvCxnSpPr>
        <p:spPr>
          <a:xfrm>
            <a:off x="6240240" y="2278440"/>
            <a:ext cx="3055320" cy="1540800"/>
          </a:xfrm>
          <a:prstGeom prst="straightConnector1">
            <a:avLst/>
          </a:prstGeom>
          <a:ln>
            <a:solidFill>
              <a:srgbClr val="ffffff">
                <a:lumMod val="65000"/>
              </a:srgbClr>
            </a:solidFill>
          </a:ln>
        </p:spPr>
      </p:cxnSp>
      <p:cxnSp>
        <p:nvCxnSpPr>
          <p:cNvPr id="709" name="Straight Connector 350"/>
          <p:cNvCxnSpPr/>
          <p:nvPr/>
        </p:nvCxnSpPr>
        <p:spPr>
          <a:xfrm>
            <a:off x="6240240" y="2456280"/>
            <a:ext cx="3055320" cy="1362960"/>
          </a:xfrm>
          <a:prstGeom prst="straightConnector1">
            <a:avLst/>
          </a:prstGeom>
          <a:ln>
            <a:solidFill>
              <a:srgbClr val="ffffff">
                <a:lumMod val="65000"/>
              </a:srgbClr>
            </a:solidFill>
          </a:ln>
        </p:spPr>
      </p:cxnSp>
      <p:cxnSp>
        <p:nvCxnSpPr>
          <p:cNvPr id="710" name="Straight Connector 351"/>
          <p:cNvCxnSpPr/>
          <p:nvPr/>
        </p:nvCxnSpPr>
        <p:spPr>
          <a:xfrm>
            <a:off x="6240240" y="2634480"/>
            <a:ext cx="3055320" cy="1184760"/>
          </a:xfrm>
          <a:prstGeom prst="straightConnector1">
            <a:avLst/>
          </a:prstGeom>
          <a:ln>
            <a:solidFill>
              <a:srgbClr val="ffffff">
                <a:lumMod val="65000"/>
              </a:srgbClr>
            </a:solidFill>
          </a:ln>
        </p:spPr>
      </p:cxnSp>
      <p:cxnSp>
        <p:nvCxnSpPr>
          <p:cNvPr id="711" name="Straight Connector 352"/>
          <p:cNvCxnSpPr/>
          <p:nvPr/>
        </p:nvCxnSpPr>
        <p:spPr>
          <a:xfrm>
            <a:off x="6240240" y="2812320"/>
            <a:ext cx="3055320" cy="1006920"/>
          </a:xfrm>
          <a:prstGeom prst="straightConnector1">
            <a:avLst/>
          </a:prstGeom>
          <a:ln>
            <a:solidFill>
              <a:srgbClr val="ffffff">
                <a:lumMod val="65000"/>
              </a:srgbClr>
            </a:solidFill>
          </a:ln>
        </p:spPr>
      </p:cxnSp>
      <p:cxnSp>
        <p:nvCxnSpPr>
          <p:cNvPr id="712" name="Straight Connector 353"/>
          <p:cNvCxnSpPr/>
          <p:nvPr/>
        </p:nvCxnSpPr>
        <p:spPr>
          <a:xfrm>
            <a:off x="6240240" y="2990520"/>
            <a:ext cx="3055320" cy="828720"/>
          </a:xfrm>
          <a:prstGeom prst="straightConnector1">
            <a:avLst/>
          </a:prstGeom>
          <a:ln>
            <a:solidFill>
              <a:srgbClr val="ffffff">
                <a:lumMod val="65000"/>
              </a:srgbClr>
            </a:solidFill>
          </a:ln>
        </p:spPr>
      </p:cxnSp>
      <p:cxnSp>
        <p:nvCxnSpPr>
          <p:cNvPr id="713" name="Straight Connector 354"/>
          <p:cNvCxnSpPr/>
          <p:nvPr/>
        </p:nvCxnSpPr>
        <p:spPr>
          <a:xfrm>
            <a:off x="6240240" y="3168720"/>
            <a:ext cx="3055320" cy="650520"/>
          </a:xfrm>
          <a:prstGeom prst="straightConnector1">
            <a:avLst/>
          </a:prstGeom>
          <a:ln>
            <a:solidFill>
              <a:srgbClr val="ffffff">
                <a:lumMod val="65000"/>
              </a:srgbClr>
            </a:solidFill>
          </a:ln>
        </p:spPr>
      </p:cxnSp>
      <p:cxnSp>
        <p:nvCxnSpPr>
          <p:cNvPr id="714" name="Straight Connector 355"/>
          <p:cNvCxnSpPr/>
          <p:nvPr/>
        </p:nvCxnSpPr>
        <p:spPr>
          <a:xfrm>
            <a:off x="6240240" y="3346560"/>
            <a:ext cx="3055320" cy="472680"/>
          </a:xfrm>
          <a:prstGeom prst="straightConnector1">
            <a:avLst/>
          </a:prstGeom>
          <a:ln>
            <a:solidFill>
              <a:srgbClr val="ffffff">
                <a:lumMod val="65000"/>
              </a:srgbClr>
            </a:solidFill>
          </a:ln>
        </p:spPr>
      </p:cxnSp>
      <p:cxnSp>
        <p:nvCxnSpPr>
          <p:cNvPr id="715" name="Straight Connector 356"/>
          <p:cNvCxnSpPr/>
          <p:nvPr/>
        </p:nvCxnSpPr>
        <p:spPr>
          <a:xfrm>
            <a:off x="6240240" y="3524760"/>
            <a:ext cx="3055320" cy="294480"/>
          </a:xfrm>
          <a:prstGeom prst="straightConnector1">
            <a:avLst/>
          </a:prstGeom>
          <a:ln>
            <a:solidFill>
              <a:srgbClr val="ffffff">
                <a:lumMod val="65000"/>
              </a:srgbClr>
            </a:solidFill>
          </a:ln>
        </p:spPr>
      </p:cxnSp>
      <p:cxnSp>
        <p:nvCxnSpPr>
          <p:cNvPr id="716" name="Straight Connector 357"/>
          <p:cNvCxnSpPr/>
          <p:nvPr/>
        </p:nvCxnSpPr>
        <p:spPr>
          <a:xfrm>
            <a:off x="6240240" y="3702600"/>
            <a:ext cx="3055320" cy="116640"/>
          </a:xfrm>
          <a:prstGeom prst="straightConnector1">
            <a:avLst/>
          </a:prstGeom>
          <a:ln>
            <a:solidFill>
              <a:srgbClr val="ffffff">
                <a:lumMod val="65000"/>
              </a:srgbClr>
            </a:solidFill>
          </a:ln>
        </p:spPr>
      </p:cxnSp>
      <p:cxnSp>
        <p:nvCxnSpPr>
          <p:cNvPr id="717" name="Straight Connector 358"/>
          <p:cNvCxnSpPr/>
          <p:nvPr/>
        </p:nvCxnSpPr>
        <p:spPr>
          <a:xfrm flipV="1">
            <a:off x="6240240" y="3818880"/>
            <a:ext cx="3055320" cy="62280"/>
          </a:xfrm>
          <a:prstGeom prst="straightConnector1">
            <a:avLst/>
          </a:prstGeom>
          <a:ln>
            <a:solidFill>
              <a:srgbClr val="ffffff">
                <a:lumMod val="65000"/>
              </a:srgbClr>
            </a:solidFill>
          </a:ln>
        </p:spPr>
      </p:cxnSp>
      <p:cxnSp>
        <p:nvCxnSpPr>
          <p:cNvPr id="718" name="Straight Connector 359"/>
          <p:cNvCxnSpPr/>
          <p:nvPr/>
        </p:nvCxnSpPr>
        <p:spPr>
          <a:xfrm flipV="1">
            <a:off x="6240240" y="3818880"/>
            <a:ext cx="3055320" cy="240120"/>
          </a:xfrm>
          <a:prstGeom prst="straightConnector1">
            <a:avLst/>
          </a:prstGeom>
          <a:ln>
            <a:solidFill>
              <a:srgbClr val="ffffff">
                <a:lumMod val="65000"/>
              </a:srgbClr>
            </a:solidFill>
          </a:ln>
        </p:spPr>
      </p:cxnSp>
      <p:cxnSp>
        <p:nvCxnSpPr>
          <p:cNvPr id="719" name="Straight Connector 360"/>
          <p:cNvCxnSpPr/>
          <p:nvPr/>
        </p:nvCxnSpPr>
        <p:spPr>
          <a:xfrm flipV="1">
            <a:off x="6240240" y="3818880"/>
            <a:ext cx="3055320" cy="418320"/>
          </a:xfrm>
          <a:prstGeom prst="straightConnector1">
            <a:avLst/>
          </a:prstGeom>
          <a:ln>
            <a:solidFill>
              <a:srgbClr val="ffffff">
                <a:lumMod val="65000"/>
              </a:srgbClr>
            </a:solidFill>
          </a:ln>
        </p:spPr>
      </p:cxnSp>
      <p:cxnSp>
        <p:nvCxnSpPr>
          <p:cNvPr id="720" name="Straight Connector 361"/>
          <p:cNvCxnSpPr/>
          <p:nvPr/>
        </p:nvCxnSpPr>
        <p:spPr>
          <a:xfrm flipV="1">
            <a:off x="6240240" y="3818880"/>
            <a:ext cx="3055320" cy="596520"/>
          </a:xfrm>
          <a:prstGeom prst="straightConnector1">
            <a:avLst/>
          </a:prstGeom>
          <a:ln>
            <a:solidFill>
              <a:srgbClr val="ffffff">
                <a:lumMod val="65000"/>
              </a:srgbClr>
            </a:solidFill>
          </a:ln>
        </p:spPr>
      </p:cxnSp>
      <p:cxnSp>
        <p:nvCxnSpPr>
          <p:cNvPr id="721" name="Straight Connector 362"/>
          <p:cNvCxnSpPr/>
          <p:nvPr/>
        </p:nvCxnSpPr>
        <p:spPr>
          <a:xfrm flipV="1">
            <a:off x="6240240" y="3818880"/>
            <a:ext cx="3055320" cy="774360"/>
          </a:xfrm>
          <a:prstGeom prst="straightConnector1">
            <a:avLst/>
          </a:prstGeom>
          <a:ln>
            <a:solidFill>
              <a:srgbClr val="ffffff">
                <a:lumMod val="65000"/>
              </a:srgbClr>
            </a:solidFill>
          </a:ln>
        </p:spPr>
      </p:cxnSp>
      <p:cxnSp>
        <p:nvCxnSpPr>
          <p:cNvPr id="722" name="Straight Connector 363"/>
          <p:cNvCxnSpPr/>
          <p:nvPr/>
        </p:nvCxnSpPr>
        <p:spPr>
          <a:xfrm flipV="1">
            <a:off x="6240240" y="3818880"/>
            <a:ext cx="3055320" cy="952560"/>
          </a:xfrm>
          <a:prstGeom prst="straightConnector1">
            <a:avLst/>
          </a:prstGeom>
          <a:ln>
            <a:solidFill>
              <a:srgbClr val="ffffff">
                <a:lumMod val="65000"/>
              </a:srgbClr>
            </a:solidFill>
          </a:ln>
        </p:spPr>
      </p:cxnSp>
      <p:cxnSp>
        <p:nvCxnSpPr>
          <p:cNvPr id="723" name="Straight Connector 364"/>
          <p:cNvCxnSpPr/>
          <p:nvPr/>
        </p:nvCxnSpPr>
        <p:spPr>
          <a:xfrm flipV="1">
            <a:off x="6240240" y="3818880"/>
            <a:ext cx="3055320" cy="1130400"/>
          </a:xfrm>
          <a:prstGeom prst="straightConnector1">
            <a:avLst/>
          </a:prstGeom>
          <a:ln>
            <a:solidFill>
              <a:srgbClr val="ffffff">
                <a:lumMod val="65000"/>
              </a:srgbClr>
            </a:solidFill>
          </a:ln>
        </p:spPr>
      </p:cxnSp>
      <p:cxnSp>
        <p:nvCxnSpPr>
          <p:cNvPr id="724" name="Straight Connector 365"/>
          <p:cNvCxnSpPr/>
          <p:nvPr/>
        </p:nvCxnSpPr>
        <p:spPr>
          <a:xfrm flipV="1">
            <a:off x="6240240" y="3818880"/>
            <a:ext cx="3055320" cy="1308600"/>
          </a:xfrm>
          <a:prstGeom prst="straightConnector1">
            <a:avLst/>
          </a:prstGeom>
          <a:ln>
            <a:solidFill>
              <a:srgbClr val="ffffff">
                <a:lumMod val="65000"/>
              </a:srgbClr>
            </a:solidFill>
          </a:ln>
        </p:spPr>
      </p:cxnSp>
      <p:cxnSp>
        <p:nvCxnSpPr>
          <p:cNvPr id="725" name="Straight Connector 366"/>
          <p:cNvCxnSpPr/>
          <p:nvPr/>
        </p:nvCxnSpPr>
        <p:spPr>
          <a:xfrm flipV="1">
            <a:off x="6240240" y="3818880"/>
            <a:ext cx="3055320" cy="1486440"/>
          </a:xfrm>
          <a:prstGeom prst="straightConnector1">
            <a:avLst/>
          </a:prstGeom>
          <a:ln>
            <a:solidFill>
              <a:srgbClr val="ffffff">
                <a:lumMod val="65000"/>
              </a:srgbClr>
            </a:solidFill>
          </a:ln>
        </p:spPr>
      </p:cxnSp>
      <p:cxnSp>
        <p:nvCxnSpPr>
          <p:cNvPr id="726" name="Straight Connector 367"/>
          <p:cNvCxnSpPr/>
          <p:nvPr/>
        </p:nvCxnSpPr>
        <p:spPr>
          <a:xfrm flipV="1">
            <a:off x="6240240" y="3818880"/>
            <a:ext cx="3055320" cy="1664640"/>
          </a:xfrm>
          <a:prstGeom prst="straightConnector1">
            <a:avLst/>
          </a:prstGeom>
          <a:ln>
            <a:solidFill>
              <a:srgbClr val="ffffff">
                <a:lumMod val="65000"/>
              </a:srgbClr>
            </a:solidFill>
          </a:ln>
        </p:spPr>
      </p:cxnSp>
      <p:cxnSp>
        <p:nvCxnSpPr>
          <p:cNvPr id="727" name="Straight Connector 368"/>
          <p:cNvCxnSpPr/>
          <p:nvPr/>
        </p:nvCxnSpPr>
        <p:spPr>
          <a:xfrm flipV="1">
            <a:off x="6240240" y="3818880"/>
            <a:ext cx="3055320" cy="1842840"/>
          </a:xfrm>
          <a:prstGeom prst="straightConnector1">
            <a:avLst/>
          </a:prstGeom>
          <a:ln>
            <a:solidFill>
              <a:srgbClr val="ffffff">
                <a:lumMod val="65000"/>
              </a:srgbClr>
            </a:solidFill>
          </a:ln>
        </p:spPr>
      </p:cxnSp>
      <p:cxnSp>
        <p:nvCxnSpPr>
          <p:cNvPr id="728" name="Straight Connector 369"/>
          <p:cNvCxnSpPr/>
          <p:nvPr/>
        </p:nvCxnSpPr>
        <p:spPr>
          <a:xfrm flipV="1">
            <a:off x="6240240" y="3818880"/>
            <a:ext cx="3055320" cy="2020680"/>
          </a:xfrm>
          <a:prstGeom prst="straightConnector1">
            <a:avLst/>
          </a:prstGeom>
          <a:ln>
            <a:solidFill>
              <a:srgbClr val="ffffff">
                <a:lumMod val="65000"/>
              </a:srgbClr>
            </a:solidFill>
          </a:ln>
        </p:spPr>
      </p:cxnSp>
      <p:cxnSp>
        <p:nvCxnSpPr>
          <p:cNvPr id="729" name="Straight Connector 370"/>
          <p:cNvCxnSpPr/>
          <p:nvPr/>
        </p:nvCxnSpPr>
        <p:spPr>
          <a:xfrm flipV="1">
            <a:off x="6240240" y="3818880"/>
            <a:ext cx="3055320" cy="2198880"/>
          </a:xfrm>
          <a:prstGeom prst="straightConnector1">
            <a:avLst/>
          </a:prstGeom>
          <a:ln>
            <a:solidFill>
              <a:srgbClr val="ffffff">
                <a:lumMod val="65000"/>
              </a:srgbClr>
            </a:solidFill>
          </a:ln>
        </p:spPr>
      </p:cxnSp>
      <p:cxnSp>
        <p:nvCxnSpPr>
          <p:cNvPr id="730" name="Straight Connector 371"/>
          <p:cNvCxnSpPr/>
          <p:nvPr/>
        </p:nvCxnSpPr>
        <p:spPr>
          <a:xfrm>
            <a:off x="6240240" y="1922400"/>
            <a:ext cx="3055320" cy="2298240"/>
          </a:xfrm>
          <a:prstGeom prst="straightConnector1">
            <a:avLst/>
          </a:prstGeom>
          <a:ln>
            <a:solidFill>
              <a:srgbClr val="ffffff">
                <a:lumMod val="65000"/>
              </a:srgbClr>
            </a:solidFill>
          </a:ln>
        </p:spPr>
      </p:cxnSp>
      <p:cxnSp>
        <p:nvCxnSpPr>
          <p:cNvPr id="731" name="Straight Connector 372"/>
          <p:cNvCxnSpPr/>
          <p:nvPr/>
        </p:nvCxnSpPr>
        <p:spPr>
          <a:xfrm>
            <a:off x="6240240" y="2100240"/>
            <a:ext cx="3055320" cy="2120400"/>
          </a:xfrm>
          <a:prstGeom prst="straightConnector1">
            <a:avLst/>
          </a:prstGeom>
          <a:ln>
            <a:solidFill>
              <a:srgbClr val="ffffff">
                <a:lumMod val="65000"/>
              </a:srgbClr>
            </a:solidFill>
          </a:ln>
        </p:spPr>
      </p:cxnSp>
      <p:cxnSp>
        <p:nvCxnSpPr>
          <p:cNvPr id="732" name="Straight Connector 373"/>
          <p:cNvCxnSpPr/>
          <p:nvPr/>
        </p:nvCxnSpPr>
        <p:spPr>
          <a:xfrm>
            <a:off x="6240240" y="2278440"/>
            <a:ext cx="3055320" cy="1942200"/>
          </a:xfrm>
          <a:prstGeom prst="straightConnector1">
            <a:avLst/>
          </a:prstGeom>
          <a:ln>
            <a:solidFill>
              <a:srgbClr val="ffffff">
                <a:lumMod val="65000"/>
              </a:srgbClr>
            </a:solidFill>
          </a:ln>
        </p:spPr>
      </p:cxnSp>
      <p:cxnSp>
        <p:nvCxnSpPr>
          <p:cNvPr id="733" name="Straight Connector 374"/>
          <p:cNvCxnSpPr/>
          <p:nvPr/>
        </p:nvCxnSpPr>
        <p:spPr>
          <a:xfrm>
            <a:off x="6240240" y="2456280"/>
            <a:ext cx="3055320" cy="1764360"/>
          </a:xfrm>
          <a:prstGeom prst="straightConnector1">
            <a:avLst/>
          </a:prstGeom>
          <a:ln>
            <a:solidFill>
              <a:srgbClr val="ffffff">
                <a:lumMod val="65000"/>
              </a:srgbClr>
            </a:solidFill>
          </a:ln>
        </p:spPr>
      </p:cxnSp>
      <p:cxnSp>
        <p:nvCxnSpPr>
          <p:cNvPr id="734" name="Straight Connector 375"/>
          <p:cNvCxnSpPr/>
          <p:nvPr/>
        </p:nvCxnSpPr>
        <p:spPr>
          <a:xfrm>
            <a:off x="6240240" y="2634480"/>
            <a:ext cx="3055320" cy="1586160"/>
          </a:xfrm>
          <a:prstGeom prst="straightConnector1">
            <a:avLst/>
          </a:prstGeom>
          <a:ln>
            <a:solidFill>
              <a:srgbClr val="ffffff">
                <a:lumMod val="65000"/>
              </a:srgbClr>
            </a:solidFill>
          </a:ln>
        </p:spPr>
      </p:cxnSp>
      <p:cxnSp>
        <p:nvCxnSpPr>
          <p:cNvPr id="735" name="Straight Connector 376"/>
          <p:cNvCxnSpPr/>
          <p:nvPr/>
        </p:nvCxnSpPr>
        <p:spPr>
          <a:xfrm>
            <a:off x="6240240" y="2812320"/>
            <a:ext cx="3055320" cy="1408320"/>
          </a:xfrm>
          <a:prstGeom prst="straightConnector1">
            <a:avLst/>
          </a:prstGeom>
          <a:ln>
            <a:solidFill>
              <a:srgbClr val="ffffff">
                <a:lumMod val="65000"/>
              </a:srgbClr>
            </a:solidFill>
          </a:ln>
        </p:spPr>
      </p:cxnSp>
      <p:cxnSp>
        <p:nvCxnSpPr>
          <p:cNvPr id="736" name="Straight Connector 377"/>
          <p:cNvCxnSpPr/>
          <p:nvPr/>
        </p:nvCxnSpPr>
        <p:spPr>
          <a:xfrm>
            <a:off x="6240240" y="2990520"/>
            <a:ext cx="3055320" cy="1230120"/>
          </a:xfrm>
          <a:prstGeom prst="straightConnector1">
            <a:avLst/>
          </a:prstGeom>
          <a:ln>
            <a:solidFill>
              <a:srgbClr val="ffffff">
                <a:lumMod val="65000"/>
              </a:srgbClr>
            </a:solidFill>
          </a:ln>
        </p:spPr>
      </p:cxnSp>
      <p:cxnSp>
        <p:nvCxnSpPr>
          <p:cNvPr id="737" name="Straight Connector 378"/>
          <p:cNvCxnSpPr/>
          <p:nvPr/>
        </p:nvCxnSpPr>
        <p:spPr>
          <a:xfrm>
            <a:off x="6240240" y="3168720"/>
            <a:ext cx="3055320" cy="1051920"/>
          </a:xfrm>
          <a:prstGeom prst="straightConnector1">
            <a:avLst/>
          </a:prstGeom>
          <a:ln>
            <a:solidFill>
              <a:srgbClr val="ffffff">
                <a:lumMod val="65000"/>
              </a:srgbClr>
            </a:solidFill>
          </a:ln>
        </p:spPr>
      </p:cxnSp>
      <p:cxnSp>
        <p:nvCxnSpPr>
          <p:cNvPr id="738" name="Straight Connector 379"/>
          <p:cNvCxnSpPr/>
          <p:nvPr/>
        </p:nvCxnSpPr>
        <p:spPr>
          <a:xfrm>
            <a:off x="6240240" y="3346560"/>
            <a:ext cx="3055320" cy="874080"/>
          </a:xfrm>
          <a:prstGeom prst="straightConnector1">
            <a:avLst/>
          </a:prstGeom>
          <a:ln>
            <a:solidFill>
              <a:srgbClr val="ffffff">
                <a:lumMod val="65000"/>
              </a:srgbClr>
            </a:solidFill>
          </a:ln>
        </p:spPr>
      </p:cxnSp>
      <p:cxnSp>
        <p:nvCxnSpPr>
          <p:cNvPr id="739" name="Straight Connector 380"/>
          <p:cNvCxnSpPr/>
          <p:nvPr/>
        </p:nvCxnSpPr>
        <p:spPr>
          <a:xfrm>
            <a:off x="6240240" y="3524760"/>
            <a:ext cx="3055320" cy="695880"/>
          </a:xfrm>
          <a:prstGeom prst="straightConnector1">
            <a:avLst/>
          </a:prstGeom>
          <a:ln>
            <a:solidFill>
              <a:srgbClr val="ffffff">
                <a:lumMod val="65000"/>
              </a:srgbClr>
            </a:solidFill>
          </a:ln>
        </p:spPr>
      </p:cxnSp>
      <p:cxnSp>
        <p:nvCxnSpPr>
          <p:cNvPr id="740" name="Straight Connector 381"/>
          <p:cNvCxnSpPr/>
          <p:nvPr/>
        </p:nvCxnSpPr>
        <p:spPr>
          <a:xfrm>
            <a:off x="6240240" y="3702600"/>
            <a:ext cx="3055320" cy="518040"/>
          </a:xfrm>
          <a:prstGeom prst="straightConnector1">
            <a:avLst/>
          </a:prstGeom>
          <a:ln>
            <a:solidFill>
              <a:srgbClr val="ffffff">
                <a:lumMod val="65000"/>
              </a:srgbClr>
            </a:solidFill>
          </a:ln>
        </p:spPr>
      </p:cxnSp>
      <p:cxnSp>
        <p:nvCxnSpPr>
          <p:cNvPr id="741" name="Straight Connector 382"/>
          <p:cNvCxnSpPr/>
          <p:nvPr/>
        </p:nvCxnSpPr>
        <p:spPr>
          <a:xfrm>
            <a:off x="6240240" y="3880800"/>
            <a:ext cx="3055320" cy="339840"/>
          </a:xfrm>
          <a:prstGeom prst="straightConnector1">
            <a:avLst/>
          </a:prstGeom>
          <a:ln>
            <a:solidFill>
              <a:srgbClr val="ffffff">
                <a:lumMod val="65000"/>
              </a:srgbClr>
            </a:solidFill>
          </a:ln>
        </p:spPr>
      </p:cxnSp>
      <p:cxnSp>
        <p:nvCxnSpPr>
          <p:cNvPr id="742" name="Straight Connector 383"/>
          <p:cNvCxnSpPr/>
          <p:nvPr/>
        </p:nvCxnSpPr>
        <p:spPr>
          <a:xfrm>
            <a:off x="6240240" y="4058640"/>
            <a:ext cx="3055320" cy="162000"/>
          </a:xfrm>
          <a:prstGeom prst="straightConnector1">
            <a:avLst/>
          </a:prstGeom>
          <a:ln>
            <a:solidFill>
              <a:srgbClr val="ffffff">
                <a:lumMod val="65000"/>
              </a:srgbClr>
            </a:solidFill>
          </a:ln>
        </p:spPr>
      </p:cxnSp>
      <p:cxnSp>
        <p:nvCxnSpPr>
          <p:cNvPr id="743" name="Straight Connector 384"/>
          <p:cNvCxnSpPr/>
          <p:nvPr/>
        </p:nvCxnSpPr>
        <p:spPr>
          <a:xfrm flipV="1">
            <a:off x="6240240" y="4220280"/>
            <a:ext cx="3055320" cy="16920"/>
          </a:xfrm>
          <a:prstGeom prst="straightConnector1">
            <a:avLst/>
          </a:prstGeom>
          <a:ln>
            <a:solidFill>
              <a:srgbClr val="ffffff">
                <a:lumMod val="65000"/>
              </a:srgbClr>
            </a:solidFill>
          </a:ln>
        </p:spPr>
      </p:cxnSp>
      <p:cxnSp>
        <p:nvCxnSpPr>
          <p:cNvPr id="744" name="Straight Connector 385"/>
          <p:cNvCxnSpPr/>
          <p:nvPr/>
        </p:nvCxnSpPr>
        <p:spPr>
          <a:xfrm flipV="1">
            <a:off x="6240240" y="4220280"/>
            <a:ext cx="3055320" cy="195120"/>
          </a:xfrm>
          <a:prstGeom prst="straightConnector1">
            <a:avLst/>
          </a:prstGeom>
          <a:ln>
            <a:solidFill>
              <a:srgbClr val="ffffff">
                <a:lumMod val="65000"/>
              </a:srgbClr>
            </a:solidFill>
          </a:ln>
        </p:spPr>
      </p:cxnSp>
      <p:cxnSp>
        <p:nvCxnSpPr>
          <p:cNvPr id="745" name="Straight Connector 386"/>
          <p:cNvCxnSpPr/>
          <p:nvPr/>
        </p:nvCxnSpPr>
        <p:spPr>
          <a:xfrm flipV="1">
            <a:off x="6240240" y="4220280"/>
            <a:ext cx="3055320" cy="372960"/>
          </a:xfrm>
          <a:prstGeom prst="straightConnector1">
            <a:avLst/>
          </a:prstGeom>
          <a:ln>
            <a:solidFill>
              <a:srgbClr val="ffffff">
                <a:lumMod val="65000"/>
              </a:srgbClr>
            </a:solidFill>
          </a:ln>
        </p:spPr>
      </p:cxnSp>
      <p:cxnSp>
        <p:nvCxnSpPr>
          <p:cNvPr id="746" name="Straight Connector 387"/>
          <p:cNvCxnSpPr/>
          <p:nvPr/>
        </p:nvCxnSpPr>
        <p:spPr>
          <a:xfrm flipV="1">
            <a:off x="6240240" y="4220280"/>
            <a:ext cx="3055320" cy="551160"/>
          </a:xfrm>
          <a:prstGeom prst="straightConnector1">
            <a:avLst/>
          </a:prstGeom>
          <a:ln>
            <a:solidFill>
              <a:srgbClr val="ffffff">
                <a:lumMod val="65000"/>
              </a:srgbClr>
            </a:solidFill>
          </a:ln>
        </p:spPr>
      </p:cxnSp>
      <p:cxnSp>
        <p:nvCxnSpPr>
          <p:cNvPr id="747" name="Straight Connector 388"/>
          <p:cNvCxnSpPr/>
          <p:nvPr/>
        </p:nvCxnSpPr>
        <p:spPr>
          <a:xfrm flipV="1">
            <a:off x="6240240" y="4220280"/>
            <a:ext cx="3055320" cy="729000"/>
          </a:xfrm>
          <a:prstGeom prst="straightConnector1">
            <a:avLst/>
          </a:prstGeom>
          <a:ln>
            <a:solidFill>
              <a:srgbClr val="ffffff">
                <a:lumMod val="65000"/>
              </a:srgbClr>
            </a:solidFill>
          </a:ln>
        </p:spPr>
      </p:cxnSp>
      <p:cxnSp>
        <p:nvCxnSpPr>
          <p:cNvPr id="748" name="Straight Connector 389"/>
          <p:cNvCxnSpPr/>
          <p:nvPr/>
        </p:nvCxnSpPr>
        <p:spPr>
          <a:xfrm flipV="1">
            <a:off x="6240240" y="4220280"/>
            <a:ext cx="3055320" cy="907200"/>
          </a:xfrm>
          <a:prstGeom prst="straightConnector1">
            <a:avLst/>
          </a:prstGeom>
          <a:ln>
            <a:solidFill>
              <a:srgbClr val="ffffff">
                <a:lumMod val="65000"/>
              </a:srgbClr>
            </a:solidFill>
          </a:ln>
        </p:spPr>
      </p:cxnSp>
      <p:cxnSp>
        <p:nvCxnSpPr>
          <p:cNvPr id="749" name="Straight Connector 390"/>
          <p:cNvCxnSpPr/>
          <p:nvPr/>
        </p:nvCxnSpPr>
        <p:spPr>
          <a:xfrm flipV="1">
            <a:off x="6240240" y="4220280"/>
            <a:ext cx="3055320" cy="1085040"/>
          </a:xfrm>
          <a:prstGeom prst="straightConnector1">
            <a:avLst/>
          </a:prstGeom>
          <a:ln>
            <a:solidFill>
              <a:srgbClr val="ffffff">
                <a:lumMod val="65000"/>
              </a:srgbClr>
            </a:solidFill>
          </a:ln>
        </p:spPr>
      </p:cxnSp>
      <p:cxnSp>
        <p:nvCxnSpPr>
          <p:cNvPr id="750" name="Straight Connector 391"/>
          <p:cNvCxnSpPr/>
          <p:nvPr/>
        </p:nvCxnSpPr>
        <p:spPr>
          <a:xfrm flipV="1">
            <a:off x="6240240" y="4220280"/>
            <a:ext cx="3055320" cy="1263240"/>
          </a:xfrm>
          <a:prstGeom prst="straightConnector1">
            <a:avLst/>
          </a:prstGeom>
          <a:ln>
            <a:solidFill>
              <a:srgbClr val="ffffff">
                <a:lumMod val="65000"/>
              </a:srgbClr>
            </a:solidFill>
          </a:ln>
        </p:spPr>
      </p:cxnSp>
      <p:cxnSp>
        <p:nvCxnSpPr>
          <p:cNvPr id="751" name="Straight Connector 392"/>
          <p:cNvCxnSpPr/>
          <p:nvPr/>
        </p:nvCxnSpPr>
        <p:spPr>
          <a:xfrm flipV="1">
            <a:off x="6240240" y="4220280"/>
            <a:ext cx="3055320" cy="1441440"/>
          </a:xfrm>
          <a:prstGeom prst="straightConnector1">
            <a:avLst/>
          </a:prstGeom>
          <a:ln>
            <a:solidFill>
              <a:srgbClr val="ffffff">
                <a:lumMod val="65000"/>
              </a:srgbClr>
            </a:solidFill>
          </a:ln>
        </p:spPr>
      </p:cxnSp>
      <p:cxnSp>
        <p:nvCxnSpPr>
          <p:cNvPr id="752" name="Straight Connector 393"/>
          <p:cNvCxnSpPr/>
          <p:nvPr/>
        </p:nvCxnSpPr>
        <p:spPr>
          <a:xfrm flipV="1">
            <a:off x="6240240" y="4220280"/>
            <a:ext cx="3055320" cy="1619280"/>
          </a:xfrm>
          <a:prstGeom prst="straightConnector1">
            <a:avLst/>
          </a:prstGeom>
          <a:ln>
            <a:solidFill>
              <a:srgbClr val="ffffff">
                <a:lumMod val="65000"/>
              </a:srgbClr>
            </a:solidFill>
          </a:ln>
        </p:spPr>
      </p:cxnSp>
      <p:cxnSp>
        <p:nvCxnSpPr>
          <p:cNvPr id="753" name="Straight Connector 394"/>
          <p:cNvCxnSpPr/>
          <p:nvPr/>
        </p:nvCxnSpPr>
        <p:spPr>
          <a:xfrm flipV="1">
            <a:off x="6240240" y="4220280"/>
            <a:ext cx="3055320" cy="1797480"/>
          </a:xfrm>
          <a:prstGeom prst="straightConnector1">
            <a:avLst/>
          </a:prstGeom>
          <a:ln>
            <a:solidFill>
              <a:srgbClr val="ffffff">
                <a:lumMod val="65000"/>
              </a:srgbClr>
            </a:solidFill>
          </a:ln>
        </p:spPr>
      </p:cxnSp>
      <p:cxnSp>
        <p:nvCxnSpPr>
          <p:cNvPr id="754" name="Straight Connector 395"/>
          <p:cNvCxnSpPr/>
          <p:nvPr/>
        </p:nvCxnSpPr>
        <p:spPr>
          <a:xfrm>
            <a:off x="6240240" y="1922400"/>
            <a:ext cx="3055320" cy="2699640"/>
          </a:xfrm>
          <a:prstGeom prst="straightConnector1">
            <a:avLst/>
          </a:prstGeom>
          <a:ln>
            <a:solidFill>
              <a:srgbClr val="ffffff">
                <a:lumMod val="65000"/>
              </a:srgbClr>
            </a:solidFill>
          </a:ln>
        </p:spPr>
      </p:cxnSp>
      <p:cxnSp>
        <p:nvCxnSpPr>
          <p:cNvPr id="755" name="Straight Connector 396"/>
          <p:cNvCxnSpPr/>
          <p:nvPr/>
        </p:nvCxnSpPr>
        <p:spPr>
          <a:xfrm>
            <a:off x="6240240" y="2100240"/>
            <a:ext cx="3055320" cy="2521800"/>
          </a:xfrm>
          <a:prstGeom prst="straightConnector1">
            <a:avLst/>
          </a:prstGeom>
          <a:ln>
            <a:solidFill>
              <a:srgbClr val="ffffff">
                <a:lumMod val="65000"/>
              </a:srgbClr>
            </a:solidFill>
          </a:ln>
        </p:spPr>
      </p:cxnSp>
      <p:cxnSp>
        <p:nvCxnSpPr>
          <p:cNvPr id="756" name="Straight Connector 397"/>
          <p:cNvCxnSpPr/>
          <p:nvPr/>
        </p:nvCxnSpPr>
        <p:spPr>
          <a:xfrm>
            <a:off x="6240240" y="2278440"/>
            <a:ext cx="3055320" cy="2343600"/>
          </a:xfrm>
          <a:prstGeom prst="straightConnector1">
            <a:avLst/>
          </a:prstGeom>
          <a:ln>
            <a:solidFill>
              <a:srgbClr val="ffffff">
                <a:lumMod val="65000"/>
              </a:srgbClr>
            </a:solidFill>
          </a:ln>
        </p:spPr>
      </p:cxnSp>
      <p:cxnSp>
        <p:nvCxnSpPr>
          <p:cNvPr id="757" name="Straight Connector 398"/>
          <p:cNvCxnSpPr/>
          <p:nvPr/>
        </p:nvCxnSpPr>
        <p:spPr>
          <a:xfrm>
            <a:off x="6240240" y="2456280"/>
            <a:ext cx="3055320" cy="2165760"/>
          </a:xfrm>
          <a:prstGeom prst="straightConnector1">
            <a:avLst/>
          </a:prstGeom>
          <a:ln>
            <a:solidFill>
              <a:srgbClr val="ffffff">
                <a:lumMod val="65000"/>
              </a:srgbClr>
            </a:solidFill>
          </a:ln>
        </p:spPr>
      </p:cxnSp>
      <p:cxnSp>
        <p:nvCxnSpPr>
          <p:cNvPr id="758" name="Straight Connector 399"/>
          <p:cNvCxnSpPr/>
          <p:nvPr/>
        </p:nvCxnSpPr>
        <p:spPr>
          <a:xfrm>
            <a:off x="6240240" y="2634480"/>
            <a:ext cx="3055320" cy="1987560"/>
          </a:xfrm>
          <a:prstGeom prst="straightConnector1">
            <a:avLst/>
          </a:prstGeom>
          <a:ln>
            <a:solidFill>
              <a:srgbClr val="ffffff">
                <a:lumMod val="65000"/>
              </a:srgbClr>
            </a:solidFill>
          </a:ln>
        </p:spPr>
      </p:cxnSp>
      <p:cxnSp>
        <p:nvCxnSpPr>
          <p:cNvPr id="759" name="Straight Connector 400"/>
          <p:cNvCxnSpPr/>
          <p:nvPr/>
        </p:nvCxnSpPr>
        <p:spPr>
          <a:xfrm>
            <a:off x="6240240" y="2812320"/>
            <a:ext cx="3055320" cy="1809720"/>
          </a:xfrm>
          <a:prstGeom prst="straightConnector1">
            <a:avLst/>
          </a:prstGeom>
          <a:ln>
            <a:solidFill>
              <a:srgbClr val="ffffff">
                <a:lumMod val="65000"/>
              </a:srgbClr>
            </a:solidFill>
          </a:ln>
        </p:spPr>
      </p:cxnSp>
      <p:cxnSp>
        <p:nvCxnSpPr>
          <p:cNvPr id="760" name="Straight Connector 401"/>
          <p:cNvCxnSpPr/>
          <p:nvPr/>
        </p:nvCxnSpPr>
        <p:spPr>
          <a:xfrm>
            <a:off x="6240240" y="2990520"/>
            <a:ext cx="3055320" cy="1631520"/>
          </a:xfrm>
          <a:prstGeom prst="straightConnector1">
            <a:avLst/>
          </a:prstGeom>
          <a:ln>
            <a:solidFill>
              <a:srgbClr val="ffffff">
                <a:lumMod val="65000"/>
              </a:srgbClr>
            </a:solidFill>
          </a:ln>
        </p:spPr>
      </p:cxnSp>
      <p:cxnSp>
        <p:nvCxnSpPr>
          <p:cNvPr id="761" name="Straight Connector 402"/>
          <p:cNvCxnSpPr/>
          <p:nvPr/>
        </p:nvCxnSpPr>
        <p:spPr>
          <a:xfrm>
            <a:off x="6240240" y="3168720"/>
            <a:ext cx="3055320" cy="1453320"/>
          </a:xfrm>
          <a:prstGeom prst="straightConnector1">
            <a:avLst/>
          </a:prstGeom>
          <a:ln>
            <a:solidFill>
              <a:srgbClr val="ffffff">
                <a:lumMod val="65000"/>
              </a:srgbClr>
            </a:solidFill>
          </a:ln>
        </p:spPr>
      </p:cxnSp>
      <p:cxnSp>
        <p:nvCxnSpPr>
          <p:cNvPr id="762" name="Straight Connector 403"/>
          <p:cNvCxnSpPr/>
          <p:nvPr/>
        </p:nvCxnSpPr>
        <p:spPr>
          <a:xfrm>
            <a:off x="6240240" y="3346560"/>
            <a:ext cx="3055320" cy="1275480"/>
          </a:xfrm>
          <a:prstGeom prst="straightConnector1">
            <a:avLst/>
          </a:prstGeom>
          <a:ln>
            <a:solidFill>
              <a:srgbClr val="ffffff">
                <a:lumMod val="65000"/>
              </a:srgbClr>
            </a:solidFill>
          </a:ln>
        </p:spPr>
      </p:cxnSp>
      <p:cxnSp>
        <p:nvCxnSpPr>
          <p:cNvPr id="763" name="Straight Connector 404"/>
          <p:cNvCxnSpPr/>
          <p:nvPr/>
        </p:nvCxnSpPr>
        <p:spPr>
          <a:xfrm>
            <a:off x="6240240" y="3524760"/>
            <a:ext cx="3055320" cy="1097280"/>
          </a:xfrm>
          <a:prstGeom prst="straightConnector1">
            <a:avLst/>
          </a:prstGeom>
          <a:ln>
            <a:solidFill>
              <a:srgbClr val="ffffff">
                <a:lumMod val="65000"/>
              </a:srgbClr>
            </a:solidFill>
          </a:ln>
        </p:spPr>
      </p:cxnSp>
      <p:cxnSp>
        <p:nvCxnSpPr>
          <p:cNvPr id="764" name="Straight Connector 405"/>
          <p:cNvCxnSpPr/>
          <p:nvPr/>
        </p:nvCxnSpPr>
        <p:spPr>
          <a:xfrm>
            <a:off x="6240240" y="3702600"/>
            <a:ext cx="3055320" cy="919440"/>
          </a:xfrm>
          <a:prstGeom prst="straightConnector1">
            <a:avLst/>
          </a:prstGeom>
          <a:ln>
            <a:solidFill>
              <a:srgbClr val="ffffff">
                <a:lumMod val="65000"/>
              </a:srgbClr>
            </a:solidFill>
          </a:ln>
        </p:spPr>
      </p:cxnSp>
      <p:cxnSp>
        <p:nvCxnSpPr>
          <p:cNvPr id="765" name="Straight Connector 406"/>
          <p:cNvCxnSpPr/>
          <p:nvPr/>
        </p:nvCxnSpPr>
        <p:spPr>
          <a:xfrm>
            <a:off x="6240240" y="3880800"/>
            <a:ext cx="3055320" cy="741240"/>
          </a:xfrm>
          <a:prstGeom prst="straightConnector1">
            <a:avLst/>
          </a:prstGeom>
          <a:ln>
            <a:solidFill>
              <a:srgbClr val="ffffff">
                <a:lumMod val="65000"/>
              </a:srgbClr>
            </a:solidFill>
          </a:ln>
        </p:spPr>
      </p:cxnSp>
      <p:cxnSp>
        <p:nvCxnSpPr>
          <p:cNvPr id="766" name="Straight Connector 407"/>
          <p:cNvCxnSpPr/>
          <p:nvPr/>
        </p:nvCxnSpPr>
        <p:spPr>
          <a:xfrm>
            <a:off x="6240240" y="4058640"/>
            <a:ext cx="3055320" cy="563400"/>
          </a:xfrm>
          <a:prstGeom prst="straightConnector1">
            <a:avLst/>
          </a:prstGeom>
          <a:ln>
            <a:solidFill>
              <a:srgbClr val="ffffff">
                <a:lumMod val="65000"/>
              </a:srgbClr>
            </a:solidFill>
          </a:ln>
        </p:spPr>
      </p:cxnSp>
      <p:cxnSp>
        <p:nvCxnSpPr>
          <p:cNvPr id="767" name="Straight Connector 408"/>
          <p:cNvCxnSpPr/>
          <p:nvPr/>
        </p:nvCxnSpPr>
        <p:spPr>
          <a:xfrm>
            <a:off x="6240240" y="4236840"/>
            <a:ext cx="3055320" cy="385200"/>
          </a:xfrm>
          <a:prstGeom prst="straightConnector1">
            <a:avLst/>
          </a:prstGeom>
          <a:ln>
            <a:solidFill>
              <a:srgbClr val="ffffff">
                <a:lumMod val="65000"/>
              </a:srgbClr>
            </a:solidFill>
          </a:ln>
        </p:spPr>
      </p:cxnSp>
      <p:cxnSp>
        <p:nvCxnSpPr>
          <p:cNvPr id="768" name="Straight Connector 409"/>
          <p:cNvCxnSpPr/>
          <p:nvPr/>
        </p:nvCxnSpPr>
        <p:spPr>
          <a:xfrm>
            <a:off x="6240240" y="4415040"/>
            <a:ext cx="3055320" cy="207000"/>
          </a:xfrm>
          <a:prstGeom prst="straightConnector1">
            <a:avLst/>
          </a:prstGeom>
          <a:ln>
            <a:solidFill>
              <a:srgbClr val="ffffff">
                <a:lumMod val="65000"/>
              </a:srgbClr>
            </a:solidFill>
          </a:ln>
        </p:spPr>
      </p:cxnSp>
      <p:cxnSp>
        <p:nvCxnSpPr>
          <p:cNvPr id="769" name="Straight Connector 410"/>
          <p:cNvCxnSpPr/>
          <p:nvPr/>
        </p:nvCxnSpPr>
        <p:spPr>
          <a:xfrm>
            <a:off x="6240240" y="4592880"/>
            <a:ext cx="3055320" cy="29160"/>
          </a:xfrm>
          <a:prstGeom prst="straightConnector1">
            <a:avLst/>
          </a:prstGeom>
          <a:ln>
            <a:solidFill>
              <a:srgbClr val="ffffff">
                <a:lumMod val="65000"/>
              </a:srgbClr>
            </a:solidFill>
          </a:ln>
        </p:spPr>
      </p:cxnSp>
      <p:cxnSp>
        <p:nvCxnSpPr>
          <p:cNvPr id="770" name="Straight Connector 411"/>
          <p:cNvCxnSpPr/>
          <p:nvPr/>
        </p:nvCxnSpPr>
        <p:spPr>
          <a:xfrm flipV="1">
            <a:off x="6240240" y="4621680"/>
            <a:ext cx="3055320" cy="149760"/>
          </a:xfrm>
          <a:prstGeom prst="straightConnector1">
            <a:avLst/>
          </a:prstGeom>
          <a:ln>
            <a:solidFill>
              <a:srgbClr val="ffffff">
                <a:lumMod val="65000"/>
              </a:srgbClr>
            </a:solidFill>
          </a:ln>
        </p:spPr>
      </p:cxnSp>
      <p:cxnSp>
        <p:nvCxnSpPr>
          <p:cNvPr id="771" name="Straight Connector 412"/>
          <p:cNvCxnSpPr/>
          <p:nvPr/>
        </p:nvCxnSpPr>
        <p:spPr>
          <a:xfrm flipV="1">
            <a:off x="6240240" y="4621680"/>
            <a:ext cx="3055320" cy="327600"/>
          </a:xfrm>
          <a:prstGeom prst="straightConnector1">
            <a:avLst/>
          </a:prstGeom>
          <a:ln>
            <a:solidFill>
              <a:srgbClr val="ffffff">
                <a:lumMod val="65000"/>
              </a:srgbClr>
            </a:solidFill>
          </a:ln>
        </p:spPr>
      </p:cxnSp>
      <p:cxnSp>
        <p:nvCxnSpPr>
          <p:cNvPr id="772" name="Straight Connector 413"/>
          <p:cNvCxnSpPr/>
          <p:nvPr/>
        </p:nvCxnSpPr>
        <p:spPr>
          <a:xfrm flipV="1">
            <a:off x="6240240" y="4621680"/>
            <a:ext cx="3055320" cy="505800"/>
          </a:xfrm>
          <a:prstGeom prst="straightConnector1">
            <a:avLst/>
          </a:prstGeom>
          <a:ln>
            <a:solidFill>
              <a:srgbClr val="ffffff">
                <a:lumMod val="65000"/>
              </a:srgbClr>
            </a:solidFill>
          </a:ln>
        </p:spPr>
      </p:cxnSp>
      <p:cxnSp>
        <p:nvCxnSpPr>
          <p:cNvPr id="773" name="Straight Connector 414"/>
          <p:cNvCxnSpPr/>
          <p:nvPr/>
        </p:nvCxnSpPr>
        <p:spPr>
          <a:xfrm flipV="1">
            <a:off x="6240240" y="4621680"/>
            <a:ext cx="3055320" cy="683640"/>
          </a:xfrm>
          <a:prstGeom prst="straightConnector1">
            <a:avLst/>
          </a:prstGeom>
          <a:ln>
            <a:solidFill>
              <a:srgbClr val="ffffff">
                <a:lumMod val="65000"/>
              </a:srgbClr>
            </a:solidFill>
          </a:ln>
        </p:spPr>
      </p:cxnSp>
      <p:cxnSp>
        <p:nvCxnSpPr>
          <p:cNvPr id="774" name="Straight Connector 415"/>
          <p:cNvCxnSpPr/>
          <p:nvPr/>
        </p:nvCxnSpPr>
        <p:spPr>
          <a:xfrm flipV="1">
            <a:off x="6240240" y="4621680"/>
            <a:ext cx="3055320" cy="861840"/>
          </a:xfrm>
          <a:prstGeom prst="straightConnector1">
            <a:avLst/>
          </a:prstGeom>
          <a:ln>
            <a:solidFill>
              <a:srgbClr val="ffffff">
                <a:lumMod val="65000"/>
              </a:srgbClr>
            </a:solidFill>
          </a:ln>
        </p:spPr>
      </p:cxnSp>
      <p:cxnSp>
        <p:nvCxnSpPr>
          <p:cNvPr id="775" name="Straight Connector 416"/>
          <p:cNvCxnSpPr/>
          <p:nvPr/>
        </p:nvCxnSpPr>
        <p:spPr>
          <a:xfrm flipV="1">
            <a:off x="6240240" y="4621680"/>
            <a:ext cx="3055320" cy="1040040"/>
          </a:xfrm>
          <a:prstGeom prst="straightConnector1">
            <a:avLst/>
          </a:prstGeom>
          <a:ln>
            <a:solidFill>
              <a:srgbClr val="ffffff">
                <a:lumMod val="65000"/>
              </a:srgbClr>
            </a:solidFill>
          </a:ln>
        </p:spPr>
      </p:cxnSp>
      <p:cxnSp>
        <p:nvCxnSpPr>
          <p:cNvPr id="776" name="Straight Connector 417"/>
          <p:cNvCxnSpPr/>
          <p:nvPr/>
        </p:nvCxnSpPr>
        <p:spPr>
          <a:xfrm flipV="1">
            <a:off x="6240240" y="4621680"/>
            <a:ext cx="3055320" cy="1217880"/>
          </a:xfrm>
          <a:prstGeom prst="straightConnector1">
            <a:avLst/>
          </a:prstGeom>
          <a:ln>
            <a:solidFill>
              <a:srgbClr val="ffffff">
                <a:lumMod val="65000"/>
              </a:srgbClr>
            </a:solidFill>
          </a:ln>
        </p:spPr>
      </p:cxnSp>
      <p:cxnSp>
        <p:nvCxnSpPr>
          <p:cNvPr id="777" name="Straight Connector 418"/>
          <p:cNvCxnSpPr/>
          <p:nvPr/>
        </p:nvCxnSpPr>
        <p:spPr>
          <a:xfrm flipV="1">
            <a:off x="6240240" y="4621680"/>
            <a:ext cx="3055320" cy="1396080"/>
          </a:xfrm>
          <a:prstGeom prst="straightConnector1">
            <a:avLst/>
          </a:prstGeom>
          <a:ln>
            <a:solidFill>
              <a:srgbClr val="ffffff">
                <a:lumMod val="65000"/>
              </a:srgbClr>
            </a:solidFill>
          </a:ln>
        </p:spPr>
      </p:cxnSp>
      <p:cxnSp>
        <p:nvCxnSpPr>
          <p:cNvPr id="778" name="Straight Connector 419"/>
          <p:cNvCxnSpPr/>
          <p:nvPr/>
        </p:nvCxnSpPr>
        <p:spPr>
          <a:xfrm>
            <a:off x="6240240" y="1922400"/>
            <a:ext cx="3055320" cy="3100680"/>
          </a:xfrm>
          <a:prstGeom prst="straightConnector1">
            <a:avLst/>
          </a:prstGeom>
          <a:ln>
            <a:solidFill>
              <a:srgbClr val="ffffff">
                <a:lumMod val="65000"/>
              </a:srgbClr>
            </a:solidFill>
          </a:ln>
        </p:spPr>
      </p:cxnSp>
      <p:cxnSp>
        <p:nvCxnSpPr>
          <p:cNvPr id="779" name="Straight Connector 420"/>
          <p:cNvCxnSpPr/>
          <p:nvPr/>
        </p:nvCxnSpPr>
        <p:spPr>
          <a:xfrm>
            <a:off x="6240240" y="2100240"/>
            <a:ext cx="3055320" cy="2922840"/>
          </a:xfrm>
          <a:prstGeom prst="straightConnector1">
            <a:avLst/>
          </a:prstGeom>
          <a:ln>
            <a:solidFill>
              <a:srgbClr val="ffffff">
                <a:lumMod val="65000"/>
              </a:srgbClr>
            </a:solidFill>
          </a:ln>
        </p:spPr>
      </p:cxnSp>
      <p:cxnSp>
        <p:nvCxnSpPr>
          <p:cNvPr id="780" name="Straight Connector 421"/>
          <p:cNvCxnSpPr/>
          <p:nvPr/>
        </p:nvCxnSpPr>
        <p:spPr>
          <a:xfrm>
            <a:off x="6240240" y="2278440"/>
            <a:ext cx="3055320" cy="2744640"/>
          </a:xfrm>
          <a:prstGeom prst="straightConnector1">
            <a:avLst/>
          </a:prstGeom>
          <a:ln>
            <a:solidFill>
              <a:srgbClr val="ffffff">
                <a:lumMod val="65000"/>
              </a:srgbClr>
            </a:solidFill>
          </a:ln>
        </p:spPr>
      </p:cxnSp>
      <p:cxnSp>
        <p:nvCxnSpPr>
          <p:cNvPr id="781" name="Straight Connector 422"/>
          <p:cNvCxnSpPr/>
          <p:nvPr/>
        </p:nvCxnSpPr>
        <p:spPr>
          <a:xfrm>
            <a:off x="6240240" y="2456280"/>
            <a:ext cx="3055320" cy="2566800"/>
          </a:xfrm>
          <a:prstGeom prst="straightConnector1">
            <a:avLst/>
          </a:prstGeom>
          <a:ln>
            <a:solidFill>
              <a:srgbClr val="ffffff">
                <a:lumMod val="65000"/>
              </a:srgbClr>
            </a:solidFill>
          </a:ln>
        </p:spPr>
      </p:cxnSp>
      <p:cxnSp>
        <p:nvCxnSpPr>
          <p:cNvPr id="782" name="Straight Connector 423"/>
          <p:cNvCxnSpPr/>
          <p:nvPr/>
        </p:nvCxnSpPr>
        <p:spPr>
          <a:xfrm>
            <a:off x="6240240" y="2634480"/>
            <a:ext cx="3055320" cy="2388600"/>
          </a:xfrm>
          <a:prstGeom prst="straightConnector1">
            <a:avLst/>
          </a:prstGeom>
          <a:ln>
            <a:solidFill>
              <a:srgbClr val="ffffff">
                <a:lumMod val="65000"/>
              </a:srgbClr>
            </a:solidFill>
          </a:ln>
        </p:spPr>
      </p:cxnSp>
      <p:cxnSp>
        <p:nvCxnSpPr>
          <p:cNvPr id="783" name="Straight Connector 424"/>
          <p:cNvCxnSpPr/>
          <p:nvPr/>
        </p:nvCxnSpPr>
        <p:spPr>
          <a:xfrm>
            <a:off x="6240240" y="2812320"/>
            <a:ext cx="3055320" cy="2210760"/>
          </a:xfrm>
          <a:prstGeom prst="straightConnector1">
            <a:avLst/>
          </a:prstGeom>
          <a:ln>
            <a:solidFill>
              <a:srgbClr val="ffffff">
                <a:lumMod val="65000"/>
              </a:srgbClr>
            </a:solidFill>
          </a:ln>
        </p:spPr>
      </p:cxnSp>
      <p:cxnSp>
        <p:nvCxnSpPr>
          <p:cNvPr id="784" name="Straight Connector 425"/>
          <p:cNvCxnSpPr/>
          <p:nvPr/>
        </p:nvCxnSpPr>
        <p:spPr>
          <a:xfrm>
            <a:off x="6240240" y="2990520"/>
            <a:ext cx="3055320" cy="2032560"/>
          </a:xfrm>
          <a:prstGeom prst="straightConnector1">
            <a:avLst/>
          </a:prstGeom>
          <a:ln>
            <a:solidFill>
              <a:srgbClr val="ffffff">
                <a:lumMod val="65000"/>
              </a:srgbClr>
            </a:solidFill>
          </a:ln>
        </p:spPr>
      </p:cxnSp>
      <p:cxnSp>
        <p:nvCxnSpPr>
          <p:cNvPr id="785" name="Straight Connector 426"/>
          <p:cNvCxnSpPr/>
          <p:nvPr/>
        </p:nvCxnSpPr>
        <p:spPr>
          <a:xfrm>
            <a:off x="6240240" y="3168720"/>
            <a:ext cx="3055320" cy="1854360"/>
          </a:xfrm>
          <a:prstGeom prst="straightConnector1">
            <a:avLst/>
          </a:prstGeom>
          <a:ln>
            <a:solidFill>
              <a:srgbClr val="ffffff">
                <a:lumMod val="65000"/>
              </a:srgbClr>
            </a:solidFill>
          </a:ln>
        </p:spPr>
      </p:cxnSp>
      <p:cxnSp>
        <p:nvCxnSpPr>
          <p:cNvPr id="786" name="Straight Connector 427"/>
          <p:cNvCxnSpPr/>
          <p:nvPr/>
        </p:nvCxnSpPr>
        <p:spPr>
          <a:xfrm>
            <a:off x="6240240" y="3346560"/>
            <a:ext cx="3055320" cy="1676520"/>
          </a:xfrm>
          <a:prstGeom prst="straightConnector1">
            <a:avLst/>
          </a:prstGeom>
          <a:ln>
            <a:solidFill>
              <a:srgbClr val="ffffff">
                <a:lumMod val="65000"/>
              </a:srgbClr>
            </a:solidFill>
          </a:ln>
        </p:spPr>
      </p:cxnSp>
      <p:cxnSp>
        <p:nvCxnSpPr>
          <p:cNvPr id="787" name="Straight Connector 428"/>
          <p:cNvCxnSpPr/>
          <p:nvPr/>
        </p:nvCxnSpPr>
        <p:spPr>
          <a:xfrm>
            <a:off x="6240240" y="3524760"/>
            <a:ext cx="3055320" cy="1498320"/>
          </a:xfrm>
          <a:prstGeom prst="straightConnector1">
            <a:avLst/>
          </a:prstGeom>
          <a:ln>
            <a:solidFill>
              <a:srgbClr val="ffffff">
                <a:lumMod val="65000"/>
              </a:srgbClr>
            </a:solidFill>
          </a:ln>
        </p:spPr>
      </p:cxnSp>
      <p:cxnSp>
        <p:nvCxnSpPr>
          <p:cNvPr id="788" name="Straight Connector 429"/>
          <p:cNvCxnSpPr/>
          <p:nvPr/>
        </p:nvCxnSpPr>
        <p:spPr>
          <a:xfrm>
            <a:off x="6240240" y="3702600"/>
            <a:ext cx="3055320" cy="1320480"/>
          </a:xfrm>
          <a:prstGeom prst="straightConnector1">
            <a:avLst/>
          </a:prstGeom>
          <a:ln>
            <a:solidFill>
              <a:srgbClr val="ffffff">
                <a:lumMod val="65000"/>
              </a:srgbClr>
            </a:solidFill>
          </a:ln>
        </p:spPr>
      </p:cxnSp>
      <p:cxnSp>
        <p:nvCxnSpPr>
          <p:cNvPr id="789" name="Straight Connector 430"/>
          <p:cNvCxnSpPr/>
          <p:nvPr/>
        </p:nvCxnSpPr>
        <p:spPr>
          <a:xfrm>
            <a:off x="6240240" y="3880800"/>
            <a:ext cx="3055320" cy="1142280"/>
          </a:xfrm>
          <a:prstGeom prst="straightConnector1">
            <a:avLst/>
          </a:prstGeom>
          <a:ln>
            <a:solidFill>
              <a:srgbClr val="ffffff">
                <a:lumMod val="65000"/>
              </a:srgbClr>
            </a:solidFill>
          </a:ln>
        </p:spPr>
      </p:cxnSp>
      <p:cxnSp>
        <p:nvCxnSpPr>
          <p:cNvPr id="790" name="Straight Connector 431"/>
          <p:cNvCxnSpPr/>
          <p:nvPr/>
        </p:nvCxnSpPr>
        <p:spPr>
          <a:xfrm>
            <a:off x="6240240" y="4058640"/>
            <a:ext cx="3055320" cy="964440"/>
          </a:xfrm>
          <a:prstGeom prst="straightConnector1">
            <a:avLst/>
          </a:prstGeom>
          <a:ln>
            <a:solidFill>
              <a:srgbClr val="ffffff">
                <a:lumMod val="65000"/>
              </a:srgbClr>
            </a:solidFill>
          </a:ln>
        </p:spPr>
      </p:cxnSp>
      <p:cxnSp>
        <p:nvCxnSpPr>
          <p:cNvPr id="791" name="Straight Connector 432"/>
          <p:cNvCxnSpPr/>
          <p:nvPr/>
        </p:nvCxnSpPr>
        <p:spPr>
          <a:xfrm>
            <a:off x="6240240" y="4236840"/>
            <a:ext cx="3055320" cy="786240"/>
          </a:xfrm>
          <a:prstGeom prst="straightConnector1">
            <a:avLst/>
          </a:prstGeom>
          <a:ln>
            <a:solidFill>
              <a:srgbClr val="ffffff">
                <a:lumMod val="65000"/>
              </a:srgbClr>
            </a:solidFill>
          </a:ln>
        </p:spPr>
      </p:cxnSp>
      <p:cxnSp>
        <p:nvCxnSpPr>
          <p:cNvPr id="792" name="Straight Connector 433"/>
          <p:cNvCxnSpPr/>
          <p:nvPr/>
        </p:nvCxnSpPr>
        <p:spPr>
          <a:xfrm>
            <a:off x="6240240" y="4415040"/>
            <a:ext cx="3055320" cy="608040"/>
          </a:xfrm>
          <a:prstGeom prst="straightConnector1">
            <a:avLst/>
          </a:prstGeom>
          <a:ln>
            <a:solidFill>
              <a:srgbClr val="ffffff">
                <a:lumMod val="65000"/>
              </a:srgbClr>
            </a:solidFill>
          </a:ln>
        </p:spPr>
      </p:cxnSp>
      <p:cxnSp>
        <p:nvCxnSpPr>
          <p:cNvPr id="793" name="Straight Connector 434"/>
          <p:cNvCxnSpPr/>
          <p:nvPr/>
        </p:nvCxnSpPr>
        <p:spPr>
          <a:xfrm>
            <a:off x="6240240" y="4592880"/>
            <a:ext cx="3055320" cy="430200"/>
          </a:xfrm>
          <a:prstGeom prst="straightConnector1">
            <a:avLst/>
          </a:prstGeom>
          <a:ln>
            <a:solidFill>
              <a:srgbClr val="ffffff">
                <a:lumMod val="65000"/>
              </a:srgbClr>
            </a:solidFill>
          </a:ln>
        </p:spPr>
      </p:cxnSp>
      <p:cxnSp>
        <p:nvCxnSpPr>
          <p:cNvPr id="794" name="Straight Connector 435"/>
          <p:cNvCxnSpPr/>
          <p:nvPr/>
        </p:nvCxnSpPr>
        <p:spPr>
          <a:xfrm>
            <a:off x="6240240" y="4771080"/>
            <a:ext cx="3055320" cy="252000"/>
          </a:xfrm>
          <a:prstGeom prst="straightConnector1">
            <a:avLst/>
          </a:prstGeom>
          <a:ln>
            <a:solidFill>
              <a:srgbClr val="ffffff">
                <a:lumMod val="65000"/>
              </a:srgbClr>
            </a:solidFill>
          </a:ln>
        </p:spPr>
      </p:cxnSp>
      <p:cxnSp>
        <p:nvCxnSpPr>
          <p:cNvPr id="795" name="Straight Connector 436"/>
          <p:cNvCxnSpPr/>
          <p:nvPr/>
        </p:nvCxnSpPr>
        <p:spPr>
          <a:xfrm>
            <a:off x="6240240" y="4948920"/>
            <a:ext cx="3055320" cy="74160"/>
          </a:xfrm>
          <a:prstGeom prst="straightConnector1">
            <a:avLst/>
          </a:prstGeom>
          <a:ln>
            <a:solidFill>
              <a:srgbClr val="ffffff">
                <a:lumMod val="65000"/>
              </a:srgbClr>
            </a:solidFill>
          </a:ln>
        </p:spPr>
      </p:cxnSp>
      <p:cxnSp>
        <p:nvCxnSpPr>
          <p:cNvPr id="796" name="Straight Connector 437"/>
          <p:cNvCxnSpPr/>
          <p:nvPr/>
        </p:nvCxnSpPr>
        <p:spPr>
          <a:xfrm flipV="1">
            <a:off x="6240240" y="5022720"/>
            <a:ext cx="3055320" cy="104760"/>
          </a:xfrm>
          <a:prstGeom prst="straightConnector1">
            <a:avLst/>
          </a:prstGeom>
          <a:ln>
            <a:solidFill>
              <a:srgbClr val="ffffff">
                <a:lumMod val="65000"/>
              </a:srgbClr>
            </a:solidFill>
          </a:ln>
        </p:spPr>
      </p:cxnSp>
      <p:cxnSp>
        <p:nvCxnSpPr>
          <p:cNvPr id="797" name="Straight Connector 438"/>
          <p:cNvCxnSpPr/>
          <p:nvPr/>
        </p:nvCxnSpPr>
        <p:spPr>
          <a:xfrm flipV="1">
            <a:off x="6240240" y="5022720"/>
            <a:ext cx="3055320" cy="282600"/>
          </a:xfrm>
          <a:prstGeom prst="straightConnector1">
            <a:avLst/>
          </a:prstGeom>
          <a:ln>
            <a:solidFill>
              <a:srgbClr val="ffffff">
                <a:lumMod val="65000"/>
              </a:srgbClr>
            </a:solidFill>
          </a:ln>
        </p:spPr>
      </p:cxnSp>
      <p:cxnSp>
        <p:nvCxnSpPr>
          <p:cNvPr id="798" name="Straight Connector 439"/>
          <p:cNvCxnSpPr/>
          <p:nvPr/>
        </p:nvCxnSpPr>
        <p:spPr>
          <a:xfrm flipV="1">
            <a:off x="6240240" y="5022720"/>
            <a:ext cx="3055320" cy="460800"/>
          </a:xfrm>
          <a:prstGeom prst="straightConnector1">
            <a:avLst/>
          </a:prstGeom>
          <a:ln>
            <a:solidFill>
              <a:srgbClr val="ffffff">
                <a:lumMod val="65000"/>
              </a:srgbClr>
            </a:solidFill>
          </a:ln>
        </p:spPr>
      </p:cxnSp>
      <p:cxnSp>
        <p:nvCxnSpPr>
          <p:cNvPr id="799" name="Straight Connector 440"/>
          <p:cNvCxnSpPr/>
          <p:nvPr/>
        </p:nvCxnSpPr>
        <p:spPr>
          <a:xfrm flipV="1">
            <a:off x="6240240" y="5022720"/>
            <a:ext cx="3055320" cy="639000"/>
          </a:xfrm>
          <a:prstGeom prst="straightConnector1">
            <a:avLst/>
          </a:prstGeom>
          <a:ln>
            <a:solidFill>
              <a:srgbClr val="ffffff">
                <a:lumMod val="65000"/>
              </a:srgbClr>
            </a:solidFill>
          </a:ln>
        </p:spPr>
      </p:cxnSp>
      <p:cxnSp>
        <p:nvCxnSpPr>
          <p:cNvPr id="800" name="Straight Connector 441"/>
          <p:cNvCxnSpPr/>
          <p:nvPr/>
        </p:nvCxnSpPr>
        <p:spPr>
          <a:xfrm flipV="1">
            <a:off x="6240240" y="5022720"/>
            <a:ext cx="3055320" cy="816840"/>
          </a:xfrm>
          <a:prstGeom prst="straightConnector1">
            <a:avLst/>
          </a:prstGeom>
          <a:ln>
            <a:solidFill>
              <a:srgbClr val="ffffff">
                <a:lumMod val="65000"/>
              </a:srgbClr>
            </a:solidFill>
          </a:ln>
        </p:spPr>
      </p:cxnSp>
      <p:cxnSp>
        <p:nvCxnSpPr>
          <p:cNvPr id="801" name="Straight Connector 442"/>
          <p:cNvCxnSpPr/>
          <p:nvPr/>
        </p:nvCxnSpPr>
        <p:spPr>
          <a:xfrm flipV="1">
            <a:off x="6240240" y="5022720"/>
            <a:ext cx="3055320" cy="995040"/>
          </a:xfrm>
          <a:prstGeom prst="straightConnector1">
            <a:avLst/>
          </a:prstGeom>
          <a:ln>
            <a:solidFill>
              <a:srgbClr val="ffffff">
                <a:lumMod val="65000"/>
              </a:srgbClr>
            </a:solidFill>
          </a:ln>
        </p:spPr>
      </p:cxnSp>
      <p:cxnSp>
        <p:nvCxnSpPr>
          <p:cNvPr id="802" name="Straight Connector 443"/>
          <p:cNvCxnSpPr/>
          <p:nvPr/>
        </p:nvCxnSpPr>
        <p:spPr>
          <a:xfrm>
            <a:off x="6240240" y="1922400"/>
            <a:ext cx="3055320" cy="3502080"/>
          </a:xfrm>
          <a:prstGeom prst="straightConnector1">
            <a:avLst/>
          </a:prstGeom>
          <a:ln>
            <a:solidFill>
              <a:srgbClr val="ffffff">
                <a:lumMod val="65000"/>
              </a:srgbClr>
            </a:solidFill>
          </a:ln>
        </p:spPr>
      </p:cxnSp>
      <p:cxnSp>
        <p:nvCxnSpPr>
          <p:cNvPr id="803" name="Straight Connector 444"/>
          <p:cNvCxnSpPr/>
          <p:nvPr/>
        </p:nvCxnSpPr>
        <p:spPr>
          <a:xfrm>
            <a:off x="6240240" y="2100240"/>
            <a:ext cx="3055320" cy="3324240"/>
          </a:xfrm>
          <a:prstGeom prst="straightConnector1">
            <a:avLst/>
          </a:prstGeom>
          <a:ln>
            <a:solidFill>
              <a:srgbClr val="ffffff">
                <a:lumMod val="65000"/>
              </a:srgbClr>
            </a:solidFill>
          </a:ln>
        </p:spPr>
      </p:cxnSp>
      <p:cxnSp>
        <p:nvCxnSpPr>
          <p:cNvPr id="804" name="Straight Connector 445"/>
          <p:cNvCxnSpPr/>
          <p:nvPr/>
        </p:nvCxnSpPr>
        <p:spPr>
          <a:xfrm>
            <a:off x="6240240" y="2278440"/>
            <a:ext cx="3055320" cy="3146040"/>
          </a:xfrm>
          <a:prstGeom prst="straightConnector1">
            <a:avLst/>
          </a:prstGeom>
          <a:ln>
            <a:solidFill>
              <a:srgbClr val="ffffff">
                <a:lumMod val="65000"/>
              </a:srgbClr>
            </a:solidFill>
          </a:ln>
        </p:spPr>
      </p:cxnSp>
      <p:cxnSp>
        <p:nvCxnSpPr>
          <p:cNvPr id="805" name="Straight Connector 446"/>
          <p:cNvCxnSpPr/>
          <p:nvPr/>
        </p:nvCxnSpPr>
        <p:spPr>
          <a:xfrm>
            <a:off x="6240240" y="2456280"/>
            <a:ext cx="3055320" cy="2968200"/>
          </a:xfrm>
          <a:prstGeom prst="straightConnector1">
            <a:avLst/>
          </a:prstGeom>
          <a:ln>
            <a:solidFill>
              <a:srgbClr val="ffffff">
                <a:lumMod val="65000"/>
              </a:srgbClr>
            </a:solidFill>
          </a:ln>
        </p:spPr>
      </p:cxnSp>
      <p:cxnSp>
        <p:nvCxnSpPr>
          <p:cNvPr id="806" name="Straight Connector 447"/>
          <p:cNvCxnSpPr/>
          <p:nvPr/>
        </p:nvCxnSpPr>
        <p:spPr>
          <a:xfrm>
            <a:off x="6240240" y="2634480"/>
            <a:ext cx="3055320" cy="2790000"/>
          </a:xfrm>
          <a:prstGeom prst="straightConnector1">
            <a:avLst/>
          </a:prstGeom>
          <a:ln>
            <a:solidFill>
              <a:srgbClr val="ffffff">
                <a:lumMod val="65000"/>
              </a:srgbClr>
            </a:solidFill>
          </a:ln>
        </p:spPr>
      </p:cxnSp>
      <p:cxnSp>
        <p:nvCxnSpPr>
          <p:cNvPr id="807" name="Straight Connector 448"/>
          <p:cNvCxnSpPr/>
          <p:nvPr/>
        </p:nvCxnSpPr>
        <p:spPr>
          <a:xfrm>
            <a:off x="6240240" y="2812320"/>
            <a:ext cx="3055320" cy="2612160"/>
          </a:xfrm>
          <a:prstGeom prst="straightConnector1">
            <a:avLst/>
          </a:prstGeom>
          <a:ln>
            <a:solidFill>
              <a:srgbClr val="ffffff">
                <a:lumMod val="65000"/>
              </a:srgbClr>
            </a:solidFill>
          </a:ln>
        </p:spPr>
      </p:cxnSp>
      <p:cxnSp>
        <p:nvCxnSpPr>
          <p:cNvPr id="808" name="Straight Connector 449"/>
          <p:cNvCxnSpPr/>
          <p:nvPr/>
        </p:nvCxnSpPr>
        <p:spPr>
          <a:xfrm>
            <a:off x="6240240" y="2990520"/>
            <a:ext cx="3055320" cy="2433960"/>
          </a:xfrm>
          <a:prstGeom prst="straightConnector1">
            <a:avLst/>
          </a:prstGeom>
          <a:ln>
            <a:solidFill>
              <a:srgbClr val="ffffff">
                <a:lumMod val="65000"/>
              </a:srgbClr>
            </a:solidFill>
          </a:ln>
        </p:spPr>
      </p:cxnSp>
      <p:cxnSp>
        <p:nvCxnSpPr>
          <p:cNvPr id="809" name="Straight Connector 450"/>
          <p:cNvCxnSpPr/>
          <p:nvPr/>
        </p:nvCxnSpPr>
        <p:spPr>
          <a:xfrm>
            <a:off x="6240240" y="3168720"/>
            <a:ext cx="3055320" cy="2255760"/>
          </a:xfrm>
          <a:prstGeom prst="straightConnector1">
            <a:avLst/>
          </a:prstGeom>
          <a:ln>
            <a:solidFill>
              <a:srgbClr val="ffffff">
                <a:lumMod val="65000"/>
              </a:srgbClr>
            </a:solidFill>
          </a:ln>
        </p:spPr>
      </p:cxnSp>
      <p:cxnSp>
        <p:nvCxnSpPr>
          <p:cNvPr id="810" name="Straight Connector 451"/>
          <p:cNvCxnSpPr/>
          <p:nvPr/>
        </p:nvCxnSpPr>
        <p:spPr>
          <a:xfrm>
            <a:off x="6240240" y="3346560"/>
            <a:ext cx="3055320" cy="2077920"/>
          </a:xfrm>
          <a:prstGeom prst="straightConnector1">
            <a:avLst/>
          </a:prstGeom>
          <a:ln>
            <a:solidFill>
              <a:srgbClr val="ffffff">
                <a:lumMod val="65000"/>
              </a:srgbClr>
            </a:solidFill>
          </a:ln>
        </p:spPr>
      </p:cxnSp>
      <p:cxnSp>
        <p:nvCxnSpPr>
          <p:cNvPr id="811" name="Straight Connector 452"/>
          <p:cNvCxnSpPr/>
          <p:nvPr/>
        </p:nvCxnSpPr>
        <p:spPr>
          <a:xfrm>
            <a:off x="6240240" y="3524760"/>
            <a:ext cx="3055320" cy="1899720"/>
          </a:xfrm>
          <a:prstGeom prst="straightConnector1">
            <a:avLst/>
          </a:prstGeom>
          <a:ln>
            <a:solidFill>
              <a:srgbClr val="ffffff">
                <a:lumMod val="65000"/>
              </a:srgbClr>
            </a:solidFill>
          </a:ln>
        </p:spPr>
      </p:cxnSp>
      <p:cxnSp>
        <p:nvCxnSpPr>
          <p:cNvPr id="812" name="Straight Connector 453"/>
          <p:cNvCxnSpPr/>
          <p:nvPr/>
        </p:nvCxnSpPr>
        <p:spPr>
          <a:xfrm>
            <a:off x="6240240" y="3702600"/>
            <a:ext cx="3055320" cy="1721880"/>
          </a:xfrm>
          <a:prstGeom prst="straightConnector1">
            <a:avLst/>
          </a:prstGeom>
          <a:ln>
            <a:solidFill>
              <a:srgbClr val="ffffff">
                <a:lumMod val="65000"/>
              </a:srgbClr>
            </a:solidFill>
          </a:ln>
        </p:spPr>
      </p:cxnSp>
      <p:cxnSp>
        <p:nvCxnSpPr>
          <p:cNvPr id="813" name="Straight Connector 454"/>
          <p:cNvCxnSpPr/>
          <p:nvPr/>
        </p:nvCxnSpPr>
        <p:spPr>
          <a:xfrm>
            <a:off x="6240240" y="3880800"/>
            <a:ext cx="3055320" cy="1543680"/>
          </a:xfrm>
          <a:prstGeom prst="straightConnector1">
            <a:avLst/>
          </a:prstGeom>
          <a:ln>
            <a:solidFill>
              <a:srgbClr val="ffffff">
                <a:lumMod val="65000"/>
              </a:srgbClr>
            </a:solidFill>
          </a:ln>
        </p:spPr>
      </p:cxnSp>
      <p:cxnSp>
        <p:nvCxnSpPr>
          <p:cNvPr id="814" name="Straight Connector 455"/>
          <p:cNvCxnSpPr/>
          <p:nvPr/>
        </p:nvCxnSpPr>
        <p:spPr>
          <a:xfrm>
            <a:off x="6240240" y="4058640"/>
            <a:ext cx="3055320" cy="1365840"/>
          </a:xfrm>
          <a:prstGeom prst="straightConnector1">
            <a:avLst/>
          </a:prstGeom>
          <a:ln>
            <a:solidFill>
              <a:srgbClr val="ffffff">
                <a:lumMod val="65000"/>
              </a:srgbClr>
            </a:solidFill>
          </a:ln>
        </p:spPr>
      </p:cxnSp>
      <p:cxnSp>
        <p:nvCxnSpPr>
          <p:cNvPr id="815" name="Straight Connector 456"/>
          <p:cNvCxnSpPr/>
          <p:nvPr/>
        </p:nvCxnSpPr>
        <p:spPr>
          <a:xfrm>
            <a:off x="6240240" y="4236840"/>
            <a:ext cx="3055320" cy="1187640"/>
          </a:xfrm>
          <a:prstGeom prst="straightConnector1">
            <a:avLst/>
          </a:prstGeom>
          <a:ln>
            <a:solidFill>
              <a:srgbClr val="ffffff">
                <a:lumMod val="65000"/>
              </a:srgbClr>
            </a:solidFill>
          </a:ln>
        </p:spPr>
      </p:cxnSp>
      <p:cxnSp>
        <p:nvCxnSpPr>
          <p:cNvPr id="816" name="Straight Connector 457"/>
          <p:cNvCxnSpPr/>
          <p:nvPr/>
        </p:nvCxnSpPr>
        <p:spPr>
          <a:xfrm>
            <a:off x="6240240" y="4415040"/>
            <a:ext cx="3055320" cy="1009440"/>
          </a:xfrm>
          <a:prstGeom prst="straightConnector1">
            <a:avLst/>
          </a:prstGeom>
          <a:ln>
            <a:solidFill>
              <a:srgbClr val="ffffff">
                <a:lumMod val="65000"/>
              </a:srgbClr>
            </a:solidFill>
          </a:ln>
        </p:spPr>
      </p:cxnSp>
      <p:cxnSp>
        <p:nvCxnSpPr>
          <p:cNvPr id="817" name="Straight Connector 458"/>
          <p:cNvCxnSpPr/>
          <p:nvPr/>
        </p:nvCxnSpPr>
        <p:spPr>
          <a:xfrm>
            <a:off x="6240240" y="4592880"/>
            <a:ext cx="3055320" cy="831600"/>
          </a:xfrm>
          <a:prstGeom prst="straightConnector1">
            <a:avLst/>
          </a:prstGeom>
          <a:ln>
            <a:solidFill>
              <a:srgbClr val="ffffff">
                <a:lumMod val="65000"/>
              </a:srgbClr>
            </a:solidFill>
          </a:ln>
        </p:spPr>
      </p:cxnSp>
      <p:cxnSp>
        <p:nvCxnSpPr>
          <p:cNvPr id="818" name="Straight Connector 459"/>
          <p:cNvCxnSpPr/>
          <p:nvPr/>
        </p:nvCxnSpPr>
        <p:spPr>
          <a:xfrm>
            <a:off x="6240240" y="4771080"/>
            <a:ext cx="3055320" cy="653400"/>
          </a:xfrm>
          <a:prstGeom prst="straightConnector1">
            <a:avLst/>
          </a:prstGeom>
          <a:ln>
            <a:solidFill>
              <a:srgbClr val="ffffff">
                <a:lumMod val="65000"/>
              </a:srgbClr>
            </a:solidFill>
          </a:ln>
        </p:spPr>
      </p:cxnSp>
      <p:cxnSp>
        <p:nvCxnSpPr>
          <p:cNvPr id="819" name="Straight Connector 460"/>
          <p:cNvCxnSpPr/>
          <p:nvPr/>
        </p:nvCxnSpPr>
        <p:spPr>
          <a:xfrm>
            <a:off x="6240240" y="4948920"/>
            <a:ext cx="3055320" cy="475560"/>
          </a:xfrm>
          <a:prstGeom prst="straightConnector1">
            <a:avLst/>
          </a:prstGeom>
          <a:ln>
            <a:solidFill>
              <a:srgbClr val="ffffff">
                <a:lumMod val="65000"/>
              </a:srgbClr>
            </a:solidFill>
          </a:ln>
        </p:spPr>
      </p:cxnSp>
      <p:cxnSp>
        <p:nvCxnSpPr>
          <p:cNvPr id="820" name="Straight Connector 461"/>
          <p:cNvCxnSpPr/>
          <p:nvPr/>
        </p:nvCxnSpPr>
        <p:spPr>
          <a:xfrm>
            <a:off x="6240240" y="5127120"/>
            <a:ext cx="3055320" cy="297360"/>
          </a:xfrm>
          <a:prstGeom prst="straightConnector1">
            <a:avLst/>
          </a:prstGeom>
          <a:ln>
            <a:solidFill>
              <a:srgbClr val="ffffff">
                <a:lumMod val="65000"/>
              </a:srgbClr>
            </a:solidFill>
          </a:ln>
        </p:spPr>
      </p:cxnSp>
      <p:cxnSp>
        <p:nvCxnSpPr>
          <p:cNvPr id="821" name="Straight Connector 462"/>
          <p:cNvCxnSpPr/>
          <p:nvPr/>
        </p:nvCxnSpPr>
        <p:spPr>
          <a:xfrm>
            <a:off x="6240240" y="5304960"/>
            <a:ext cx="3055320" cy="119520"/>
          </a:xfrm>
          <a:prstGeom prst="straightConnector1">
            <a:avLst/>
          </a:prstGeom>
          <a:ln>
            <a:solidFill>
              <a:srgbClr val="ffffff">
                <a:lumMod val="65000"/>
              </a:srgbClr>
            </a:solidFill>
          </a:ln>
        </p:spPr>
      </p:cxnSp>
      <p:cxnSp>
        <p:nvCxnSpPr>
          <p:cNvPr id="822" name="Straight Connector 463"/>
          <p:cNvCxnSpPr/>
          <p:nvPr/>
        </p:nvCxnSpPr>
        <p:spPr>
          <a:xfrm flipV="1">
            <a:off x="6240240" y="5424120"/>
            <a:ext cx="3055320" cy="59400"/>
          </a:xfrm>
          <a:prstGeom prst="straightConnector1">
            <a:avLst/>
          </a:prstGeom>
          <a:ln>
            <a:solidFill>
              <a:srgbClr val="ffffff">
                <a:lumMod val="65000"/>
              </a:srgbClr>
            </a:solidFill>
          </a:ln>
        </p:spPr>
      </p:cxnSp>
      <p:cxnSp>
        <p:nvCxnSpPr>
          <p:cNvPr id="823" name="Straight Connector 464"/>
          <p:cNvCxnSpPr/>
          <p:nvPr/>
        </p:nvCxnSpPr>
        <p:spPr>
          <a:xfrm flipV="1">
            <a:off x="6240240" y="5424120"/>
            <a:ext cx="3055320" cy="237600"/>
          </a:xfrm>
          <a:prstGeom prst="straightConnector1">
            <a:avLst/>
          </a:prstGeom>
          <a:ln>
            <a:solidFill>
              <a:srgbClr val="ffffff">
                <a:lumMod val="65000"/>
              </a:srgbClr>
            </a:solidFill>
          </a:ln>
        </p:spPr>
      </p:cxnSp>
      <p:cxnSp>
        <p:nvCxnSpPr>
          <p:cNvPr id="824" name="Straight Connector 465"/>
          <p:cNvCxnSpPr/>
          <p:nvPr/>
        </p:nvCxnSpPr>
        <p:spPr>
          <a:xfrm flipV="1">
            <a:off x="6240240" y="5424120"/>
            <a:ext cx="3055320" cy="415440"/>
          </a:xfrm>
          <a:prstGeom prst="straightConnector1">
            <a:avLst/>
          </a:prstGeom>
          <a:ln>
            <a:solidFill>
              <a:srgbClr val="ffffff">
                <a:lumMod val="65000"/>
              </a:srgbClr>
            </a:solidFill>
          </a:ln>
        </p:spPr>
      </p:cxnSp>
      <p:cxnSp>
        <p:nvCxnSpPr>
          <p:cNvPr id="825" name="Straight Connector 466"/>
          <p:cNvCxnSpPr/>
          <p:nvPr/>
        </p:nvCxnSpPr>
        <p:spPr>
          <a:xfrm flipV="1">
            <a:off x="6240240" y="5424120"/>
            <a:ext cx="3055320" cy="593640"/>
          </a:xfrm>
          <a:prstGeom prst="straightConnector1">
            <a:avLst/>
          </a:prstGeom>
          <a:ln>
            <a:solidFill>
              <a:srgbClr val="ffffff">
                <a:lumMod val="65000"/>
              </a:srgbClr>
            </a:solidFill>
          </a:ln>
        </p:spPr>
      </p:cxnSp>
      <p:cxnSp>
        <p:nvCxnSpPr>
          <p:cNvPr id="826" name="Straight Connector 467"/>
          <p:cNvCxnSpPr/>
          <p:nvPr/>
        </p:nvCxnSpPr>
        <p:spPr>
          <a:xfrm>
            <a:off x="6240240" y="1922400"/>
            <a:ext cx="3055320" cy="3903480"/>
          </a:xfrm>
          <a:prstGeom prst="straightConnector1">
            <a:avLst/>
          </a:prstGeom>
          <a:ln>
            <a:solidFill>
              <a:srgbClr val="ffffff">
                <a:lumMod val="65000"/>
              </a:srgbClr>
            </a:solidFill>
          </a:ln>
        </p:spPr>
      </p:cxnSp>
      <p:cxnSp>
        <p:nvCxnSpPr>
          <p:cNvPr id="827" name="Straight Connector 468"/>
          <p:cNvCxnSpPr/>
          <p:nvPr/>
        </p:nvCxnSpPr>
        <p:spPr>
          <a:xfrm>
            <a:off x="6240240" y="2100240"/>
            <a:ext cx="3055320" cy="3725640"/>
          </a:xfrm>
          <a:prstGeom prst="straightConnector1">
            <a:avLst/>
          </a:prstGeom>
          <a:ln>
            <a:solidFill>
              <a:srgbClr val="ffffff">
                <a:lumMod val="65000"/>
              </a:srgbClr>
            </a:solidFill>
          </a:ln>
        </p:spPr>
      </p:cxnSp>
      <p:cxnSp>
        <p:nvCxnSpPr>
          <p:cNvPr id="828" name="Straight Connector 469"/>
          <p:cNvCxnSpPr/>
          <p:nvPr/>
        </p:nvCxnSpPr>
        <p:spPr>
          <a:xfrm>
            <a:off x="6240240" y="2278440"/>
            <a:ext cx="3055320" cy="3547440"/>
          </a:xfrm>
          <a:prstGeom prst="straightConnector1">
            <a:avLst/>
          </a:prstGeom>
          <a:ln>
            <a:solidFill>
              <a:srgbClr val="ffffff">
                <a:lumMod val="65000"/>
              </a:srgbClr>
            </a:solidFill>
          </a:ln>
        </p:spPr>
      </p:cxnSp>
      <p:cxnSp>
        <p:nvCxnSpPr>
          <p:cNvPr id="829" name="Straight Connector 470"/>
          <p:cNvCxnSpPr/>
          <p:nvPr/>
        </p:nvCxnSpPr>
        <p:spPr>
          <a:xfrm>
            <a:off x="6240240" y="2456280"/>
            <a:ext cx="3055320" cy="3369600"/>
          </a:xfrm>
          <a:prstGeom prst="straightConnector1">
            <a:avLst/>
          </a:prstGeom>
          <a:ln>
            <a:solidFill>
              <a:srgbClr val="ffffff">
                <a:lumMod val="65000"/>
              </a:srgbClr>
            </a:solidFill>
          </a:ln>
        </p:spPr>
      </p:cxnSp>
      <p:cxnSp>
        <p:nvCxnSpPr>
          <p:cNvPr id="830" name="Straight Connector 471"/>
          <p:cNvCxnSpPr/>
          <p:nvPr/>
        </p:nvCxnSpPr>
        <p:spPr>
          <a:xfrm>
            <a:off x="6240240" y="2634480"/>
            <a:ext cx="3055320" cy="3191400"/>
          </a:xfrm>
          <a:prstGeom prst="straightConnector1">
            <a:avLst/>
          </a:prstGeom>
          <a:ln>
            <a:solidFill>
              <a:srgbClr val="ffffff">
                <a:lumMod val="65000"/>
              </a:srgbClr>
            </a:solidFill>
          </a:ln>
        </p:spPr>
      </p:cxnSp>
      <p:cxnSp>
        <p:nvCxnSpPr>
          <p:cNvPr id="831" name="Straight Connector 472"/>
          <p:cNvCxnSpPr/>
          <p:nvPr/>
        </p:nvCxnSpPr>
        <p:spPr>
          <a:xfrm>
            <a:off x="6240240" y="2812320"/>
            <a:ext cx="3055320" cy="3013560"/>
          </a:xfrm>
          <a:prstGeom prst="straightConnector1">
            <a:avLst/>
          </a:prstGeom>
          <a:ln>
            <a:solidFill>
              <a:srgbClr val="ffffff">
                <a:lumMod val="65000"/>
              </a:srgbClr>
            </a:solidFill>
          </a:ln>
        </p:spPr>
      </p:cxnSp>
      <p:cxnSp>
        <p:nvCxnSpPr>
          <p:cNvPr id="832" name="Straight Connector 473"/>
          <p:cNvCxnSpPr/>
          <p:nvPr/>
        </p:nvCxnSpPr>
        <p:spPr>
          <a:xfrm>
            <a:off x="6240240" y="2990520"/>
            <a:ext cx="3055320" cy="2835360"/>
          </a:xfrm>
          <a:prstGeom prst="straightConnector1">
            <a:avLst/>
          </a:prstGeom>
          <a:ln>
            <a:solidFill>
              <a:srgbClr val="ffffff">
                <a:lumMod val="65000"/>
              </a:srgbClr>
            </a:solidFill>
          </a:ln>
        </p:spPr>
      </p:cxnSp>
      <p:cxnSp>
        <p:nvCxnSpPr>
          <p:cNvPr id="833" name="Straight Connector 474"/>
          <p:cNvCxnSpPr/>
          <p:nvPr/>
        </p:nvCxnSpPr>
        <p:spPr>
          <a:xfrm>
            <a:off x="6240240" y="3168720"/>
            <a:ext cx="3055320" cy="2657160"/>
          </a:xfrm>
          <a:prstGeom prst="straightConnector1">
            <a:avLst/>
          </a:prstGeom>
          <a:ln>
            <a:solidFill>
              <a:srgbClr val="ffffff">
                <a:lumMod val="65000"/>
              </a:srgbClr>
            </a:solidFill>
          </a:ln>
        </p:spPr>
      </p:cxnSp>
      <p:cxnSp>
        <p:nvCxnSpPr>
          <p:cNvPr id="834" name="Straight Connector 475"/>
          <p:cNvCxnSpPr/>
          <p:nvPr/>
        </p:nvCxnSpPr>
        <p:spPr>
          <a:xfrm>
            <a:off x="6240240" y="3346560"/>
            <a:ext cx="3055320" cy="2479320"/>
          </a:xfrm>
          <a:prstGeom prst="straightConnector1">
            <a:avLst/>
          </a:prstGeom>
          <a:ln>
            <a:solidFill>
              <a:srgbClr val="ffffff">
                <a:lumMod val="65000"/>
              </a:srgbClr>
            </a:solidFill>
          </a:ln>
        </p:spPr>
      </p:cxnSp>
      <p:cxnSp>
        <p:nvCxnSpPr>
          <p:cNvPr id="835" name="Straight Connector 476"/>
          <p:cNvCxnSpPr/>
          <p:nvPr/>
        </p:nvCxnSpPr>
        <p:spPr>
          <a:xfrm>
            <a:off x="6240240" y="3524760"/>
            <a:ext cx="3055320" cy="2301120"/>
          </a:xfrm>
          <a:prstGeom prst="straightConnector1">
            <a:avLst/>
          </a:prstGeom>
          <a:ln>
            <a:solidFill>
              <a:srgbClr val="ffffff">
                <a:lumMod val="65000"/>
              </a:srgbClr>
            </a:solidFill>
          </a:ln>
        </p:spPr>
      </p:cxnSp>
      <p:cxnSp>
        <p:nvCxnSpPr>
          <p:cNvPr id="836" name="Straight Connector 477"/>
          <p:cNvCxnSpPr/>
          <p:nvPr/>
        </p:nvCxnSpPr>
        <p:spPr>
          <a:xfrm>
            <a:off x="6240240" y="3702600"/>
            <a:ext cx="3055320" cy="2123280"/>
          </a:xfrm>
          <a:prstGeom prst="straightConnector1">
            <a:avLst/>
          </a:prstGeom>
          <a:ln>
            <a:solidFill>
              <a:srgbClr val="ffffff">
                <a:lumMod val="65000"/>
              </a:srgbClr>
            </a:solidFill>
          </a:ln>
        </p:spPr>
      </p:cxnSp>
      <p:cxnSp>
        <p:nvCxnSpPr>
          <p:cNvPr id="837" name="Straight Connector 478"/>
          <p:cNvCxnSpPr/>
          <p:nvPr/>
        </p:nvCxnSpPr>
        <p:spPr>
          <a:xfrm>
            <a:off x="6240240" y="3880800"/>
            <a:ext cx="3055320" cy="1945080"/>
          </a:xfrm>
          <a:prstGeom prst="straightConnector1">
            <a:avLst/>
          </a:prstGeom>
          <a:ln>
            <a:solidFill>
              <a:srgbClr val="ffffff">
                <a:lumMod val="65000"/>
              </a:srgbClr>
            </a:solidFill>
          </a:ln>
        </p:spPr>
      </p:cxnSp>
      <p:cxnSp>
        <p:nvCxnSpPr>
          <p:cNvPr id="838" name="Straight Connector 479"/>
          <p:cNvCxnSpPr/>
          <p:nvPr/>
        </p:nvCxnSpPr>
        <p:spPr>
          <a:xfrm>
            <a:off x="6240240" y="4058640"/>
            <a:ext cx="3055320" cy="1767240"/>
          </a:xfrm>
          <a:prstGeom prst="straightConnector1">
            <a:avLst/>
          </a:prstGeom>
          <a:ln>
            <a:solidFill>
              <a:srgbClr val="ffffff">
                <a:lumMod val="65000"/>
              </a:srgbClr>
            </a:solidFill>
          </a:ln>
        </p:spPr>
      </p:cxnSp>
      <p:cxnSp>
        <p:nvCxnSpPr>
          <p:cNvPr id="839" name="Straight Connector 480"/>
          <p:cNvCxnSpPr/>
          <p:nvPr/>
        </p:nvCxnSpPr>
        <p:spPr>
          <a:xfrm>
            <a:off x="6240240" y="4236840"/>
            <a:ext cx="3055320" cy="1589040"/>
          </a:xfrm>
          <a:prstGeom prst="straightConnector1">
            <a:avLst/>
          </a:prstGeom>
          <a:ln>
            <a:solidFill>
              <a:srgbClr val="ffffff">
                <a:lumMod val="65000"/>
              </a:srgbClr>
            </a:solidFill>
          </a:ln>
        </p:spPr>
      </p:cxnSp>
      <p:cxnSp>
        <p:nvCxnSpPr>
          <p:cNvPr id="840" name="Straight Connector 481"/>
          <p:cNvCxnSpPr/>
          <p:nvPr/>
        </p:nvCxnSpPr>
        <p:spPr>
          <a:xfrm>
            <a:off x="6240240" y="4415040"/>
            <a:ext cx="3055320" cy="1410840"/>
          </a:xfrm>
          <a:prstGeom prst="straightConnector1">
            <a:avLst/>
          </a:prstGeom>
          <a:ln>
            <a:solidFill>
              <a:srgbClr val="ffffff">
                <a:lumMod val="65000"/>
              </a:srgbClr>
            </a:solidFill>
          </a:ln>
        </p:spPr>
      </p:cxnSp>
      <p:cxnSp>
        <p:nvCxnSpPr>
          <p:cNvPr id="841" name="Straight Connector 482"/>
          <p:cNvCxnSpPr/>
          <p:nvPr/>
        </p:nvCxnSpPr>
        <p:spPr>
          <a:xfrm>
            <a:off x="6240240" y="4592880"/>
            <a:ext cx="3055320" cy="1233000"/>
          </a:xfrm>
          <a:prstGeom prst="straightConnector1">
            <a:avLst/>
          </a:prstGeom>
          <a:ln>
            <a:solidFill>
              <a:srgbClr val="ffffff">
                <a:lumMod val="65000"/>
              </a:srgbClr>
            </a:solidFill>
          </a:ln>
        </p:spPr>
      </p:cxnSp>
      <p:cxnSp>
        <p:nvCxnSpPr>
          <p:cNvPr id="842" name="Straight Connector 483"/>
          <p:cNvCxnSpPr/>
          <p:nvPr/>
        </p:nvCxnSpPr>
        <p:spPr>
          <a:xfrm>
            <a:off x="6240240" y="4771080"/>
            <a:ext cx="3055320" cy="1054800"/>
          </a:xfrm>
          <a:prstGeom prst="straightConnector1">
            <a:avLst/>
          </a:prstGeom>
          <a:ln>
            <a:solidFill>
              <a:srgbClr val="ffffff">
                <a:lumMod val="65000"/>
              </a:srgbClr>
            </a:solidFill>
          </a:ln>
        </p:spPr>
      </p:cxnSp>
      <p:cxnSp>
        <p:nvCxnSpPr>
          <p:cNvPr id="843" name="Straight Connector 484"/>
          <p:cNvCxnSpPr/>
          <p:nvPr/>
        </p:nvCxnSpPr>
        <p:spPr>
          <a:xfrm>
            <a:off x="6240240" y="4948920"/>
            <a:ext cx="3055320" cy="876960"/>
          </a:xfrm>
          <a:prstGeom prst="straightConnector1">
            <a:avLst/>
          </a:prstGeom>
          <a:ln>
            <a:solidFill>
              <a:srgbClr val="ffffff">
                <a:lumMod val="65000"/>
              </a:srgbClr>
            </a:solidFill>
          </a:ln>
        </p:spPr>
      </p:cxnSp>
      <p:cxnSp>
        <p:nvCxnSpPr>
          <p:cNvPr id="844" name="Straight Connector 485"/>
          <p:cNvCxnSpPr/>
          <p:nvPr/>
        </p:nvCxnSpPr>
        <p:spPr>
          <a:xfrm>
            <a:off x="6240240" y="5127120"/>
            <a:ext cx="3055320" cy="698760"/>
          </a:xfrm>
          <a:prstGeom prst="straightConnector1">
            <a:avLst/>
          </a:prstGeom>
          <a:ln>
            <a:solidFill>
              <a:srgbClr val="ffffff">
                <a:lumMod val="65000"/>
              </a:srgbClr>
            </a:solidFill>
          </a:ln>
        </p:spPr>
      </p:cxnSp>
      <p:cxnSp>
        <p:nvCxnSpPr>
          <p:cNvPr id="845" name="Straight Connector 486"/>
          <p:cNvCxnSpPr/>
          <p:nvPr/>
        </p:nvCxnSpPr>
        <p:spPr>
          <a:xfrm>
            <a:off x="6240240" y="5304960"/>
            <a:ext cx="3055320" cy="520920"/>
          </a:xfrm>
          <a:prstGeom prst="straightConnector1">
            <a:avLst/>
          </a:prstGeom>
          <a:ln>
            <a:solidFill>
              <a:srgbClr val="ffffff">
                <a:lumMod val="65000"/>
              </a:srgbClr>
            </a:solidFill>
          </a:ln>
        </p:spPr>
      </p:cxnSp>
      <p:cxnSp>
        <p:nvCxnSpPr>
          <p:cNvPr id="846" name="Straight Connector 487"/>
          <p:cNvCxnSpPr/>
          <p:nvPr/>
        </p:nvCxnSpPr>
        <p:spPr>
          <a:xfrm>
            <a:off x="6240240" y="5483160"/>
            <a:ext cx="3055320" cy="342720"/>
          </a:xfrm>
          <a:prstGeom prst="straightConnector1">
            <a:avLst/>
          </a:prstGeom>
          <a:ln>
            <a:solidFill>
              <a:srgbClr val="ffffff">
                <a:lumMod val="65000"/>
              </a:srgbClr>
            </a:solidFill>
          </a:ln>
        </p:spPr>
      </p:cxnSp>
      <p:cxnSp>
        <p:nvCxnSpPr>
          <p:cNvPr id="847" name="Straight Connector 488"/>
          <p:cNvCxnSpPr/>
          <p:nvPr/>
        </p:nvCxnSpPr>
        <p:spPr>
          <a:xfrm>
            <a:off x="6240240" y="5661360"/>
            <a:ext cx="3055320" cy="164520"/>
          </a:xfrm>
          <a:prstGeom prst="straightConnector1">
            <a:avLst/>
          </a:prstGeom>
          <a:ln>
            <a:solidFill>
              <a:srgbClr val="ffffff">
                <a:lumMod val="65000"/>
              </a:srgbClr>
            </a:solidFill>
          </a:ln>
        </p:spPr>
      </p:cxnSp>
      <p:cxnSp>
        <p:nvCxnSpPr>
          <p:cNvPr id="848" name="Straight Connector 489"/>
          <p:cNvCxnSpPr/>
          <p:nvPr/>
        </p:nvCxnSpPr>
        <p:spPr>
          <a:xfrm flipV="1">
            <a:off x="6240240" y="5825520"/>
            <a:ext cx="3055320" cy="14040"/>
          </a:xfrm>
          <a:prstGeom prst="straightConnector1">
            <a:avLst/>
          </a:prstGeom>
          <a:ln>
            <a:solidFill>
              <a:srgbClr val="ffffff">
                <a:lumMod val="65000"/>
              </a:srgbClr>
            </a:solidFill>
          </a:ln>
        </p:spPr>
      </p:cxnSp>
      <p:cxnSp>
        <p:nvCxnSpPr>
          <p:cNvPr id="849" name="Straight Connector 490"/>
          <p:cNvCxnSpPr/>
          <p:nvPr/>
        </p:nvCxnSpPr>
        <p:spPr>
          <a:xfrm flipV="1">
            <a:off x="6240240" y="5825520"/>
            <a:ext cx="3055320" cy="192240"/>
          </a:xfrm>
          <a:prstGeom prst="straightConnector1">
            <a:avLst/>
          </a:prstGeom>
          <a:ln>
            <a:solidFill>
              <a:srgbClr val="ffffff">
                <a:lumMod val="65000"/>
              </a:srgbClr>
            </a:solidFill>
          </a:ln>
        </p:spPr>
      </p:cxnSp>
      <p:cxnSp>
        <p:nvCxnSpPr>
          <p:cNvPr id="850" name="Straight Connector 491"/>
          <p:cNvCxnSpPr/>
          <p:nvPr/>
        </p:nvCxnSpPr>
        <p:spPr>
          <a:xfrm flipV="1">
            <a:off x="9569520" y="4010760"/>
            <a:ext cx="1089000" cy="1796400"/>
          </a:xfrm>
          <a:prstGeom prst="straightConnector1">
            <a:avLst/>
          </a:prstGeom>
          <a:ln>
            <a:solidFill>
              <a:srgbClr val="ffffff">
                <a:lumMod val="65000"/>
              </a:srgbClr>
            </a:solidFill>
          </a:ln>
        </p:spPr>
      </p:cxnSp>
      <p:cxnSp>
        <p:nvCxnSpPr>
          <p:cNvPr id="851" name="Straight Connector 492"/>
          <p:cNvCxnSpPr/>
          <p:nvPr/>
        </p:nvCxnSpPr>
        <p:spPr>
          <a:xfrm flipV="1">
            <a:off x="9569520" y="4010760"/>
            <a:ext cx="1089000" cy="1395720"/>
          </a:xfrm>
          <a:prstGeom prst="straightConnector1">
            <a:avLst/>
          </a:prstGeom>
          <a:ln>
            <a:solidFill>
              <a:srgbClr val="ffffff">
                <a:lumMod val="65000"/>
              </a:srgbClr>
            </a:solidFill>
          </a:ln>
        </p:spPr>
      </p:cxnSp>
      <p:cxnSp>
        <p:nvCxnSpPr>
          <p:cNvPr id="852" name="Straight Connector 493"/>
          <p:cNvCxnSpPr/>
          <p:nvPr/>
        </p:nvCxnSpPr>
        <p:spPr>
          <a:xfrm flipV="1">
            <a:off x="9569520" y="4010760"/>
            <a:ext cx="1089000" cy="995040"/>
          </a:xfrm>
          <a:prstGeom prst="straightConnector1">
            <a:avLst/>
          </a:prstGeom>
          <a:ln>
            <a:solidFill>
              <a:srgbClr val="ffffff">
                <a:lumMod val="65000"/>
              </a:srgbClr>
            </a:solidFill>
          </a:ln>
        </p:spPr>
      </p:cxnSp>
      <p:cxnSp>
        <p:nvCxnSpPr>
          <p:cNvPr id="853" name="Straight Connector 494"/>
          <p:cNvCxnSpPr/>
          <p:nvPr/>
        </p:nvCxnSpPr>
        <p:spPr>
          <a:xfrm flipV="1">
            <a:off x="9569520" y="4010760"/>
            <a:ext cx="1089000" cy="594000"/>
          </a:xfrm>
          <a:prstGeom prst="straightConnector1">
            <a:avLst/>
          </a:prstGeom>
          <a:ln>
            <a:solidFill>
              <a:srgbClr val="ffffff">
                <a:lumMod val="65000"/>
              </a:srgbClr>
            </a:solidFill>
          </a:ln>
        </p:spPr>
      </p:cxnSp>
      <p:cxnSp>
        <p:nvCxnSpPr>
          <p:cNvPr id="854" name="Straight Connector 495"/>
          <p:cNvCxnSpPr/>
          <p:nvPr/>
        </p:nvCxnSpPr>
        <p:spPr>
          <a:xfrm flipV="1">
            <a:off x="9569520" y="4010760"/>
            <a:ext cx="1089000" cy="193320"/>
          </a:xfrm>
          <a:prstGeom prst="straightConnector1">
            <a:avLst/>
          </a:prstGeom>
          <a:ln>
            <a:solidFill>
              <a:srgbClr val="ffffff">
                <a:lumMod val="65000"/>
              </a:srgbClr>
            </a:solidFill>
          </a:ln>
        </p:spPr>
      </p:cxnSp>
      <p:cxnSp>
        <p:nvCxnSpPr>
          <p:cNvPr id="855" name="Straight Connector 496"/>
          <p:cNvCxnSpPr/>
          <p:nvPr/>
        </p:nvCxnSpPr>
        <p:spPr>
          <a:xfrm>
            <a:off x="9569520" y="3803040"/>
            <a:ext cx="1089000" cy="208080"/>
          </a:xfrm>
          <a:prstGeom prst="straightConnector1">
            <a:avLst/>
          </a:prstGeom>
          <a:ln>
            <a:solidFill>
              <a:srgbClr val="ffffff">
                <a:lumMod val="65000"/>
              </a:srgbClr>
            </a:solidFill>
          </a:ln>
        </p:spPr>
      </p:cxnSp>
      <p:cxnSp>
        <p:nvCxnSpPr>
          <p:cNvPr id="856" name="Straight Connector 497"/>
          <p:cNvCxnSpPr/>
          <p:nvPr/>
        </p:nvCxnSpPr>
        <p:spPr>
          <a:xfrm>
            <a:off x="9569520" y="3402360"/>
            <a:ext cx="1089000" cy="608760"/>
          </a:xfrm>
          <a:prstGeom prst="straightConnector1">
            <a:avLst/>
          </a:prstGeom>
          <a:ln>
            <a:solidFill>
              <a:srgbClr val="ffffff">
                <a:lumMod val="65000"/>
              </a:srgbClr>
            </a:solidFill>
          </a:ln>
        </p:spPr>
      </p:cxnSp>
      <p:cxnSp>
        <p:nvCxnSpPr>
          <p:cNvPr id="857" name="Straight Connector 498"/>
          <p:cNvCxnSpPr/>
          <p:nvPr/>
        </p:nvCxnSpPr>
        <p:spPr>
          <a:xfrm>
            <a:off x="9569520" y="3001680"/>
            <a:ext cx="1089000" cy="1009440"/>
          </a:xfrm>
          <a:prstGeom prst="straightConnector1">
            <a:avLst/>
          </a:prstGeom>
          <a:ln>
            <a:solidFill>
              <a:srgbClr val="ffffff">
                <a:lumMod val="65000"/>
              </a:srgbClr>
            </a:solidFill>
          </a:ln>
        </p:spPr>
      </p:cxnSp>
      <p:cxnSp>
        <p:nvCxnSpPr>
          <p:cNvPr id="858" name="Straight Connector 499"/>
          <p:cNvCxnSpPr/>
          <p:nvPr/>
        </p:nvCxnSpPr>
        <p:spPr>
          <a:xfrm>
            <a:off x="9569520" y="2199960"/>
            <a:ext cx="1089000" cy="1811160"/>
          </a:xfrm>
          <a:prstGeom prst="straightConnector1">
            <a:avLst/>
          </a:prstGeom>
          <a:ln>
            <a:solidFill>
              <a:srgbClr val="ffffff">
                <a:lumMod val="65000"/>
              </a:srgbClr>
            </a:solidFill>
          </a:ln>
        </p:spPr>
      </p:cxnSp>
      <p:cxnSp>
        <p:nvCxnSpPr>
          <p:cNvPr id="859" name="Straight Connector 500"/>
          <p:cNvCxnSpPr/>
          <p:nvPr/>
        </p:nvCxnSpPr>
        <p:spPr>
          <a:xfrm>
            <a:off x="9569520" y="2600640"/>
            <a:ext cx="1089000" cy="1410480"/>
          </a:xfrm>
          <a:prstGeom prst="straightConnector1">
            <a:avLst/>
          </a:prstGeom>
          <a:ln>
            <a:solidFill>
              <a:srgbClr val="ffffff">
                <a:lumMod val="65000"/>
              </a:srgbClr>
            </a:solidFill>
          </a:ln>
        </p:spPr>
      </p:cxnSp>
      <p:grpSp>
        <p:nvGrpSpPr>
          <p:cNvPr id="860" name="Group 501"/>
          <p:cNvGrpSpPr/>
          <p:nvPr/>
        </p:nvGrpSpPr>
        <p:grpSpPr>
          <a:xfrm>
            <a:off x="5963040" y="1780920"/>
            <a:ext cx="278640" cy="4373640"/>
            <a:chOff x="5963040" y="1780920"/>
            <a:chExt cx="278640" cy="4373640"/>
          </a:xfrm>
        </p:grpSpPr>
        <p:sp>
          <p:nvSpPr>
            <p:cNvPr id="861" name="Oval 502"/>
            <p:cNvSpPr/>
            <p:nvPr/>
          </p:nvSpPr>
          <p:spPr>
            <a:xfrm>
              <a:off x="5963040" y="1780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2" name="Oval 503"/>
            <p:cNvSpPr/>
            <p:nvPr/>
          </p:nvSpPr>
          <p:spPr>
            <a:xfrm>
              <a:off x="5963040" y="1958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3" name="Oval 504"/>
            <p:cNvSpPr/>
            <p:nvPr/>
          </p:nvSpPr>
          <p:spPr>
            <a:xfrm>
              <a:off x="5963040" y="21369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4" name="Oval 505"/>
            <p:cNvSpPr/>
            <p:nvPr/>
          </p:nvSpPr>
          <p:spPr>
            <a:xfrm>
              <a:off x="5963040" y="23151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5" name="Oval 506"/>
            <p:cNvSpPr/>
            <p:nvPr/>
          </p:nvSpPr>
          <p:spPr>
            <a:xfrm>
              <a:off x="5963040" y="24930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6" name="Oval 507"/>
            <p:cNvSpPr/>
            <p:nvPr/>
          </p:nvSpPr>
          <p:spPr>
            <a:xfrm>
              <a:off x="5963040" y="2671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7" name="Oval 508"/>
            <p:cNvSpPr/>
            <p:nvPr/>
          </p:nvSpPr>
          <p:spPr>
            <a:xfrm>
              <a:off x="5963040" y="2849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8" name="Oval 509"/>
            <p:cNvSpPr/>
            <p:nvPr/>
          </p:nvSpPr>
          <p:spPr>
            <a:xfrm>
              <a:off x="5963040" y="3027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9" name="Oval 510"/>
            <p:cNvSpPr/>
            <p:nvPr/>
          </p:nvSpPr>
          <p:spPr>
            <a:xfrm>
              <a:off x="5963040" y="3205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0" name="Oval 511"/>
            <p:cNvSpPr/>
            <p:nvPr/>
          </p:nvSpPr>
          <p:spPr>
            <a:xfrm>
              <a:off x="5963040" y="33832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1" name="Oval 512"/>
            <p:cNvSpPr/>
            <p:nvPr/>
          </p:nvSpPr>
          <p:spPr>
            <a:xfrm>
              <a:off x="5963040" y="3561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2" name="Oval 513"/>
            <p:cNvSpPr/>
            <p:nvPr/>
          </p:nvSpPr>
          <p:spPr>
            <a:xfrm>
              <a:off x="5963040" y="37393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3" name="Oval 514"/>
            <p:cNvSpPr/>
            <p:nvPr/>
          </p:nvSpPr>
          <p:spPr>
            <a:xfrm>
              <a:off x="5963040" y="3917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4" name="Oval 515"/>
            <p:cNvSpPr/>
            <p:nvPr/>
          </p:nvSpPr>
          <p:spPr>
            <a:xfrm>
              <a:off x="5963040" y="4095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5" name="Oval 516"/>
            <p:cNvSpPr/>
            <p:nvPr/>
          </p:nvSpPr>
          <p:spPr>
            <a:xfrm>
              <a:off x="5963040" y="42735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6" name="Oval 517"/>
            <p:cNvSpPr/>
            <p:nvPr/>
          </p:nvSpPr>
          <p:spPr>
            <a:xfrm>
              <a:off x="5963040" y="44514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7" name="Oval 518"/>
            <p:cNvSpPr/>
            <p:nvPr/>
          </p:nvSpPr>
          <p:spPr>
            <a:xfrm>
              <a:off x="5963040" y="46296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8" name="Oval 519"/>
            <p:cNvSpPr/>
            <p:nvPr/>
          </p:nvSpPr>
          <p:spPr>
            <a:xfrm>
              <a:off x="5963040" y="4807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79" name="Oval 520"/>
            <p:cNvSpPr/>
            <p:nvPr/>
          </p:nvSpPr>
          <p:spPr>
            <a:xfrm>
              <a:off x="5963040" y="49856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0" name="Oval 521"/>
            <p:cNvSpPr/>
            <p:nvPr/>
          </p:nvSpPr>
          <p:spPr>
            <a:xfrm>
              <a:off x="5963040" y="5163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1" name="Oval 522"/>
            <p:cNvSpPr/>
            <p:nvPr/>
          </p:nvSpPr>
          <p:spPr>
            <a:xfrm>
              <a:off x="5963040" y="5341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2" name="Oval 523"/>
            <p:cNvSpPr/>
            <p:nvPr/>
          </p:nvSpPr>
          <p:spPr>
            <a:xfrm>
              <a:off x="5963040" y="551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3" name="Oval 524"/>
            <p:cNvSpPr/>
            <p:nvPr/>
          </p:nvSpPr>
          <p:spPr>
            <a:xfrm>
              <a:off x="5963040" y="5697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4" name="Oval 525"/>
            <p:cNvSpPr/>
            <p:nvPr/>
          </p:nvSpPr>
          <p:spPr>
            <a:xfrm>
              <a:off x="5963040" y="5875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885" name="Group 526"/>
          <p:cNvGrpSpPr/>
          <p:nvPr/>
        </p:nvGrpSpPr>
        <p:grpSpPr>
          <a:xfrm>
            <a:off x="9293400" y="2083680"/>
            <a:ext cx="278640" cy="3885480"/>
            <a:chOff x="9293400" y="2083680"/>
            <a:chExt cx="278640" cy="3885480"/>
          </a:xfrm>
        </p:grpSpPr>
        <p:sp>
          <p:nvSpPr>
            <p:cNvPr id="886" name="Oval 527"/>
            <p:cNvSpPr/>
            <p:nvPr/>
          </p:nvSpPr>
          <p:spPr>
            <a:xfrm>
              <a:off x="9293400" y="2083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7" name="Oval 528"/>
            <p:cNvSpPr/>
            <p:nvPr/>
          </p:nvSpPr>
          <p:spPr>
            <a:xfrm>
              <a:off x="9293400" y="2484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8" name="Oval 529"/>
            <p:cNvSpPr/>
            <p:nvPr/>
          </p:nvSpPr>
          <p:spPr>
            <a:xfrm>
              <a:off x="9293400" y="2885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89" name="Oval 530"/>
            <p:cNvSpPr/>
            <p:nvPr/>
          </p:nvSpPr>
          <p:spPr>
            <a:xfrm>
              <a:off x="9293400" y="3286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0" name="Oval 531"/>
            <p:cNvSpPr/>
            <p:nvPr/>
          </p:nvSpPr>
          <p:spPr>
            <a:xfrm>
              <a:off x="9293400" y="3686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1" name="Oval 532"/>
            <p:cNvSpPr/>
            <p:nvPr/>
          </p:nvSpPr>
          <p:spPr>
            <a:xfrm>
              <a:off x="9293400" y="4087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2" name="Oval 533"/>
            <p:cNvSpPr/>
            <p:nvPr/>
          </p:nvSpPr>
          <p:spPr>
            <a:xfrm>
              <a:off x="9293400" y="4488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3" name="Oval 534"/>
            <p:cNvSpPr/>
            <p:nvPr/>
          </p:nvSpPr>
          <p:spPr>
            <a:xfrm>
              <a:off x="9293400" y="4888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4" name="Oval 535"/>
            <p:cNvSpPr/>
            <p:nvPr/>
          </p:nvSpPr>
          <p:spPr>
            <a:xfrm>
              <a:off x="9293400" y="5289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5" name="Oval 536"/>
            <p:cNvSpPr/>
            <p:nvPr/>
          </p:nvSpPr>
          <p:spPr>
            <a:xfrm>
              <a:off x="9293400" y="5690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896" name="Group 537"/>
          <p:cNvGrpSpPr/>
          <p:nvPr/>
        </p:nvGrpSpPr>
        <p:grpSpPr>
          <a:xfrm>
            <a:off x="2622600" y="2093040"/>
            <a:ext cx="278640" cy="3885480"/>
            <a:chOff x="2622600" y="2093040"/>
            <a:chExt cx="278640" cy="3885480"/>
          </a:xfrm>
        </p:grpSpPr>
        <p:sp>
          <p:nvSpPr>
            <p:cNvPr id="897" name="Oval 538"/>
            <p:cNvSpPr/>
            <p:nvPr/>
          </p:nvSpPr>
          <p:spPr>
            <a:xfrm flipH="1">
              <a:off x="2622600" y="2093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8" name="Oval 539"/>
            <p:cNvSpPr/>
            <p:nvPr/>
          </p:nvSpPr>
          <p:spPr>
            <a:xfrm flipH="1">
              <a:off x="2622600" y="2493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99" name="Oval 540"/>
            <p:cNvSpPr/>
            <p:nvPr/>
          </p:nvSpPr>
          <p:spPr>
            <a:xfrm flipH="1">
              <a:off x="2622600" y="2894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0" name="Oval 541"/>
            <p:cNvSpPr/>
            <p:nvPr/>
          </p:nvSpPr>
          <p:spPr>
            <a:xfrm flipH="1">
              <a:off x="2622600" y="3295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1" name="Oval 542"/>
            <p:cNvSpPr/>
            <p:nvPr/>
          </p:nvSpPr>
          <p:spPr>
            <a:xfrm flipH="1">
              <a:off x="2622600" y="3696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2" name="Oval 543"/>
            <p:cNvSpPr/>
            <p:nvPr/>
          </p:nvSpPr>
          <p:spPr>
            <a:xfrm flipH="1">
              <a:off x="2622600" y="4096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3" name="Oval 544"/>
            <p:cNvSpPr/>
            <p:nvPr/>
          </p:nvSpPr>
          <p:spPr>
            <a:xfrm flipH="1">
              <a:off x="2622600" y="4497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4" name="Oval 545"/>
            <p:cNvSpPr/>
            <p:nvPr/>
          </p:nvSpPr>
          <p:spPr>
            <a:xfrm flipH="1">
              <a:off x="2622600" y="4898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5" name="Oval 546"/>
            <p:cNvSpPr/>
            <p:nvPr/>
          </p:nvSpPr>
          <p:spPr>
            <a:xfrm flipH="1">
              <a:off x="2622600" y="5299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06" name="Oval 547"/>
            <p:cNvSpPr/>
            <p:nvPr/>
          </p:nvSpPr>
          <p:spPr>
            <a:xfrm flipH="1">
              <a:off x="2622600" y="569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sp>
        <p:nvSpPr>
          <p:cNvPr id="907" name="TextBox 548"/>
          <p:cNvSpPr/>
          <p:nvPr/>
        </p:nvSpPr>
        <p:spPr>
          <a:xfrm>
            <a:off x="1533600" y="385884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908" name="TextBox 549"/>
          <p:cNvSpPr/>
          <p:nvPr/>
        </p:nvSpPr>
        <p:spPr>
          <a:xfrm flipH="1">
            <a:off x="10657440" y="382644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90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Adding complexity: width &amp; depth</a:t>
            </a:r>
            <a:endParaRPr b="0" lang="en-US" sz="4400" spc="-1" strike="noStrike">
              <a:solidFill>
                <a:schemeClr val="dk1"/>
              </a:solidFill>
              <a:latin typeface="Calibri"/>
            </a:endParaRPr>
          </a:p>
        </p:txBody>
      </p:sp>
    </p:spTree>
  </p:cSld>
  <mc:AlternateContent>
    <mc:Choice Requires="p14">
      <p:transition spd="slow" p14:dur="2000"/>
    </mc:Choice>
    <mc:Fallback>
      <p:transition spd="slow"/>
    </mc:Fallback>
  </mc:AlternateContent>
  <p:timing>
    <p:tnLst>
      <p:par>
        <p:cTn id="498" dur="indefinite" restart="never" nodeType="tmRoot">
          <p:childTnLst>
            <p:seq>
              <p:cTn id="499" dur="indefinite" nodeType="mainSeq">
                <p:childTnLst>
                  <p:par>
                    <p:cTn id="500" fill="hold">
                      <p:stCondLst>
                        <p:cond delay="indefinite"/>
                      </p:stCondLst>
                      <p:childTnLst>
                        <p:par>
                          <p:cTn id="501" fill="hold">
                            <p:stCondLst>
                              <p:cond delay="0"/>
                            </p:stCondLst>
                            <p:childTnLst>
                              <p:par>
                                <p:cTn id="502" nodeType="clickEffect" fill="hold" presetClass="entr" presetID="10">
                                  <p:stCondLst>
                                    <p:cond delay="0"/>
                                  </p:stCondLst>
                                  <p:childTnLst>
                                    <p:set>
                                      <p:cBhvr>
                                        <p:cTn id="503" dur="1" fill="hold">
                                          <p:stCondLst>
                                            <p:cond delay="0"/>
                                          </p:stCondLst>
                                        </p:cTn>
                                        <p:tgtEl>
                                          <p:spTgt spid="360"/>
                                        </p:tgtEl>
                                        <p:attrNameLst>
                                          <p:attrName>style.visibility</p:attrName>
                                        </p:attrNameLst>
                                      </p:cBhvr>
                                      <p:to>
                                        <p:strVal val="visible"/>
                                      </p:to>
                                    </p:set>
                                    <p:animEffect filter="fade" transition="in">
                                      <p:cBhvr additive="repl">
                                        <p:cTn id="504" dur="100"/>
                                        <p:tgtEl>
                                          <p:spTgt spid="360"/>
                                        </p:tgtEl>
                                      </p:cBhvr>
                                    </p:animEffect>
                                  </p:childTnLst>
                                </p:cTn>
                              </p:par>
                            </p:childTnLst>
                          </p:cTn>
                        </p:par>
                        <p:par>
                          <p:cTn id="505" fill="hold">
                            <p:stCondLst>
                              <p:cond delay="100"/>
                            </p:stCondLst>
                            <p:childTnLst>
                              <p:par>
                                <p:cTn id="506" nodeType="afterEffect" fill="hold" presetClass="entr" presetID="10">
                                  <p:stCondLst>
                                    <p:cond delay="0"/>
                                  </p:stCondLst>
                                  <p:childTnLst>
                                    <p:set>
                                      <p:cBhvr>
                                        <p:cTn id="507" dur="1" fill="hold">
                                          <p:stCondLst>
                                            <p:cond delay="0"/>
                                          </p:stCondLst>
                                        </p:cTn>
                                        <p:tgtEl>
                                          <p:spTgt spid="361"/>
                                        </p:tgtEl>
                                        <p:attrNameLst>
                                          <p:attrName>style.visibility</p:attrName>
                                        </p:attrNameLst>
                                      </p:cBhvr>
                                      <p:to>
                                        <p:strVal val="visible"/>
                                      </p:to>
                                    </p:set>
                                    <p:animEffect filter="fade" transition="in">
                                      <p:cBhvr additive="repl">
                                        <p:cTn id="508" dur="100"/>
                                        <p:tgtEl>
                                          <p:spTgt spid="361"/>
                                        </p:tgtEl>
                                      </p:cBhvr>
                                    </p:animEffect>
                                  </p:childTnLst>
                                </p:cTn>
                              </p:par>
                            </p:childTnLst>
                          </p:cTn>
                        </p:par>
                        <p:par>
                          <p:cTn id="509" fill="hold">
                            <p:stCondLst>
                              <p:cond delay="200"/>
                            </p:stCondLst>
                            <p:childTnLst>
                              <p:par>
                                <p:cTn id="510" nodeType="afterEffect" fill="hold" presetClass="entr" presetID="10">
                                  <p:stCondLst>
                                    <p:cond delay="0"/>
                                  </p:stCondLst>
                                  <p:childTnLst>
                                    <p:set>
                                      <p:cBhvr>
                                        <p:cTn id="511" dur="1" fill="hold">
                                          <p:stCondLst>
                                            <p:cond delay="0"/>
                                          </p:stCondLst>
                                        </p:cTn>
                                        <p:tgtEl>
                                          <p:spTgt spid="362"/>
                                        </p:tgtEl>
                                        <p:attrNameLst>
                                          <p:attrName>style.visibility</p:attrName>
                                        </p:attrNameLst>
                                      </p:cBhvr>
                                      <p:to>
                                        <p:strVal val="visible"/>
                                      </p:to>
                                    </p:set>
                                    <p:animEffect filter="fade" transition="in">
                                      <p:cBhvr additive="repl">
                                        <p:cTn id="512" dur="100"/>
                                        <p:tgtEl>
                                          <p:spTgt spid="362"/>
                                        </p:tgtEl>
                                      </p:cBhvr>
                                    </p:animEffect>
                                  </p:childTnLst>
                                </p:cTn>
                              </p:par>
                            </p:childTnLst>
                          </p:cTn>
                        </p:par>
                        <p:par>
                          <p:cTn id="513" fill="hold">
                            <p:stCondLst>
                              <p:cond delay="300"/>
                            </p:stCondLst>
                            <p:childTnLst>
                              <p:par>
                                <p:cTn id="514" nodeType="afterEffect" fill="hold" presetClass="entr" presetID="10">
                                  <p:stCondLst>
                                    <p:cond delay="0"/>
                                  </p:stCondLst>
                                  <p:childTnLst>
                                    <p:set>
                                      <p:cBhvr>
                                        <p:cTn id="515" dur="1" fill="hold">
                                          <p:stCondLst>
                                            <p:cond delay="0"/>
                                          </p:stCondLst>
                                        </p:cTn>
                                        <p:tgtEl>
                                          <p:spTgt spid="363"/>
                                        </p:tgtEl>
                                        <p:attrNameLst>
                                          <p:attrName>style.visibility</p:attrName>
                                        </p:attrNameLst>
                                      </p:cBhvr>
                                      <p:to>
                                        <p:strVal val="visible"/>
                                      </p:to>
                                    </p:set>
                                    <p:animEffect filter="fade" transition="in">
                                      <p:cBhvr additive="repl">
                                        <p:cTn id="516" dur="100"/>
                                        <p:tgtEl>
                                          <p:spTgt spid="363"/>
                                        </p:tgtEl>
                                      </p:cBhvr>
                                    </p:animEffect>
                                  </p:childTnLst>
                                </p:cTn>
                              </p:par>
                            </p:childTnLst>
                          </p:cTn>
                        </p:par>
                        <p:par>
                          <p:cTn id="517" fill="hold">
                            <p:stCondLst>
                              <p:cond delay="400"/>
                            </p:stCondLst>
                            <p:childTnLst>
                              <p:par>
                                <p:cTn id="518" nodeType="afterEffect" fill="hold" presetClass="entr" presetID="10">
                                  <p:stCondLst>
                                    <p:cond delay="0"/>
                                  </p:stCondLst>
                                  <p:childTnLst>
                                    <p:set>
                                      <p:cBhvr>
                                        <p:cTn id="519" dur="1" fill="hold">
                                          <p:stCondLst>
                                            <p:cond delay="0"/>
                                          </p:stCondLst>
                                        </p:cTn>
                                        <p:tgtEl>
                                          <p:spTgt spid="364"/>
                                        </p:tgtEl>
                                        <p:attrNameLst>
                                          <p:attrName>style.visibility</p:attrName>
                                        </p:attrNameLst>
                                      </p:cBhvr>
                                      <p:to>
                                        <p:strVal val="visible"/>
                                      </p:to>
                                    </p:set>
                                    <p:animEffect filter="fade" transition="in">
                                      <p:cBhvr additive="repl">
                                        <p:cTn id="520" dur="100"/>
                                        <p:tgtEl>
                                          <p:spTgt spid="364"/>
                                        </p:tgtEl>
                                      </p:cBhvr>
                                    </p:animEffect>
                                  </p:childTnLst>
                                </p:cTn>
                              </p:par>
                            </p:childTnLst>
                          </p:cTn>
                        </p:par>
                        <p:par>
                          <p:cTn id="521" fill="hold">
                            <p:stCondLst>
                              <p:cond delay="500"/>
                            </p:stCondLst>
                            <p:childTnLst>
                              <p:par>
                                <p:cTn id="522" nodeType="afterEffect" fill="hold" presetClass="entr" presetID="10">
                                  <p:stCondLst>
                                    <p:cond delay="0"/>
                                  </p:stCondLst>
                                  <p:childTnLst>
                                    <p:set>
                                      <p:cBhvr>
                                        <p:cTn id="523" dur="1" fill="hold">
                                          <p:stCondLst>
                                            <p:cond delay="0"/>
                                          </p:stCondLst>
                                        </p:cTn>
                                        <p:tgtEl>
                                          <p:spTgt spid="365"/>
                                        </p:tgtEl>
                                        <p:attrNameLst>
                                          <p:attrName>style.visibility</p:attrName>
                                        </p:attrNameLst>
                                      </p:cBhvr>
                                      <p:to>
                                        <p:strVal val="visible"/>
                                      </p:to>
                                    </p:set>
                                    <p:animEffect filter="fade" transition="in">
                                      <p:cBhvr additive="repl">
                                        <p:cTn id="524" dur="100"/>
                                        <p:tgtEl>
                                          <p:spTgt spid="365"/>
                                        </p:tgtEl>
                                      </p:cBhvr>
                                    </p:animEffect>
                                  </p:childTnLst>
                                </p:cTn>
                              </p:par>
                            </p:childTnLst>
                          </p:cTn>
                        </p:par>
                        <p:par>
                          <p:cTn id="525" fill="hold">
                            <p:stCondLst>
                              <p:cond delay="600"/>
                            </p:stCondLst>
                            <p:childTnLst>
                              <p:par>
                                <p:cTn id="526" nodeType="afterEffect" fill="hold" presetClass="entr" presetID="10">
                                  <p:stCondLst>
                                    <p:cond delay="0"/>
                                  </p:stCondLst>
                                  <p:childTnLst>
                                    <p:set>
                                      <p:cBhvr>
                                        <p:cTn id="527" dur="1" fill="hold">
                                          <p:stCondLst>
                                            <p:cond delay="0"/>
                                          </p:stCondLst>
                                        </p:cTn>
                                        <p:tgtEl>
                                          <p:spTgt spid="366"/>
                                        </p:tgtEl>
                                        <p:attrNameLst>
                                          <p:attrName>style.visibility</p:attrName>
                                        </p:attrNameLst>
                                      </p:cBhvr>
                                      <p:to>
                                        <p:strVal val="visible"/>
                                      </p:to>
                                    </p:set>
                                    <p:animEffect filter="fade" transition="in">
                                      <p:cBhvr additive="repl">
                                        <p:cTn id="528" dur="100"/>
                                        <p:tgtEl>
                                          <p:spTgt spid="366"/>
                                        </p:tgtEl>
                                      </p:cBhvr>
                                    </p:animEffect>
                                  </p:childTnLst>
                                </p:cTn>
                              </p:par>
                            </p:childTnLst>
                          </p:cTn>
                        </p:par>
                        <p:par>
                          <p:cTn id="529" fill="hold">
                            <p:stCondLst>
                              <p:cond delay="700"/>
                            </p:stCondLst>
                            <p:childTnLst>
                              <p:par>
                                <p:cTn id="530" nodeType="afterEffect" fill="hold" presetClass="entr" presetID="10">
                                  <p:stCondLst>
                                    <p:cond delay="0"/>
                                  </p:stCondLst>
                                  <p:childTnLst>
                                    <p:set>
                                      <p:cBhvr>
                                        <p:cTn id="531" dur="1" fill="hold">
                                          <p:stCondLst>
                                            <p:cond delay="0"/>
                                          </p:stCondLst>
                                        </p:cTn>
                                        <p:tgtEl>
                                          <p:spTgt spid="367"/>
                                        </p:tgtEl>
                                        <p:attrNameLst>
                                          <p:attrName>style.visibility</p:attrName>
                                        </p:attrNameLst>
                                      </p:cBhvr>
                                      <p:to>
                                        <p:strVal val="visible"/>
                                      </p:to>
                                    </p:set>
                                    <p:animEffect filter="fade" transition="in">
                                      <p:cBhvr additive="repl">
                                        <p:cTn id="532" dur="100"/>
                                        <p:tgtEl>
                                          <p:spTgt spid="367"/>
                                        </p:tgtEl>
                                      </p:cBhvr>
                                    </p:animEffect>
                                  </p:childTnLst>
                                </p:cTn>
                              </p:par>
                            </p:childTnLst>
                          </p:cTn>
                        </p:par>
                        <p:par>
                          <p:cTn id="533" fill="hold">
                            <p:stCondLst>
                              <p:cond delay="800"/>
                            </p:stCondLst>
                            <p:childTnLst>
                              <p:par>
                                <p:cTn id="534" nodeType="afterEffect" fill="hold" presetClass="entr" presetID="10">
                                  <p:stCondLst>
                                    <p:cond delay="0"/>
                                  </p:stCondLst>
                                  <p:childTnLst>
                                    <p:set>
                                      <p:cBhvr>
                                        <p:cTn id="535" dur="1" fill="hold">
                                          <p:stCondLst>
                                            <p:cond delay="0"/>
                                          </p:stCondLst>
                                        </p:cTn>
                                        <p:tgtEl>
                                          <p:spTgt spid="368"/>
                                        </p:tgtEl>
                                        <p:attrNameLst>
                                          <p:attrName>style.visibility</p:attrName>
                                        </p:attrNameLst>
                                      </p:cBhvr>
                                      <p:to>
                                        <p:strVal val="visible"/>
                                      </p:to>
                                    </p:set>
                                    <p:animEffect filter="fade" transition="in">
                                      <p:cBhvr additive="repl">
                                        <p:cTn id="536" dur="100"/>
                                        <p:tgtEl>
                                          <p:spTgt spid="368"/>
                                        </p:tgtEl>
                                      </p:cBhvr>
                                    </p:animEffect>
                                  </p:childTnLst>
                                </p:cTn>
                              </p:par>
                            </p:childTnLst>
                          </p:cTn>
                        </p:par>
                        <p:par>
                          <p:cTn id="537" fill="hold">
                            <p:stCondLst>
                              <p:cond delay="900"/>
                            </p:stCondLst>
                            <p:childTnLst>
                              <p:par>
                                <p:cTn id="538" nodeType="afterEffect" fill="hold" presetClass="entr" presetID="10">
                                  <p:stCondLst>
                                    <p:cond delay="0"/>
                                  </p:stCondLst>
                                  <p:childTnLst>
                                    <p:set>
                                      <p:cBhvr>
                                        <p:cTn id="539" dur="1" fill="hold">
                                          <p:stCondLst>
                                            <p:cond delay="0"/>
                                          </p:stCondLst>
                                        </p:cTn>
                                        <p:tgtEl>
                                          <p:spTgt spid="369"/>
                                        </p:tgtEl>
                                        <p:attrNameLst>
                                          <p:attrName>style.visibility</p:attrName>
                                        </p:attrNameLst>
                                      </p:cBhvr>
                                      <p:to>
                                        <p:strVal val="visible"/>
                                      </p:to>
                                    </p:set>
                                    <p:animEffect filter="fade" transition="in">
                                      <p:cBhvr additive="repl">
                                        <p:cTn id="540" dur="100"/>
                                        <p:tgtEl>
                                          <p:spTgt spid="369"/>
                                        </p:tgtEl>
                                      </p:cBhvr>
                                    </p:animEffect>
                                  </p:childTnLst>
                                </p:cTn>
                              </p:par>
                            </p:childTnLst>
                          </p:cTn>
                        </p:par>
                      </p:childTnLst>
                    </p:cTn>
                  </p:par>
                  <p:par>
                    <p:cTn id="541" fill="hold">
                      <p:stCondLst>
                        <p:cond delay="indefinite"/>
                      </p:stCondLst>
                      <p:childTnLst>
                        <p:par>
                          <p:cTn id="542" fill="hold">
                            <p:stCondLst>
                              <p:cond delay="0"/>
                            </p:stCondLst>
                            <p:childTnLst>
                              <p:par>
                                <p:cTn id="543" nodeType="clickEffect" fill="hold" presetClass="entr" presetID="10">
                                  <p:stCondLst>
                                    <p:cond delay="0"/>
                                  </p:stCondLst>
                                  <p:childTnLst>
                                    <p:set>
                                      <p:cBhvr>
                                        <p:cTn id="544" dur="1" fill="hold">
                                          <p:stCondLst>
                                            <p:cond delay="0"/>
                                          </p:stCondLst>
                                        </p:cTn>
                                        <p:tgtEl>
                                          <p:spTgt spid="370"/>
                                        </p:tgtEl>
                                        <p:attrNameLst>
                                          <p:attrName>style.visibility</p:attrName>
                                        </p:attrNameLst>
                                      </p:cBhvr>
                                      <p:to>
                                        <p:strVal val="visible"/>
                                      </p:to>
                                    </p:set>
                                    <p:animEffect filter="fade" transition="in">
                                      <p:cBhvr additive="repl">
                                        <p:cTn id="545" dur="15"/>
                                        <p:tgtEl>
                                          <p:spTgt spid="370"/>
                                        </p:tgtEl>
                                      </p:cBhvr>
                                    </p:animEffect>
                                  </p:childTnLst>
                                </p:cTn>
                              </p:par>
                            </p:childTnLst>
                          </p:cTn>
                        </p:par>
                        <p:par>
                          <p:cTn id="546" fill="hold">
                            <p:stCondLst>
                              <p:cond delay="15"/>
                            </p:stCondLst>
                            <p:childTnLst>
                              <p:par>
                                <p:cTn id="547" nodeType="afterEffect" fill="hold" presetClass="entr" presetID="10">
                                  <p:stCondLst>
                                    <p:cond delay="0"/>
                                  </p:stCondLst>
                                  <p:childTnLst>
                                    <p:set>
                                      <p:cBhvr>
                                        <p:cTn id="548" dur="1" fill="hold">
                                          <p:stCondLst>
                                            <p:cond delay="0"/>
                                          </p:stCondLst>
                                        </p:cTn>
                                        <p:tgtEl>
                                          <p:spTgt spid="371"/>
                                        </p:tgtEl>
                                        <p:attrNameLst>
                                          <p:attrName>style.visibility</p:attrName>
                                        </p:attrNameLst>
                                      </p:cBhvr>
                                      <p:to>
                                        <p:strVal val="visible"/>
                                      </p:to>
                                    </p:set>
                                    <p:animEffect filter="fade" transition="in">
                                      <p:cBhvr additive="repl">
                                        <p:cTn id="549" dur="15"/>
                                        <p:tgtEl>
                                          <p:spTgt spid="371"/>
                                        </p:tgtEl>
                                      </p:cBhvr>
                                    </p:animEffect>
                                  </p:childTnLst>
                                </p:cTn>
                              </p:par>
                            </p:childTnLst>
                          </p:cTn>
                        </p:par>
                        <p:par>
                          <p:cTn id="550" fill="hold">
                            <p:stCondLst>
                              <p:cond delay="30"/>
                            </p:stCondLst>
                            <p:childTnLst>
                              <p:par>
                                <p:cTn id="551" nodeType="afterEffect" fill="hold" presetClass="entr" presetID="10">
                                  <p:stCondLst>
                                    <p:cond delay="0"/>
                                  </p:stCondLst>
                                  <p:childTnLst>
                                    <p:set>
                                      <p:cBhvr>
                                        <p:cTn id="552" dur="1" fill="hold">
                                          <p:stCondLst>
                                            <p:cond delay="0"/>
                                          </p:stCondLst>
                                        </p:cTn>
                                        <p:tgtEl>
                                          <p:spTgt spid="372"/>
                                        </p:tgtEl>
                                        <p:attrNameLst>
                                          <p:attrName>style.visibility</p:attrName>
                                        </p:attrNameLst>
                                      </p:cBhvr>
                                      <p:to>
                                        <p:strVal val="visible"/>
                                      </p:to>
                                    </p:set>
                                    <p:animEffect filter="fade" transition="in">
                                      <p:cBhvr additive="repl">
                                        <p:cTn id="553" dur="15"/>
                                        <p:tgtEl>
                                          <p:spTgt spid="372"/>
                                        </p:tgtEl>
                                      </p:cBhvr>
                                    </p:animEffect>
                                  </p:childTnLst>
                                </p:cTn>
                              </p:par>
                            </p:childTnLst>
                          </p:cTn>
                        </p:par>
                        <p:par>
                          <p:cTn id="554" fill="hold">
                            <p:stCondLst>
                              <p:cond delay="45"/>
                            </p:stCondLst>
                            <p:childTnLst>
                              <p:par>
                                <p:cTn id="555" nodeType="afterEffect" fill="hold" presetClass="entr" presetID="10">
                                  <p:stCondLst>
                                    <p:cond delay="0"/>
                                  </p:stCondLst>
                                  <p:childTnLst>
                                    <p:set>
                                      <p:cBhvr>
                                        <p:cTn id="556" dur="1" fill="hold">
                                          <p:stCondLst>
                                            <p:cond delay="0"/>
                                          </p:stCondLst>
                                        </p:cTn>
                                        <p:tgtEl>
                                          <p:spTgt spid="373"/>
                                        </p:tgtEl>
                                        <p:attrNameLst>
                                          <p:attrName>style.visibility</p:attrName>
                                        </p:attrNameLst>
                                      </p:cBhvr>
                                      <p:to>
                                        <p:strVal val="visible"/>
                                      </p:to>
                                    </p:set>
                                    <p:animEffect filter="fade" transition="in">
                                      <p:cBhvr additive="repl">
                                        <p:cTn id="557" dur="15"/>
                                        <p:tgtEl>
                                          <p:spTgt spid="373"/>
                                        </p:tgtEl>
                                      </p:cBhvr>
                                    </p:animEffect>
                                  </p:childTnLst>
                                </p:cTn>
                              </p:par>
                            </p:childTnLst>
                          </p:cTn>
                        </p:par>
                        <p:par>
                          <p:cTn id="558" fill="hold">
                            <p:stCondLst>
                              <p:cond delay="60"/>
                            </p:stCondLst>
                            <p:childTnLst>
                              <p:par>
                                <p:cTn id="559" nodeType="afterEffect" fill="hold" presetClass="entr" presetID="10">
                                  <p:stCondLst>
                                    <p:cond delay="0"/>
                                  </p:stCondLst>
                                  <p:childTnLst>
                                    <p:set>
                                      <p:cBhvr>
                                        <p:cTn id="560" dur="1" fill="hold">
                                          <p:stCondLst>
                                            <p:cond delay="0"/>
                                          </p:stCondLst>
                                        </p:cTn>
                                        <p:tgtEl>
                                          <p:spTgt spid="374"/>
                                        </p:tgtEl>
                                        <p:attrNameLst>
                                          <p:attrName>style.visibility</p:attrName>
                                        </p:attrNameLst>
                                      </p:cBhvr>
                                      <p:to>
                                        <p:strVal val="visible"/>
                                      </p:to>
                                    </p:set>
                                    <p:animEffect filter="fade" transition="in">
                                      <p:cBhvr additive="repl">
                                        <p:cTn id="561" dur="15"/>
                                        <p:tgtEl>
                                          <p:spTgt spid="374"/>
                                        </p:tgtEl>
                                      </p:cBhvr>
                                    </p:animEffect>
                                  </p:childTnLst>
                                </p:cTn>
                              </p:par>
                            </p:childTnLst>
                          </p:cTn>
                        </p:par>
                        <p:par>
                          <p:cTn id="562" fill="hold">
                            <p:stCondLst>
                              <p:cond delay="75"/>
                            </p:stCondLst>
                            <p:childTnLst>
                              <p:par>
                                <p:cTn id="563" nodeType="afterEffect" fill="hold" presetClass="entr" presetID="10">
                                  <p:stCondLst>
                                    <p:cond delay="0"/>
                                  </p:stCondLst>
                                  <p:childTnLst>
                                    <p:set>
                                      <p:cBhvr>
                                        <p:cTn id="564" dur="1" fill="hold">
                                          <p:stCondLst>
                                            <p:cond delay="0"/>
                                          </p:stCondLst>
                                        </p:cTn>
                                        <p:tgtEl>
                                          <p:spTgt spid="375"/>
                                        </p:tgtEl>
                                        <p:attrNameLst>
                                          <p:attrName>style.visibility</p:attrName>
                                        </p:attrNameLst>
                                      </p:cBhvr>
                                      <p:to>
                                        <p:strVal val="visible"/>
                                      </p:to>
                                    </p:set>
                                    <p:animEffect filter="fade" transition="in">
                                      <p:cBhvr additive="repl">
                                        <p:cTn id="565" dur="15"/>
                                        <p:tgtEl>
                                          <p:spTgt spid="375"/>
                                        </p:tgtEl>
                                      </p:cBhvr>
                                    </p:animEffect>
                                  </p:childTnLst>
                                </p:cTn>
                              </p:par>
                            </p:childTnLst>
                          </p:cTn>
                        </p:par>
                        <p:par>
                          <p:cTn id="566" fill="hold">
                            <p:stCondLst>
                              <p:cond delay="90"/>
                            </p:stCondLst>
                            <p:childTnLst>
                              <p:par>
                                <p:cTn id="567" nodeType="afterEffect" fill="hold" presetClass="entr" presetID="10">
                                  <p:stCondLst>
                                    <p:cond delay="0"/>
                                  </p:stCondLst>
                                  <p:childTnLst>
                                    <p:set>
                                      <p:cBhvr>
                                        <p:cTn id="568" dur="1" fill="hold">
                                          <p:stCondLst>
                                            <p:cond delay="0"/>
                                          </p:stCondLst>
                                        </p:cTn>
                                        <p:tgtEl>
                                          <p:spTgt spid="376"/>
                                        </p:tgtEl>
                                        <p:attrNameLst>
                                          <p:attrName>style.visibility</p:attrName>
                                        </p:attrNameLst>
                                      </p:cBhvr>
                                      <p:to>
                                        <p:strVal val="visible"/>
                                      </p:to>
                                    </p:set>
                                    <p:animEffect filter="fade" transition="in">
                                      <p:cBhvr additive="repl">
                                        <p:cTn id="569" dur="15"/>
                                        <p:tgtEl>
                                          <p:spTgt spid="376"/>
                                        </p:tgtEl>
                                      </p:cBhvr>
                                    </p:animEffect>
                                  </p:childTnLst>
                                </p:cTn>
                              </p:par>
                            </p:childTnLst>
                          </p:cTn>
                        </p:par>
                        <p:par>
                          <p:cTn id="570" fill="hold">
                            <p:stCondLst>
                              <p:cond delay="105"/>
                            </p:stCondLst>
                            <p:childTnLst>
                              <p:par>
                                <p:cTn id="571" nodeType="afterEffect" fill="hold" presetClass="entr" presetID="10">
                                  <p:stCondLst>
                                    <p:cond delay="0"/>
                                  </p:stCondLst>
                                  <p:childTnLst>
                                    <p:set>
                                      <p:cBhvr>
                                        <p:cTn id="572" dur="1" fill="hold">
                                          <p:stCondLst>
                                            <p:cond delay="0"/>
                                          </p:stCondLst>
                                        </p:cTn>
                                        <p:tgtEl>
                                          <p:spTgt spid="377"/>
                                        </p:tgtEl>
                                        <p:attrNameLst>
                                          <p:attrName>style.visibility</p:attrName>
                                        </p:attrNameLst>
                                      </p:cBhvr>
                                      <p:to>
                                        <p:strVal val="visible"/>
                                      </p:to>
                                    </p:set>
                                    <p:animEffect filter="fade" transition="in">
                                      <p:cBhvr additive="repl">
                                        <p:cTn id="573" dur="15"/>
                                        <p:tgtEl>
                                          <p:spTgt spid="377"/>
                                        </p:tgtEl>
                                      </p:cBhvr>
                                    </p:animEffect>
                                  </p:childTnLst>
                                </p:cTn>
                              </p:par>
                            </p:childTnLst>
                          </p:cTn>
                        </p:par>
                        <p:par>
                          <p:cTn id="574" fill="hold">
                            <p:stCondLst>
                              <p:cond delay="120"/>
                            </p:stCondLst>
                            <p:childTnLst>
                              <p:par>
                                <p:cTn id="575" nodeType="afterEffect" fill="hold" presetClass="entr" presetID="10">
                                  <p:stCondLst>
                                    <p:cond delay="0"/>
                                  </p:stCondLst>
                                  <p:childTnLst>
                                    <p:set>
                                      <p:cBhvr>
                                        <p:cTn id="576" dur="1" fill="hold">
                                          <p:stCondLst>
                                            <p:cond delay="0"/>
                                          </p:stCondLst>
                                        </p:cTn>
                                        <p:tgtEl>
                                          <p:spTgt spid="378"/>
                                        </p:tgtEl>
                                        <p:attrNameLst>
                                          <p:attrName>style.visibility</p:attrName>
                                        </p:attrNameLst>
                                      </p:cBhvr>
                                      <p:to>
                                        <p:strVal val="visible"/>
                                      </p:to>
                                    </p:set>
                                    <p:animEffect filter="fade" transition="in">
                                      <p:cBhvr additive="repl">
                                        <p:cTn id="577" dur="15"/>
                                        <p:tgtEl>
                                          <p:spTgt spid="378"/>
                                        </p:tgtEl>
                                      </p:cBhvr>
                                    </p:animEffect>
                                  </p:childTnLst>
                                </p:cTn>
                              </p:par>
                            </p:childTnLst>
                          </p:cTn>
                        </p:par>
                        <p:par>
                          <p:cTn id="578" fill="hold">
                            <p:stCondLst>
                              <p:cond delay="135"/>
                            </p:stCondLst>
                            <p:childTnLst>
                              <p:par>
                                <p:cTn id="579" nodeType="afterEffect" fill="hold" presetClass="entr" presetID="10">
                                  <p:stCondLst>
                                    <p:cond delay="0"/>
                                  </p:stCondLst>
                                  <p:childTnLst>
                                    <p:set>
                                      <p:cBhvr>
                                        <p:cTn id="580" dur="1" fill="hold">
                                          <p:stCondLst>
                                            <p:cond delay="0"/>
                                          </p:stCondLst>
                                        </p:cTn>
                                        <p:tgtEl>
                                          <p:spTgt spid="379"/>
                                        </p:tgtEl>
                                        <p:attrNameLst>
                                          <p:attrName>style.visibility</p:attrName>
                                        </p:attrNameLst>
                                      </p:cBhvr>
                                      <p:to>
                                        <p:strVal val="visible"/>
                                      </p:to>
                                    </p:set>
                                    <p:animEffect filter="fade" transition="in">
                                      <p:cBhvr additive="repl">
                                        <p:cTn id="581" dur="15"/>
                                        <p:tgtEl>
                                          <p:spTgt spid="379"/>
                                        </p:tgtEl>
                                      </p:cBhvr>
                                    </p:animEffect>
                                  </p:childTnLst>
                                </p:cTn>
                              </p:par>
                            </p:childTnLst>
                          </p:cTn>
                        </p:par>
                        <p:par>
                          <p:cTn id="582" fill="hold">
                            <p:stCondLst>
                              <p:cond delay="150"/>
                            </p:stCondLst>
                            <p:childTnLst>
                              <p:par>
                                <p:cTn id="583" nodeType="afterEffect" fill="hold" presetClass="entr" presetID="10">
                                  <p:stCondLst>
                                    <p:cond delay="0"/>
                                  </p:stCondLst>
                                  <p:childTnLst>
                                    <p:set>
                                      <p:cBhvr>
                                        <p:cTn id="584" dur="1" fill="hold">
                                          <p:stCondLst>
                                            <p:cond delay="0"/>
                                          </p:stCondLst>
                                        </p:cTn>
                                        <p:tgtEl>
                                          <p:spTgt spid="380"/>
                                        </p:tgtEl>
                                        <p:attrNameLst>
                                          <p:attrName>style.visibility</p:attrName>
                                        </p:attrNameLst>
                                      </p:cBhvr>
                                      <p:to>
                                        <p:strVal val="visible"/>
                                      </p:to>
                                    </p:set>
                                    <p:animEffect filter="fade" transition="in">
                                      <p:cBhvr additive="repl">
                                        <p:cTn id="585" dur="15"/>
                                        <p:tgtEl>
                                          <p:spTgt spid="380"/>
                                        </p:tgtEl>
                                      </p:cBhvr>
                                    </p:animEffect>
                                  </p:childTnLst>
                                </p:cTn>
                              </p:par>
                            </p:childTnLst>
                          </p:cTn>
                        </p:par>
                        <p:par>
                          <p:cTn id="586" fill="hold">
                            <p:stCondLst>
                              <p:cond delay="165"/>
                            </p:stCondLst>
                            <p:childTnLst>
                              <p:par>
                                <p:cTn id="587" nodeType="afterEffect" fill="hold" presetClass="entr" presetID="10">
                                  <p:stCondLst>
                                    <p:cond delay="0"/>
                                  </p:stCondLst>
                                  <p:childTnLst>
                                    <p:set>
                                      <p:cBhvr>
                                        <p:cTn id="588" dur="1" fill="hold">
                                          <p:stCondLst>
                                            <p:cond delay="0"/>
                                          </p:stCondLst>
                                        </p:cTn>
                                        <p:tgtEl>
                                          <p:spTgt spid="381"/>
                                        </p:tgtEl>
                                        <p:attrNameLst>
                                          <p:attrName>style.visibility</p:attrName>
                                        </p:attrNameLst>
                                      </p:cBhvr>
                                      <p:to>
                                        <p:strVal val="visible"/>
                                      </p:to>
                                    </p:set>
                                    <p:animEffect filter="fade" transition="in">
                                      <p:cBhvr additive="repl">
                                        <p:cTn id="589" dur="15"/>
                                        <p:tgtEl>
                                          <p:spTgt spid="381"/>
                                        </p:tgtEl>
                                      </p:cBhvr>
                                    </p:animEffect>
                                  </p:childTnLst>
                                </p:cTn>
                              </p:par>
                            </p:childTnLst>
                          </p:cTn>
                        </p:par>
                        <p:par>
                          <p:cTn id="590" fill="hold">
                            <p:stCondLst>
                              <p:cond delay="180"/>
                            </p:stCondLst>
                            <p:childTnLst>
                              <p:par>
                                <p:cTn id="591" nodeType="afterEffect" fill="hold" presetClass="entr" presetID="10">
                                  <p:stCondLst>
                                    <p:cond delay="0"/>
                                  </p:stCondLst>
                                  <p:childTnLst>
                                    <p:set>
                                      <p:cBhvr>
                                        <p:cTn id="592" dur="1" fill="hold">
                                          <p:stCondLst>
                                            <p:cond delay="0"/>
                                          </p:stCondLst>
                                        </p:cTn>
                                        <p:tgtEl>
                                          <p:spTgt spid="382"/>
                                        </p:tgtEl>
                                        <p:attrNameLst>
                                          <p:attrName>style.visibility</p:attrName>
                                        </p:attrNameLst>
                                      </p:cBhvr>
                                      <p:to>
                                        <p:strVal val="visible"/>
                                      </p:to>
                                    </p:set>
                                    <p:animEffect filter="fade" transition="in">
                                      <p:cBhvr additive="repl">
                                        <p:cTn id="593" dur="15"/>
                                        <p:tgtEl>
                                          <p:spTgt spid="382"/>
                                        </p:tgtEl>
                                      </p:cBhvr>
                                    </p:animEffect>
                                  </p:childTnLst>
                                </p:cTn>
                              </p:par>
                            </p:childTnLst>
                          </p:cTn>
                        </p:par>
                        <p:par>
                          <p:cTn id="594" fill="hold">
                            <p:stCondLst>
                              <p:cond delay="195"/>
                            </p:stCondLst>
                            <p:childTnLst>
                              <p:par>
                                <p:cTn id="595" nodeType="afterEffect" fill="hold" presetClass="entr" presetID="10">
                                  <p:stCondLst>
                                    <p:cond delay="0"/>
                                  </p:stCondLst>
                                  <p:childTnLst>
                                    <p:set>
                                      <p:cBhvr>
                                        <p:cTn id="596" dur="1" fill="hold">
                                          <p:stCondLst>
                                            <p:cond delay="0"/>
                                          </p:stCondLst>
                                        </p:cTn>
                                        <p:tgtEl>
                                          <p:spTgt spid="383"/>
                                        </p:tgtEl>
                                        <p:attrNameLst>
                                          <p:attrName>style.visibility</p:attrName>
                                        </p:attrNameLst>
                                      </p:cBhvr>
                                      <p:to>
                                        <p:strVal val="visible"/>
                                      </p:to>
                                    </p:set>
                                    <p:animEffect filter="fade" transition="in">
                                      <p:cBhvr additive="repl">
                                        <p:cTn id="597" dur="15"/>
                                        <p:tgtEl>
                                          <p:spTgt spid="383"/>
                                        </p:tgtEl>
                                      </p:cBhvr>
                                    </p:animEffect>
                                  </p:childTnLst>
                                </p:cTn>
                              </p:par>
                            </p:childTnLst>
                          </p:cTn>
                        </p:par>
                        <p:par>
                          <p:cTn id="598" fill="hold">
                            <p:stCondLst>
                              <p:cond delay="210"/>
                            </p:stCondLst>
                            <p:childTnLst>
                              <p:par>
                                <p:cTn id="599" nodeType="afterEffect" fill="hold" presetClass="entr" presetID="10">
                                  <p:stCondLst>
                                    <p:cond delay="0"/>
                                  </p:stCondLst>
                                  <p:childTnLst>
                                    <p:set>
                                      <p:cBhvr>
                                        <p:cTn id="600" dur="1" fill="hold">
                                          <p:stCondLst>
                                            <p:cond delay="0"/>
                                          </p:stCondLst>
                                        </p:cTn>
                                        <p:tgtEl>
                                          <p:spTgt spid="384"/>
                                        </p:tgtEl>
                                        <p:attrNameLst>
                                          <p:attrName>style.visibility</p:attrName>
                                        </p:attrNameLst>
                                      </p:cBhvr>
                                      <p:to>
                                        <p:strVal val="visible"/>
                                      </p:to>
                                    </p:set>
                                    <p:animEffect filter="fade" transition="in">
                                      <p:cBhvr additive="repl">
                                        <p:cTn id="601" dur="15"/>
                                        <p:tgtEl>
                                          <p:spTgt spid="384"/>
                                        </p:tgtEl>
                                      </p:cBhvr>
                                    </p:animEffect>
                                  </p:childTnLst>
                                </p:cTn>
                              </p:par>
                            </p:childTnLst>
                          </p:cTn>
                        </p:par>
                        <p:par>
                          <p:cTn id="602" fill="hold">
                            <p:stCondLst>
                              <p:cond delay="225"/>
                            </p:stCondLst>
                            <p:childTnLst>
                              <p:par>
                                <p:cTn id="603" nodeType="afterEffect" fill="hold" presetClass="entr" presetID="10">
                                  <p:stCondLst>
                                    <p:cond delay="0"/>
                                  </p:stCondLst>
                                  <p:childTnLst>
                                    <p:set>
                                      <p:cBhvr>
                                        <p:cTn id="604" dur="1" fill="hold">
                                          <p:stCondLst>
                                            <p:cond delay="0"/>
                                          </p:stCondLst>
                                        </p:cTn>
                                        <p:tgtEl>
                                          <p:spTgt spid="385"/>
                                        </p:tgtEl>
                                        <p:attrNameLst>
                                          <p:attrName>style.visibility</p:attrName>
                                        </p:attrNameLst>
                                      </p:cBhvr>
                                      <p:to>
                                        <p:strVal val="visible"/>
                                      </p:to>
                                    </p:set>
                                    <p:animEffect filter="fade" transition="in">
                                      <p:cBhvr additive="repl">
                                        <p:cTn id="605" dur="15"/>
                                        <p:tgtEl>
                                          <p:spTgt spid="385"/>
                                        </p:tgtEl>
                                      </p:cBhvr>
                                    </p:animEffect>
                                  </p:childTnLst>
                                </p:cTn>
                              </p:par>
                            </p:childTnLst>
                          </p:cTn>
                        </p:par>
                        <p:par>
                          <p:cTn id="606" fill="hold">
                            <p:stCondLst>
                              <p:cond delay="240"/>
                            </p:stCondLst>
                            <p:childTnLst>
                              <p:par>
                                <p:cTn id="607" nodeType="afterEffect" fill="hold" presetClass="entr" presetID="10">
                                  <p:stCondLst>
                                    <p:cond delay="0"/>
                                  </p:stCondLst>
                                  <p:childTnLst>
                                    <p:set>
                                      <p:cBhvr>
                                        <p:cTn id="608" dur="1" fill="hold">
                                          <p:stCondLst>
                                            <p:cond delay="0"/>
                                          </p:stCondLst>
                                        </p:cTn>
                                        <p:tgtEl>
                                          <p:spTgt spid="386"/>
                                        </p:tgtEl>
                                        <p:attrNameLst>
                                          <p:attrName>style.visibility</p:attrName>
                                        </p:attrNameLst>
                                      </p:cBhvr>
                                      <p:to>
                                        <p:strVal val="visible"/>
                                      </p:to>
                                    </p:set>
                                    <p:animEffect filter="fade" transition="in">
                                      <p:cBhvr additive="repl">
                                        <p:cTn id="609" dur="15"/>
                                        <p:tgtEl>
                                          <p:spTgt spid="386"/>
                                        </p:tgtEl>
                                      </p:cBhvr>
                                    </p:animEffect>
                                  </p:childTnLst>
                                </p:cTn>
                              </p:par>
                            </p:childTnLst>
                          </p:cTn>
                        </p:par>
                        <p:par>
                          <p:cTn id="610" fill="hold">
                            <p:stCondLst>
                              <p:cond delay="255"/>
                            </p:stCondLst>
                            <p:childTnLst>
                              <p:par>
                                <p:cTn id="611" nodeType="afterEffect" fill="hold" presetClass="entr" presetID="10">
                                  <p:stCondLst>
                                    <p:cond delay="0"/>
                                  </p:stCondLst>
                                  <p:childTnLst>
                                    <p:set>
                                      <p:cBhvr>
                                        <p:cTn id="612" dur="1" fill="hold">
                                          <p:stCondLst>
                                            <p:cond delay="0"/>
                                          </p:stCondLst>
                                        </p:cTn>
                                        <p:tgtEl>
                                          <p:spTgt spid="387"/>
                                        </p:tgtEl>
                                        <p:attrNameLst>
                                          <p:attrName>style.visibility</p:attrName>
                                        </p:attrNameLst>
                                      </p:cBhvr>
                                      <p:to>
                                        <p:strVal val="visible"/>
                                      </p:to>
                                    </p:set>
                                    <p:animEffect filter="fade" transition="in">
                                      <p:cBhvr additive="repl">
                                        <p:cTn id="613" dur="15"/>
                                        <p:tgtEl>
                                          <p:spTgt spid="387"/>
                                        </p:tgtEl>
                                      </p:cBhvr>
                                    </p:animEffect>
                                  </p:childTnLst>
                                </p:cTn>
                              </p:par>
                            </p:childTnLst>
                          </p:cTn>
                        </p:par>
                        <p:par>
                          <p:cTn id="614" fill="hold">
                            <p:stCondLst>
                              <p:cond delay="270"/>
                            </p:stCondLst>
                            <p:childTnLst>
                              <p:par>
                                <p:cTn id="615" nodeType="afterEffect" fill="hold" presetClass="entr" presetID="10">
                                  <p:stCondLst>
                                    <p:cond delay="0"/>
                                  </p:stCondLst>
                                  <p:childTnLst>
                                    <p:set>
                                      <p:cBhvr>
                                        <p:cTn id="616" dur="1" fill="hold">
                                          <p:stCondLst>
                                            <p:cond delay="0"/>
                                          </p:stCondLst>
                                        </p:cTn>
                                        <p:tgtEl>
                                          <p:spTgt spid="388"/>
                                        </p:tgtEl>
                                        <p:attrNameLst>
                                          <p:attrName>style.visibility</p:attrName>
                                        </p:attrNameLst>
                                      </p:cBhvr>
                                      <p:to>
                                        <p:strVal val="visible"/>
                                      </p:to>
                                    </p:set>
                                    <p:animEffect filter="fade" transition="in">
                                      <p:cBhvr additive="repl">
                                        <p:cTn id="617" dur="15"/>
                                        <p:tgtEl>
                                          <p:spTgt spid="388"/>
                                        </p:tgtEl>
                                      </p:cBhvr>
                                    </p:animEffect>
                                  </p:childTnLst>
                                </p:cTn>
                              </p:par>
                            </p:childTnLst>
                          </p:cTn>
                        </p:par>
                        <p:par>
                          <p:cTn id="618" fill="hold">
                            <p:stCondLst>
                              <p:cond delay="285"/>
                            </p:stCondLst>
                            <p:childTnLst>
                              <p:par>
                                <p:cTn id="619" nodeType="afterEffect" fill="hold" presetClass="entr" presetID="10">
                                  <p:stCondLst>
                                    <p:cond delay="0"/>
                                  </p:stCondLst>
                                  <p:childTnLst>
                                    <p:set>
                                      <p:cBhvr>
                                        <p:cTn id="620" dur="1" fill="hold">
                                          <p:stCondLst>
                                            <p:cond delay="0"/>
                                          </p:stCondLst>
                                        </p:cTn>
                                        <p:tgtEl>
                                          <p:spTgt spid="389"/>
                                        </p:tgtEl>
                                        <p:attrNameLst>
                                          <p:attrName>style.visibility</p:attrName>
                                        </p:attrNameLst>
                                      </p:cBhvr>
                                      <p:to>
                                        <p:strVal val="visible"/>
                                      </p:to>
                                    </p:set>
                                    <p:animEffect filter="fade" transition="in">
                                      <p:cBhvr additive="repl">
                                        <p:cTn id="621" dur="15"/>
                                        <p:tgtEl>
                                          <p:spTgt spid="389"/>
                                        </p:tgtEl>
                                      </p:cBhvr>
                                    </p:animEffect>
                                  </p:childTnLst>
                                </p:cTn>
                              </p:par>
                            </p:childTnLst>
                          </p:cTn>
                        </p:par>
                        <p:par>
                          <p:cTn id="622" fill="hold">
                            <p:stCondLst>
                              <p:cond delay="300"/>
                            </p:stCondLst>
                            <p:childTnLst>
                              <p:par>
                                <p:cTn id="623" nodeType="afterEffect" fill="hold" presetClass="entr" presetID="10">
                                  <p:stCondLst>
                                    <p:cond delay="0"/>
                                  </p:stCondLst>
                                  <p:childTnLst>
                                    <p:set>
                                      <p:cBhvr>
                                        <p:cTn id="624" dur="1" fill="hold">
                                          <p:stCondLst>
                                            <p:cond delay="0"/>
                                          </p:stCondLst>
                                        </p:cTn>
                                        <p:tgtEl>
                                          <p:spTgt spid="390"/>
                                        </p:tgtEl>
                                        <p:attrNameLst>
                                          <p:attrName>style.visibility</p:attrName>
                                        </p:attrNameLst>
                                      </p:cBhvr>
                                      <p:to>
                                        <p:strVal val="visible"/>
                                      </p:to>
                                    </p:set>
                                    <p:animEffect filter="fade" transition="in">
                                      <p:cBhvr additive="repl">
                                        <p:cTn id="625" dur="15"/>
                                        <p:tgtEl>
                                          <p:spTgt spid="390"/>
                                        </p:tgtEl>
                                      </p:cBhvr>
                                    </p:animEffect>
                                  </p:childTnLst>
                                </p:cTn>
                              </p:par>
                            </p:childTnLst>
                          </p:cTn>
                        </p:par>
                        <p:par>
                          <p:cTn id="626" fill="hold">
                            <p:stCondLst>
                              <p:cond delay="315"/>
                            </p:stCondLst>
                            <p:childTnLst>
                              <p:par>
                                <p:cTn id="627" nodeType="afterEffect" fill="hold" presetClass="entr" presetID="10">
                                  <p:stCondLst>
                                    <p:cond delay="0"/>
                                  </p:stCondLst>
                                  <p:childTnLst>
                                    <p:set>
                                      <p:cBhvr>
                                        <p:cTn id="628" dur="1" fill="hold">
                                          <p:stCondLst>
                                            <p:cond delay="0"/>
                                          </p:stCondLst>
                                        </p:cTn>
                                        <p:tgtEl>
                                          <p:spTgt spid="391"/>
                                        </p:tgtEl>
                                        <p:attrNameLst>
                                          <p:attrName>style.visibility</p:attrName>
                                        </p:attrNameLst>
                                      </p:cBhvr>
                                      <p:to>
                                        <p:strVal val="visible"/>
                                      </p:to>
                                    </p:set>
                                    <p:animEffect filter="fade" transition="in">
                                      <p:cBhvr additive="repl">
                                        <p:cTn id="629" dur="15"/>
                                        <p:tgtEl>
                                          <p:spTgt spid="391"/>
                                        </p:tgtEl>
                                      </p:cBhvr>
                                    </p:animEffect>
                                  </p:childTnLst>
                                </p:cTn>
                              </p:par>
                            </p:childTnLst>
                          </p:cTn>
                        </p:par>
                        <p:par>
                          <p:cTn id="630" fill="hold">
                            <p:stCondLst>
                              <p:cond delay="330"/>
                            </p:stCondLst>
                            <p:childTnLst>
                              <p:par>
                                <p:cTn id="631" nodeType="afterEffect" fill="hold" presetClass="entr" presetID="10">
                                  <p:stCondLst>
                                    <p:cond delay="0"/>
                                  </p:stCondLst>
                                  <p:childTnLst>
                                    <p:set>
                                      <p:cBhvr>
                                        <p:cTn id="632" dur="1" fill="hold">
                                          <p:stCondLst>
                                            <p:cond delay="0"/>
                                          </p:stCondLst>
                                        </p:cTn>
                                        <p:tgtEl>
                                          <p:spTgt spid="392"/>
                                        </p:tgtEl>
                                        <p:attrNameLst>
                                          <p:attrName>style.visibility</p:attrName>
                                        </p:attrNameLst>
                                      </p:cBhvr>
                                      <p:to>
                                        <p:strVal val="visible"/>
                                      </p:to>
                                    </p:set>
                                    <p:animEffect filter="fade" transition="in">
                                      <p:cBhvr additive="repl">
                                        <p:cTn id="633" dur="15"/>
                                        <p:tgtEl>
                                          <p:spTgt spid="392"/>
                                        </p:tgtEl>
                                      </p:cBhvr>
                                    </p:animEffect>
                                  </p:childTnLst>
                                </p:cTn>
                              </p:par>
                            </p:childTnLst>
                          </p:cTn>
                        </p:par>
                        <p:par>
                          <p:cTn id="634" fill="hold">
                            <p:stCondLst>
                              <p:cond delay="345"/>
                            </p:stCondLst>
                            <p:childTnLst>
                              <p:par>
                                <p:cTn id="635" nodeType="afterEffect" fill="hold" presetClass="entr" presetID="10">
                                  <p:stCondLst>
                                    <p:cond delay="0"/>
                                  </p:stCondLst>
                                  <p:childTnLst>
                                    <p:set>
                                      <p:cBhvr>
                                        <p:cTn id="636" dur="1" fill="hold">
                                          <p:stCondLst>
                                            <p:cond delay="0"/>
                                          </p:stCondLst>
                                        </p:cTn>
                                        <p:tgtEl>
                                          <p:spTgt spid="393"/>
                                        </p:tgtEl>
                                        <p:attrNameLst>
                                          <p:attrName>style.visibility</p:attrName>
                                        </p:attrNameLst>
                                      </p:cBhvr>
                                      <p:to>
                                        <p:strVal val="visible"/>
                                      </p:to>
                                    </p:set>
                                    <p:animEffect filter="fade" transition="in">
                                      <p:cBhvr additive="repl">
                                        <p:cTn id="637" dur="15"/>
                                        <p:tgtEl>
                                          <p:spTgt spid="393"/>
                                        </p:tgtEl>
                                      </p:cBhvr>
                                    </p:animEffect>
                                  </p:childTnLst>
                                </p:cTn>
                              </p:par>
                            </p:childTnLst>
                          </p:cTn>
                        </p:par>
                        <p:par>
                          <p:cTn id="638" fill="hold">
                            <p:stCondLst>
                              <p:cond delay="360"/>
                            </p:stCondLst>
                            <p:childTnLst>
                              <p:par>
                                <p:cTn id="639" nodeType="afterEffect" fill="hold" presetClass="entr" presetID="10">
                                  <p:stCondLst>
                                    <p:cond delay="0"/>
                                  </p:stCondLst>
                                  <p:childTnLst>
                                    <p:set>
                                      <p:cBhvr>
                                        <p:cTn id="640" dur="1" fill="hold">
                                          <p:stCondLst>
                                            <p:cond delay="0"/>
                                          </p:stCondLst>
                                        </p:cTn>
                                        <p:tgtEl>
                                          <p:spTgt spid="394"/>
                                        </p:tgtEl>
                                        <p:attrNameLst>
                                          <p:attrName>style.visibility</p:attrName>
                                        </p:attrNameLst>
                                      </p:cBhvr>
                                      <p:to>
                                        <p:strVal val="visible"/>
                                      </p:to>
                                    </p:set>
                                    <p:animEffect filter="fade" transition="in">
                                      <p:cBhvr additive="repl">
                                        <p:cTn id="641" dur="15"/>
                                        <p:tgtEl>
                                          <p:spTgt spid="394"/>
                                        </p:tgtEl>
                                      </p:cBhvr>
                                    </p:animEffect>
                                  </p:childTnLst>
                                </p:cTn>
                              </p:par>
                            </p:childTnLst>
                          </p:cTn>
                        </p:par>
                        <p:par>
                          <p:cTn id="642" fill="hold">
                            <p:stCondLst>
                              <p:cond delay="375"/>
                            </p:stCondLst>
                            <p:childTnLst>
                              <p:par>
                                <p:cTn id="643" nodeType="afterEffect" fill="hold" presetClass="entr" presetID="10">
                                  <p:stCondLst>
                                    <p:cond delay="0"/>
                                  </p:stCondLst>
                                  <p:childTnLst>
                                    <p:set>
                                      <p:cBhvr>
                                        <p:cTn id="644" dur="1" fill="hold">
                                          <p:stCondLst>
                                            <p:cond delay="0"/>
                                          </p:stCondLst>
                                        </p:cTn>
                                        <p:tgtEl>
                                          <p:spTgt spid="395"/>
                                        </p:tgtEl>
                                        <p:attrNameLst>
                                          <p:attrName>style.visibility</p:attrName>
                                        </p:attrNameLst>
                                      </p:cBhvr>
                                      <p:to>
                                        <p:strVal val="visible"/>
                                      </p:to>
                                    </p:set>
                                    <p:animEffect filter="fade" transition="in">
                                      <p:cBhvr additive="repl">
                                        <p:cTn id="645" dur="15"/>
                                        <p:tgtEl>
                                          <p:spTgt spid="395"/>
                                        </p:tgtEl>
                                      </p:cBhvr>
                                    </p:animEffect>
                                  </p:childTnLst>
                                </p:cTn>
                              </p:par>
                            </p:childTnLst>
                          </p:cTn>
                        </p:par>
                        <p:par>
                          <p:cTn id="646" fill="hold">
                            <p:stCondLst>
                              <p:cond delay="390"/>
                            </p:stCondLst>
                            <p:childTnLst>
                              <p:par>
                                <p:cTn id="647" nodeType="afterEffect" fill="hold" presetClass="entr" presetID="10">
                                  <p:stCondLst>
                                    <p:cond delay="0"/>
                                  </p:stCondLst>
                                  <p:childTnLst>
                                    <p:set>
                                      <p:cBhvr>
                                        <p:cTn id="648" dur="1" fill="hold">
                                          <p:stCondLst>
                                            <p:cond delay="0"/>
                                          </p:stCondLst>
                                        </p:cTn>
                                        <p:tgtEl>
                                          <p:spTgt spid="396"/>
                                        </p:tgtEl>
                                        <p:attrNameLst>
                                          <p:attrName>style.visibility</p:attrName>
                                        </p:attrNameLst>
                                      </p:cBhvr>
                                      <p:to>
                                        <p:strVal val="visible"/>
                                      </p:to>
                                    </p:set>
                                    <p:animEffect filter="fade" transition="in">
                                      <p:cBhvr additive="repl">
                                        <p:cTn id="649" dur="15"/>
                                        <p:tgtEl>
                                          <p:spTgt spid="396"/>
                                        </p:tgtEl>
                                      </p:cBhvr>
                                    </p:animEffect>
                                  </p:childTnLst>
                                </p:cTn>
                              </p:par>
                            </p:childTnLst>
                          </p:cTn>
                        </p:par>
                        <p:par>
                          <p:cTn id="650" fill="hold">
                            <p:stCondLst>
                              <p:cond delay="405"/>
                            </p:stCondLst>
                            <p:childTnLst>
                              <p:par>
                                <p:cTn id="651" nodeType="afterEffect" fill="hold" presetClass="entr" presetID="10">
                                  <p:stCondLst>
                                    <p:cond delay="0"/>
                                  </p:stCondLst>
                                  <p:childTnLst>
                                    <p:set>
                                      <p:cBhvr>
                                        <p:cTn id="652" dur="1" fill="hold">
                                          <p:stCondLst>
                                            <p:cond delay="0"/>
                                          </p:stCondLst>
                                        </p:cTn>
                                        <p:tgtEl>
                                          <p:spTgt spid="397"/>
                                        </p:tgtEl>
                                        <p:attrNameLst>
                                          <p:attrName>style.visibility</p:attrName>
                                        </p:attrNameLst>
                                      </p:cBhvr>
                                      <p:to>
                                        <p:strVal val="visible"/>
                                      </p:to>
                                    </p:set>
                                    <p:animEffect filter="fade" transition="in">
                                      <p:cBhvr additive="repl">
                                        <p:cTn id="653" dur="15"/>
                                        <p:tgtEl>
                                          <p:spTgt spid="397"/>
                                        </p:tgtEl>
                                      </p:cBhvr>
                                    </p:animEffect>
                                  </p:childTnLst>
                                </p:cTn>
                              </p:par>
                            </p:childTnLst>
                          </p:cTn>
                        </p:par>
                        <p:par>
                          <p:cTn id="654" fill="hold">
                            <p:stCondLst>
                              <p:cond delay="420"/>
                            </p:stCondLst>
                            <p:childTnLst>
                              <p:par>
                                <p:cTn id="655" nodeType="afterEffect" fill="hold" presetClass="entr" presetID="10">
                                  <p:stCondLst>
                                    <p:cond delay="0"/>
                                  </p:stCondLst>
                                  <p:childTnLst>
                                    <p:set>
                                      <p:cBhvr>
                                        <p:cTn id="656" dur="1" fill="hold">
                                          <p:stCondLst>
                                            <p:cond delay="0"/>
                                          </p:stCondLst>
                                        </p:cTn>
                                        <p:tgtEl>
                                          <p:spTgt spid="398"/>
                                        </p:tgtEl>
                                        <p:attrNameLst>
                                          <p:attrName>style.visibility</p:attrName>
                                        </p:attrNameLst>
                                      </p:cBhvr>
                                      <p:to>
                                        <p:strVal val="visible"/>
                                      </p:to>
                                    </p:set>
                                    <p:animEffect filter="fade" transition="in">
                                      <p:cBhvr additive="repl">
                                        <p:cTn id="657" dur="15"/>
                                        <p:tgtEl>
                                          <p:spTgt spid="398"/>
                                        </p:tgtEl>
                                      </p:cBhvr>
                                    </p:animEffect>
                                  </p:childTnLst>
                                </p:cTn>
                              </p:par>
                            </p:childTnLst>
                          </p:cTn>
                        </p:par>
                        <p:par>
                          <p:cTn id="658" fill="hold">
                            <p:stCondLst>
                              <p:cond delay="435"/>
                            </p:stCondLst>
                            <p:childTnLst>
                              <p:par>
                                <p:cTn id="659" nodeType="afterEffect" fill="hold" presetClass="entr" presetID="10">
                                  <p:stCondLst>
                                    <p:cond delay="0"/>
                                  </p:stCondLst>
                                  <p:childTnLst>
                                    <p:set>
                                      <p:cBhvr>
                                        <p:cTn id="660" dur="1" fill="hold">
                                          <p:stCondLst>
                                            <p:cond delay="0"/>
                                          </p:stCondLst>
                                        </p:cTn>
                                        <p:tgtEl>
                                          <p:spTgt spid="399"/>
                                        </p:tgtEl>
                                        <p:attrNameLst>
                                          <p:attrName>style.visibility</p:attrName>
                                        </p:attrNameLst>
                                      </p:cBhvr>
                                      <p:to>
                                        <p:strVal val="visible"/>
                                      </p:to>
                                    </p:set>
                                    <p:animEffect filter="fade" transition="in">
                                      <p:cBhvr additive="repl">
                                        <p:cTn id="661" dur="15"/>
                                        <p:tgtEl>
                                          <p:spTgt spid="399"/>
                                        </p:tgtEl>
                                      </p:cBhvr>
                                    </p:animEffect>
                                  </p:childTnLst>
                                </p:cTn>
                              </p:par>
                            </p:childTnLst>
                          </p:cTn>
                        </p:par>
                        <p:par>
                          <p:cTn id="662" fill="hold">
                            <p:stCondLst>
                              <p:cond delay="450"/>
                            </p:stCondLst>
                            <p:childTnLst>
                              <p:par>
                                <p:cTn id="663" nodeType="afterEffect" fill="hold" presetClass="entr" presetID="10">
                                  <p:stCondLst>
                                    <p:cond delay="0"/>
                                  </p:stCondLst>
                                  <p:childTnLst>
                                    <p:set>
                                      <p:cBhvr>
                                        <p:cTn id="664" dur="1" fill="hold">
                                          <p:stCondLst>
                                            <p:cond delay="0"/>
                                          </p:stCondLst>
                                        </p:cTn>
                                        <p:tgtEl>
                                          <p:spTgt spid="400"/>
                                        </p:tgtEl>
                                        <p:attrNameLst>
                                          <p:attrName>style.visibility</p:attrName>
                                        </p:attrNameLst>
                                      </p:cBhvr>
                                      <p:to>
                                        <p:strVal val="visible"/>
                                      </p:to>
                                    </p:set>
                                    <p:animEffect filter="fade" transition="in">
                                      <p:cBhvr additive="repl">
                                        <p:cTn id="665" dur="15"/>
                                        <p:tgtEl>
                                          <p:spTgt spid="400"/>
                                        </p:tgtEl>
                                      </p:cBhvr>
                                    </p:animEffect>
                                  </p:childTnLst>
                                </p:cTn>
                              </p:par>
                            </p:childTnLst>
                          </p:cTn>
                        </p:par>
                        <p:par>
                          <p:cTn id="666" fill="hold">
                            <p:stCondLst>
                              <p:cond delay="465"/>
                            </p:stCondLst>
                            <p:childTnLst>
                              <p:par>
                                <p:cTn id="667" nodeType="afterEffect" fill="hold" presetClass="entr" presetID="10">
                                  <p:stCondLst>
                                    <p:cond delay="0"/>
                                  </p:stCondLst>
                                  <p:childTnLst>
                                    <p:set>
                                      <p:cBhvr>
                                        <p:cTn id="668" dur="1" fill="hold">
                                          <p:stCondLst>
                                            <p:cond delay="0"/>
                                          </p:stCondLst>
                                        </p:cTn>
                                        <p:tgtEl>
                                          <p:spTgt spid="401"/>
                                        </p:tgtEl>
                                        <p:attrNameLst>
                                          <p:attrName>style.visibility</p:attrName>
                                        </p:attrNameLst>
                                      </p:cBhvr>
                                      <p:to>
                                        <p:strVal val="visible"/>
                                      </p:to>
                                    </p:set>
                                    <p:animEffect filter="fade" transition="in">
                                      <p:cBhvr additive="repl">
                                        <p:cTn id="669" dur="15"/>
                                        <p:tgtEl>
                                          <p:spTgt spid="401"/>
                                        </p:tgtEl>
                                      </p:cBhvr>
                                    </p:animEffect>
                                  </p:childTnLst>
                                </p:cTn>
                              </p:par>
                            </p:childTnLst>
                          </p:cTn>
                        </p:par>
                        <p:par>
                          <p:cTn id="670" fill="hold">
                            <p:stCondLst>
                              <p:cond delay="480"/>
                            </p:stCondLst>
                            <p:childTnLst>
                              <p:par>
                                <p:cTn id="671" nodeType="afterEffect" fill="hold" presetClass="entr" presetID="10">
                                  <p:stCondLst>
                                    <p:cond delay="0"/>
                                  </p:stCondLst>
                                  <p:childTnLst>
                                    <p:set>
                                      <p:cBhvr>
                                        <p:cTn id="672" dur="1" fill="hold">
                                          <p:stCondLst>
                                            <p:cond delay="0"/>
                                          </p:stCondLst>
                                        </p:cTn>
                                        <p:tgtEl>
                                          <p:spTgt spid="402"/>
                                        </p:tgtEl>
                                        <p:attrNameLst>
                                          <p:attrName>style.visibility</p:attrName>
                                        </p:attrNameLst>
                                      </p:cBhvr>
                                      <p:to>
                                        <p:strVal val="visible"/>
                                      </p:to>
                                    </p:set>
                                    <p:animEffect filter="fade" transition="in">
                                      <p:cBhvr additive="repl">
                                        <p:cTn id="673" dur="15"/>
                                        <p:tgtEl>
                                          <p:spTgt spid="402"/>
                                        </p:tgtEl>
                                      </p:cBhvr>
                                    </p:animEffect>
                                  </p:childTnLst>
                                </p:cTn>
                              </p:par>
                            </p:childTnLst>
                          </p:cTn>
                        </p:par>
                        <p:par>
                          <p:cTn id="674" fill="hold">
                            <p:stCondLst>
                              <p:cond delay="495"/>
                            </p:stCondLst>
                            <p:childTnLst>
                              <p:par>
                                <p:cTn id="675" nodeType="afterEffect" fill="hold" presetClass="entr" presetID="10">
                                  <p:stCondLst>
                                    <p:cond delay="0"/>
                                  </p:stCondLst>
                                  <p:childTnLst>
                                    <p:set>
                                      <p:cBhvr>
                                        <p:cTn id="676" dur="1" fill="hold">
                                          <p:stCondLst>
                                            <p:cond delay="0"/>
                                          </p:stCondLst>
                                        </p:cTn>
                                        <p:tgtEl>
                                          <p:spTgt spid="403"/>
                                        </p:tgtEl>
                                        <p:attrNameLst>
                                          <p:attrName>style.visibility</p:attrName>
                                        </p:attrNameLst>
                                      </p:cBhvr>
                                      <p:to>
                                        <p:strVal val="visible"/>
                                      </p:to>
                                    </p:set>
                                    <p:animEffect filter="fade" transition="in">
                                      <p:cBhvr additive="repl">
                                        <p:cTn id="677" dur="15"/>
                                        <p:tgtEl>
                                          <p:spTgt spid="403"/>
                                        </p:tgtEl>
                                      </p:cBhvr>
                                    </p:animEffect>
                                  </p:childTnLst>
                                </p:cTn>
                              </p:par>
                            </p:childTnLst>
                          </p:cTn>
                        </p:par>
                        <p:par>
                          <p:cTn id="678" fill="hold">
                            <p:stCondLst>
                              <p:cond delay="510"/>
                            </p:stCondLst>
                            <p:childTnLst>
                              <p:par>
                                <p:cTn id="679" nodeType="afterEffect" fill="hold" presetClass="entr" presetID="10">
                                  <p:stCondLst>
                                    <p:cond delay="0"/>
                                  </p:stCondLst>
                                  <p:childTnLst>
                                    <p:set>
                                      <p:cBhvr>
                                        <p:cTn id="680" dur="1" fill="hold">
                                          <p:stCondLst>
                                            <p:cond delay="0"/>
                                          </p:stCondLst>
                                        </p:cTn>
                                        <p:tgtEl>
                                          <p:spTgt spid="404"/>
                                        </p:tgtEl>
                                        <p:attrNameLst>
                                          <p:attrName>style.visibility</p:attrName>
                                        </p:attrNameLst>
                                      </p:cBhvr>
                                      <p:to>
                                        <p:strVal val="visible"/>
                                      </p:to>
                                    </p:set>
                                    <p:animEffect filter="fade" transition="in">
                                      <p:cBhvr additive="repl">
                                        <p:cTn id="681" dur="15"/>
                                        <p:tgtEl>
                                          <p:spTgt spid="404"/>
                                        </p:tgtEl>
                                      </p:cBhvr>
                                    </p:animEffect>
                                  </p:childTnLst>
                                </p:cTn>
                              </p:par>
                            </p:childTnLst>
                          </p:cTn>
                        </p:par>
                        <p:par>
                          <p:cTn id="682" fill="hold">
                            <p:stCondLst>
                              <p:cond delay="525"/>
                            </p:stCondLst>
                            <p:childTnLst>
                              <p:par>
                                <p:cTn id="683" nodeType="afterEffect" fill="hold" presetClass="entr" presetID="10">
                                  <p:stCondLst>
                                    <p:cond delay="0"/>
                                  </p:stCondLst>
                                  <p:childTnLst>
                                    <p:set>
                                      <p:cBhvr>
                                        <p:cTn id="684" dur="1" fill="hold">
                                          <p:stCondLst>
                                            <p:cond delay="0"/>
                                          </p:stCondLst>
                                        </p:cTn>
                                        <p:tgtEl>
                                          <p:spTgt spid="405"/>
                                        </p:tgtEl>
                                        <p:attrNameLst>
                                          <p:attrName>style.visibility</p:attrName>
                                        </p:attrNameLst>
                                      </p:cBhvr>
                                      <p:to>
                                        <p:strVal val="visible"/>
                                      </p:to>
                                    </p:set>
                                    <p:animEffect filter="fade" transition="in">
                                      <p:cBhvr additive="repl">
                                        <p:cTn id="685" dur="15"/>
                                        <p:tgtEl>
                                          <p:spTgt spid="405"/>
                                        </p:tgtEl>
                                      </p:cBhvr>
                                    </p:animEffect>
                                  </p:childTnLst>
                                </p:cTn>
                              </p:par>
                            </p:childTnLst>
                          </p:cTn>
                        </p:par>
                        <p:par>
                          <p:cTn id="686" fill="hold">
                            <p:stCondLst>
                              <p:cond delay="540"/>
                            </p:stCondLst>
                            <p:childTnLst>
                              <p:par>
                                <p:cTn id="687" nodeType="afterEffect" fill="hold" presetClass="entr" presetID="10">
                                  <p:stCondLst>
                                    <p:cond delay="0"/>
                                  </p:stCondLst>
                                  <p:childTnLst>
                                    <p:set>
                                      <p:cBhvr>
                                        <p:cTn id="688" dur="1" fill="hold">
                                          <p:stCondLst>
                                            <p:cond delay="0"/>
                                          </p:stCondLst>
                                        </p:cTn>
                                        <p:tgtEl>
                                          <p:spTgt spid="406"/>
                                        </p:tgtEl>
                                        <p:attrNameLst>
                                          <p:attrName>style.visibility</p:attrName>
                                        </p:attrNameLst>
                                      </p:cBhvr>
                                      <p:to>
                                        <p:strVal val="visible"/>
                                      </p:to>
                                    </p:set>
                                    <p:animEffect filter="fade" transition="in">
                                      <p:cBhvr additive="repl">
                                        <p:cTn id="689" dur="15"/>
                                        <p:tgtEl>
                                          <p:spTgt spid="406"/>
                                        </p:tgtEl>
                                      </p:cBhvr>
                                    </p:animEffect>
                                  </p:childTnLst>
                                </p:cTn>
                              </p:par>
                            </p:childTnLst>
                          </p:cTn>
                        </p:par>
                        <p:par>
                          <p:cTn id="690" fill="hold">
                            <p:stCondLst>
                              <p:cond delay="555"/>
                            </p:stCondLst>
                            <p:childTnLst>
                              <p:par>
                                <p:cTn id="691" nodeType="afterEffect" fill="hold" presetClass="entr" presetID="10">
                                  <p:stCondLst>
                                    <p:cond delay="0"/>
                                  </p:stCondLst>
                                  <p:childTnLst>
                                    <p:set>
                                      <p:cBhvr>
                                        <p:cTn id="692" dur="1" fill="hold">
                                          <p:stCondLst>
                                            <p:cond delay="0"/>
                                          </p:stCondLst>
                                        </p:cTn>
                                        <p:tgtEl>
                                          <p:spTgt spid="407"/>
                                        </p:tgtEl>
                                        <p:attrNameLst>
                                          <p:attrName>style.visibility</p:attrName>
                                        </p:attrNameLst>
                                      </p:cBhvr>
                                      <p:to>
                                        <p:strVal val="visible"/>
                                      </p:to>
                                    </p:set>
                                    <p:animEffect filter="fade" transition="in">
                                      <p:cBhvr additive="repl">
                                        <p:cTn id="693" dur="15"/>
                                        <p:tgtEl>
                                          <p:spTgt spid="407"/>
                                        </p:tgtEl>
                                      </p:cBhvr>
                                    </p:animEffect>
                                  </p:childTnLst>
                                </p:cTn>
                              </p:par>
                            </p:childTnLst>
                          </p:cTn>
                        </p:par>
                        <p:par>
                          <p:cTn id="694" fill="hold">
                            <p:stCondLst>
                              <p:cond delay="570"/>
                            </p:stCondLst>
                            <p:childTnLst>
                              <p:par>
                                <p:cTn id="695" nodeType="afterEffect" fill="hold" presetClass="entr" presetID="10">
                                  <p:stCondLst>
                                    <p:cond delay="0"/>
                                  </p:stCondLst>
                                  <p:childTnLst>
                                    <p:set>
                                      <p:cBhvr>
                                        <p:cTn id="696" dur="1" fill="hold">
                                          <p:stCondLst>
                                            <p:cond delay="0"/>
                                          </p:stCondLst>
                                        </p:cTn>
                                        <p:tgtEl>
                                          <p:spTgt spid="408"/>
                                        </p:tgtEl>
                                        <p:attrNameLst>
                                          <p:attrName>style.visibility</p:attrName>
                                        </p:attrNameLst>
                                      </p:cBhvr>
                                      <p:to>
                                        <p:strVal val="visible"/>
                                      </p:to>
                                    </p:set>
                                    <p:animEffect filter="fade" transition="in">
                                      <p:cBhvr additive="repl">
                                        <p:cTn id="697" dur="15"/>
                                        <p:tgtEl>
                                          <p:spTgt spid="408"/>
                                        </p:tgtEl>
                                      </p:cBhvr>
                                    </p:animEffect>
                                  </p:childTnLst>
                                </p:cTn>
                              </p:par>
                            </p:childTnLst>
                          </p:cTn>
                        </p:par>
                        <p:par>
                          <p:cTn id="698" fill="hold">
                            <p:stCondLst>
                              <p:cond delay="585"/>
                            </p:stCondLst>
                            <p:childTnLst>
                              <p:par>
                                <p:cTn id="699" nodeType="afterEffect" fill="hold" presetClass="entr" presetID="10">
                                  <p:stCondLst>
                                    <p:cond delay="0"/>
                                  </p:stCondLst>
                                  <p:childTnLst>
                                    <p:set>
                                      <p:cBhvr>
                                        <p:cTn id="700" dur="1" fill="hold">
                                          <p:stCondLst>
                                            <p:cond delay="0"/>
                                          </p:stCondLst>
                                        </p:cTn>
                                        <p:tgtEl>
                                          <p:spTgt spid="409"/>
                                        </p:tgtEl>
                                        <p:attrNameLst>
                                          <p:attrName>style.visibility</p:attrName>
                                        </p:attrNameLst>
                                      </p:cBhvr>
                                      <p:to>
                                        <p:strVal val="visible"/>
                                      </p:to>
                                    </p:set>
                                    <p:animEffect filter="fade" transition="in">
                                      <p:cBhvr additive="repl">
                                        <p:cTn id="701" dur="15"/>
                                        <p:tgtEl>
                                          <p:spTgt spid="409"/>
                                        </p:tgtEl>
                                      </p:cBhvr>
                                    </p:animEffect>
                                  </p:childTnLst>
                                </p:cTn>
                              </p:par>
                            </p:childTnLst>
                          </p:cTn>
                        </p:par>
                        <p:par>
                          <p:cTn id="702" fill="hold">
                            <p:stCondLst>
                              <p:cond delay="600"/>
                            </p:stCondLst>
                            <p:childTnLst>
                              <p:par>
                                <p:cTn id="703" nodeType="afterEffect" fill="hold" presetClass="entr" presetID="10">
                                  <p:stCondLst>
                                    <p:cond delay="0"/>
                                  </p:stCondLst>
                                  <p:childTnLst>
                                    <p:set>
                                      <p:cBhvr>
                                        <p:cTn id="704" dur="1" fill="hold">
                                          <p:stCondLst>
                                            <p:cond delay="0"/>
                                          </p:stCondLst>
                                        </p:cTn>
                                        <p:tgtEl>
                                          <p:spTgt spid="410"/>
                                        </p:tgtEl>
                                        <p:attrNameLst>
                                          <p:attrName>style.visibility</p:attrName>
                                        </p:attrNameLst>
                                      </p:cBhvr>
                                      <p:to>
                                        <p:strVal val="visible"/>
                                      </p:to>
                                    </p:set>
                                    <p:animEffect filter="fade" transition="in">
                                      <p:cBhvr additive="repl">
                                        <p:cTn id="705" dur="15"/>
                                        <p:tgtEl>
                                          <p:spTgt spid="410"/>
                                        </p:tgtEl>
                                      </p:cBhvr>
                                    </p:animEffect>
                                  </p:childTnLst>
                                </p:cTn>
                              </p:par>
                            </p:childTnLst>
                          </p:cTn>
                        </p:par>
                        <p:par>
                          <p:cTn id="706" fill="hold">
                            <p:stCondLst>
                              <p:cond delay="615"/>
                            </p:stCondLst>
                            <p:childTnLst>
                              <p:par>
                                <p:cTn id="707" nodeType="afterEffect" fill="hold" presetClass="entr" presetID="10">
                                  <p:stCondLst>
                                    <p:cond delay="0"/>
                                  </p:stCondLst>
                                  <p:childTnLst>
                                    <p:set>
                                      <p:cBhvr>
                                        <p:cTn id="708" dur="1" fill="hold">
                                          <p:stCondLst>
                                            <p:cond delay="0"/>
                                          </p:stCondLst>
                                        </p:cTn>
                                        <p:tgtEl>
                                          <p:spTgt spid="411"/>
                                        </p:tgtEl>
                                        <p:attrNameLst>
                                          <p:attrName>style.visibility</p:attrName>
                                        </p:attrNameLst>
                                      </p:cBhvr>
                                      <p:to>
                                        <p:strVal val="visible"/>
                                      </p:to>
                                    </p:set>
                                    <p:animEffect filter="fade" transition="in">
                                      <p:cBhvr additive="repl">
                                        <p:cTn id="709" dur="15"/>
                                        <p:tgtEl>
                                          <p:spTgt spid="411"/>
                                        </p:tgtEl>
                                      </p:cBhvr>
                                    </p:animEffect>
                                  </p:childTnLst>
                                </p:cTn>
                              </p:par>
                            </p:childTnLst>
                          </p:cTn>
                        </p:par>
                        <p:par>
                          <p:cTn id="710" fill="hold">
                            <p:stCondLst>
                              <p:cond delay="630"/>
                            </p:stCondLst>
                            <p:childTnLst>
                              <p:par>
                                <p:cTn id="711" nodeType="afterEffect" fill="hold" presetClass="entr" presetID="10">
                                  <p:stCondLst>
                                    <p:cond delay="0"/>
                                  </p:stCondLst>
                                  <p:childTnLst>
                                    <p:set>
                                      <p:cBhvr>
                                        <p:cTn id="712" dur="1" fill="hold">
                                          <p:stCondLst>
                                            <p:cond delay="0"/>
                                          </p:stCondLst>
                                        </p:cTn>
                                        <p:tgtEl>
                                          <p:spTgt spid="412"/>
                                        </p:tgtEl>
                                        <p:attrNameLst>
                                          <p:attrName>style.visibility</p:attrName>
                                        </p:attrNameLst>
                                      </p:cBhvr>
                                      <p:to>
                                        <p:strVal val="visible"/>
                                      </p:to>
                                    </p:set>
                                    <p:animEffect filter="fade" transition="in">
                                      <p:cBhvr additive="repl">
                                        <p:cTn id="713" dur="15"/>
                                        <p:tgtEl>
                                          <p:spTgt spid="412"/>
                                        </p:tgtEl>
                                      </p:cBhvr>
                                    </p:animEffect>
                                  </p:childTnLst>
                                </p:cTn>
                              </p:par>
                            </p:childTnLst>
                          </p:cTn>
                        </p:par>
                        <p:par>
                          <p:cTn id="714" fill="hold">
                            <p:stCondLst>
                              <p:cond delay="645"/>
                            </p:stCondLst>
                            <p:childTnLst>
                              <p:par>
                                <p:cTn id="715" nodeType="afterEffect" fill="hold" presetClass="entr" presetID="10">
                                  <p:stCondLst>
                                    <p:cond delay="0"/>
                                  </p:stCondLst>
                                  <p:childTnLst>
                                    <p:set>
                                      <p:cBhvr>
                                        <p:cTn id="716" dur="1" fill="hold">
                                          <p:stCondLst>
                                            <p:cond delay="0"/>
                                          </p:stCondLst>
                                        </p:cTn>
                                        <p:tgtEl>
                                          <p:spTgt spid="413"/>
                                        </p:tgtEl>
                                        <p:attrNameLst>
                                          <p:attrName>style.visibility</p:attrName>
                                        </p:attrNameLst>
                                      </p:cBhvr>
                                      <p:to>
                                        <p:strVal val="visible"/>
                                      </p:to>
                                    </p:set>
                                    <p:animEffect filter="fade" transition="in">
                                      <p:cBhvr additive="repl">
                                        <p:cTn id="717" dur="15"/>
                                        <p:tgtEl>
                                          <p:spTgt spid="413"/>
                                        </p:tgtEl>
                                      </p:cBhvr>
                                    </p:animEffect>
                                  </p:childTnLst>
                                </p:cTn>
                              </p:par>
                            </p:childTnLst>
                          </p:cTn>
                        </p:par>
                        <p:par>
                          <p:cTn id="718" fill="hold">
                            <p:stCondLst>
                              <p:cond delay="660"/>
                            </p:stCondLst>
                            <p:childTnLst>
                              <p:par>
                                <p:cTn id="719" nodeType="afterEffect" fill="hold" presetClass="entr" presetID="10">
                                  <p:stCondLst>
                                    <p:cond delay="0"/>
                                  </p:stCondLst>
                                  <p:childTnLst>
                                    <p:set>
                                      <p:cBhvr>
                                        <p:cTn id="720" dur="1" fill="hold">
                                          <p:stCondLst>
                                            <p:cond delay="0"/>
                                          </p:stCondLst>
                                        </p:cTn>
                                        <p:tgtEl>
                                          <p:spTgt spid="414"/>
                                        </p:tgtEl>
                                        <p:attrNameLst>
                                          <p:attrName>style.visibility</p:attrName>
                                        </p:attrNameLst>
                                      </p:cBhvr>
                                      <p:to>
                                        <p:strVal val="visible"/>
                                      </p:to>
                                    </p:set>
                                    <p:animEffect filter="fade" transition="in">
                                      <p:cBhvr additive="repl">
                                        <p:cTn id="721" dur="15"/>
                                        <p:tgtEl>
                                          <p:spTgt spid="414"/>
                                        </p:tgtEl>
                                      </p:cBhvr>
                                    </p:animEffect>
                                  </p:childTnLst>
                                </p:cTn>
                              </p:par>
                            </p:childTnLst>
                          </p:cTn>
                        </p:par>
                        <p:par>
                          <p:cTn id="722" fill="hold">
                            <p:stCondLst>
                              <p:cond delay="675"/>
                            </p:stCondLst>
                            <p:childTnLst>
                              <p:par>
                                <p:cTn id="723" nodeType="afterEffect" fill="hold" presetClass="entr" presetID="10">
                                  <p:stCondLst>
                                    <p:cond delay="0"/>
                                  </p:stCondLst>
                                  <p:childTnLst>
                                    <p:set>
                                      <p:cBhvr>
                                        <p:cTn id="724" dur="1" fill="hold">
                                          <p:stCondLst>
                                            <p:cond delay="0"/>
                                          </p:stCondLst>
                                        </p:cTn>
                                        <p:tgtEl>
                                          <p:spTgt spid="415"/>
                                        </p:tgtEl>
                                        <p:attrNameLst>
                                          <p:attrName>style.visibility</p:attrName>
                                        </p:attrNameLst>
                                      </p:cBhvr>
                                      <p:to>
                                        <p:strVal val="visible"/>
                                      </p:to>
                                    </p:set>
                                    <p:animEffect filter="fade" transition="in">
                                      <p:cBhvr additive="repl">
                                        <p:cTn id="725" dur="15"/>
                                        <p:tgtEl>
                                          <p:spTgt spid="415"/>
                                        </p:tgtEl>
                                      </p:cBhvr>
                                    </p:animEffect>
                                  </p:childTnLst>
                                </p:cTn>
                              </p:par>
                            </p:childTnLst>
                          </p:cTn>
                        </p:par>
                        <p:par>
                          <p:cTn id="726" fill="hold">
                            <p:stCondLst>
                              <p:cond delay="690"/>
                            </p:stCondLst>
                            <p:childTnLst>
                              <p:par>
                                <p:cTn id="727" nodeType="afterEffect" fill="hold" presetClass="entr" presetID="10">
                                  <p:stCondLst>
                                    <p:cond delay="0"/>
                                  </p:stCondLst>
                                  <p:childTnLst>
                                    <p:set>
                                      <p:cBhvr>
                                        <p:cTn id="728" dur="1" fill="hold">
                                          <p:stCondLst>
                                            <p:cond delay="0"/>
                                          </p:stCondLst>
                                        </p:cTn>
                                        <p:tgtEl>
                                          <p:spTgt spid="416"/>
                                        </p:tgtEl>
                                        <p:attrNameLst>
                                          <p:attrName>style.visibility</p:attrName>
                                        </p:attrNameLst>
                                      </p:cBhvr>
                                      <p:to>
                                        <p:strVal val="visible"/>
                                      </p:to>
                                    </p:set>
                                    <p:animEffect filter="fade" transition="in">
                                      <p:cBhvr additive="repl">
                                        <p:cTn id="729" dur="15"/>
                                        <p:tgtEl>
                                          <p:spTgt spid="416"/>
                                        </p:tgtEl>
                                      </p:cBhvr>
                                    </p:animEffect>
                                  </p:childTnLst>
                                </p:cTn>
                              </p:par>
                            </p:childTnLst>
                          </p:cTn>
                        </p:par>
                        <p:par>
                          <p:cTn id="730" fill="hold">
                            <p:stCondLst>
                              <p:cond delay="705"/>
                            </p:stCondLst>
                            <p:childTnLst>
                              <p:par>
                                <p:cTn id="731" nodeType="afterEffect" fill="hold" presetClass="entr" presetID="10">
                                  <p:stCondLst>
                                    <p:cond delay="0"/>
                                  </p:stCondLst>
                                  <p:childTnLst>
                                    <p:set>
                                      <p:cBhvr>
                                        <p:cTn id="732" dur="1" fill="hold">
                                          <p:stCondLst>
                                            <p:cond delay="0"/>
                                          </p:stCondLst>
                                        </p:cTn>
                                        <p:tgtEl>
                                          <p:spTgt spid="417"/>
                                        </p:tgtEl>
                                        <p:attrNameLst>
                                          <p:attrName>style.visibility</p:attrName>
                                        </p:attrNameLst>
                                      </p:cBhvr>
                                      <p:to>
                                        <p:strVal val="visible"/>
                                      </p:to>
                                    </p:set>
                                    <p:animEffect filter="fade" transition="in">
                                      <p:cBhvr additive="repl">
                                        <p:cTn id="733" dur="15"/>
                                        <p:tgtEl>
                                          <p:spTgt spid="417"/>
                                        </p:tgtEl>
                                      </p:cBhvr>
                                    </p:animEffect>
                                  </p:childTnLst>
                                </p:cTn>
                              </p:par>
                            </p:childTnLst>
                          </p:cTn>
                        </p:par>
                        <p:par>
                          <p:cTn id="734" fill="hold">
                            <p:stCondLst>
                              <p:cond delay="720"/>
                            </p:stCondLst>
                            <p:childTnLst>
                              <p:par>
                                <p:cTn id="735" nodeType="afterEffect" fill="hold" presetClass="entr" presetID="10">
                                  <p:stCondLst>
                                    <p:cond delay="0"/>
                                  </p:stCondLst>
                                  <p:childTnLst>
                                    <p:set>
                                      <p:cBhvr>
                                        <p:cTn id="736" dur="1" fill="hold">
                                          <p:stCondLst>
                                            <p:cond delay="0"/>
                                          </p:stCondLst>
                                        </p:cTn>
                                        <p:tgtEl>
                                          <p:spTgt spid="418"/>
                                        </p:tgtEl>
                                        <p:attrNameLst>
                                          <p:attrName>style.visibility</p:attrName>
                                        </p:attrNameLst>
                                      </p:cBhvr>
                                      <p:to>
                                        <p:strVal val="visible"/>
                                      </p:to>
                                    </p:set>
                                    <p:animEffect filter="fade" transition="in">
                                      <p:cBhvr additive="repl">
                                        <p:cTn id="737" dur="15"/>
                                        <p:tgtEl>
                                          <p:spTgt spid="418"/>
                                        </p:tgtEl>
                                      </p:cBhvr>
                                    </p:animEffect>
                                  </p:childTnLst>
                                </p:cTn>
                              </p:par>
                            </p:childTnLst>
                          </p:cTn>
                        </p:par>
                        <p:par>
                          <p:cTn id="738" fill="hold">
                            <p:stCondLst>
                              <p:cond delay="735"/>
                            </p:stCondLst>
                            <p:childTnLst>
                              <p:par>
                                <p:cTn id="739" nodeType="afterEffect" fill="hold" presetClass="entr" presetID="10">
                                  <p:stCondLst>
                                    <p:cond delay="0"/>
                                  </p:stCondLst>
                                  <p:childTnLst>
                                    <p:set>
                                      <p:cBhvr>
                                        <p:cTn id="740" dur="1" fill="hold">
                                          <p:stCondLst>
                                            <p:cond delay="0"/>
                                          </p:stCondLst>
                                        </p:cTn>
                                        <p:tgtEl>
                                          <p:spTgt spid="419"/>
                                        </p:tgtEl>
                                        <p:attrNameLst>
                                          <p:attrName>style.visibility</p:attrName>
                                        </p:attrNameLst>
                                      </p:cBhvr>
                                      <p:to>
                                        <p:strVal val="visible"/>
                                      </p:to>
                                    </p:set>
                                    <p:animEffect filter="fade" transition="in">
                                      <p:cBhvr additive="repl">
                                        <p:cTn id="741" dur="15"/>
                                        <p:tgtEl>
                                          <p:spTgt spid="419"/>
                                        </p:tgtEl>
                                      </p:cBhvr>
                                    </p:animEffect>
                                  </p:childTnLst>
                                </p:cTn>
                              </p:par>
                            </p:childTnLst>
                          </p:cTn>
                        </p:par>
                        <p:par>
                          <p:cTn id="742" fill="hold">
                            <p:stCondLst>
                              <p:cond delay="750"/>
                            </p:stCondLst>
                            <p:childTnLst>
                              <p:par>
                                <p:cTn id="743" nodeType="afterEffect" fill="hold" presetClass="entr" presetID="10">
                                  <p:stCondLst>
                                    <p:cond delay="0"/>
                                  </p:stCondLst>
                                  <p:childTnLst>
                                    <p:set>
                                      <p:cBhvr>
                                        <p:cTn id="744" dur="1" fill="hold">
                                          <p:stCondLst>
                                            <p:cond delay="0"/>
                                          </p:stCondLst>
                                        </p:cTn>
                                        <p:tgtEl>
                                          <p:spTgt spid="420"/>
                                        </p:tgtEl>
                                        <p:attrNameLst>
                                          <p:attrName>style.visibility</p:attrName>
                                        </p:attrNameLst>
                                      </p:cBhvr>
                                      <p:to>
                                        <p:strVal val="visible"/>
                                      </p:to>
                                    </p:set>
                                    <p:animEffect filter="fade" transition="in">
                                      <p:cBhvr additive="repl">
                                        <p:cTn id="745" dur="15"/>
                                        <p:tgtEl>
                                          <p:spTgt spid="420"/>
                                        </p:tgtEl>
                                      </p:cBhvr>
                                    </p:animEffect>
                                  </p:childTnLst>
                                </p:cTn>
                              </p:par>
                            </p:childTnLst>
                          </p:cTn>
                        </p:par>
                        <p:par>
                          <p:cTn id="746" fill="hold">
                            <p:stCondLst>
                              <p:cond delay="765"/>
                            </p:stCondLst>
                            <p:childTnLst>
                              <p:par>
                                <p:cTn id="747" nodeType="afterEffect" fill="hold" presetClass="entr" presetID="10">
                                  <p:stCondLst>
                                    <p:cond delay="0"/>
                                  </p:stCondLst>
                                  <p:childTnLst>
                                    <p:set>
                                      <p:cBhvr>
                                        <p:cTn id="748" dur="1" fill="hold">
                                          <p:stCondLst>
                                            <p:cond delay="0"/>
                                          </p:stCondLst>
                                        </p:cTn>
                                        <p:tgtEl>
                                          <p:spTgt spid="421"/>
                                        </p:tgtEl>
                                        <p:attrNameLst>
                                          <p:attrName>style.visibility</p:attrName>
                                        </p:attrNameLst>
                                      </p:cBhvr>
                                      <p:to>
                                        <p:strVal val="visible"/>
                                      </p:to>
                                    </p:set>
                                    <p:animEffect filter="fade" transition="in">
                                      <p:cBhvr additive="repl">
                                        <p:cTn id="749" dur="15"/>
                                        <p:tgtEl>
                                          <p:spTgt spid="421"/>
                                        </p:tgtEl>
                                      </p:cBhvr>
                                    </p:animEffect>
                                  </p:childTnLst>
                                </p:cTn>
                              </p:par>
                            </p:childTnLst>
                          </p:cTn>
                        </p:par>
                        <p:par>
                          <p:cTn id="750" fill="hold">
                            <p:stCondLst>
                              <p:cond delay="780"/>
                            </p:stCondLst>
                            <p:childTnLst>
                              <p:par>
                                <p:cTn id="751" nodeType="afterEffect" fill="hold" presetClass="entr" presetID="10">
                                  <p:stCondLst>
                                    <p:cond delay="0"/>
                                  </p:stCondLst>
                                  <p:childTnLst>
                                    <p:set>
                                      <p:cBhvr>
                                        <p:cTn id="752" dur="1" fill="hold">
                                          <p:stCondLst>
                                            <p:cond delay="0"/>
                                          </p:stCondLst>
                                        </p:cTn>
                                        <p:tgtEl>
                                          <p:spTgt spid="422"/>
                                        </p:tgtEl>
                                        <p:attrNameLst>
                                          <p:attrName>style.visibility</p:attrName>
                                        </p:attrNameLst>
                                      </p:cBhvr>
                                      <p:to>
                                        <p:strVal val="visible"/>
                                      </p:to>
                                    </p:set>
                                    <p:animEffect filter="fade" transition="in">
                                      <p:cBhvr additive="repl">
                                        <p:cTn id="753" dur="15"/>
                                        <p:tgtEl>
                                          <p:spTgt spid="422"/>
                                        </p:tgtEl>
                                      </p:cBhvr>
                                    </p:animEffect>
                                  </p:childTnLst>
                                </p:cTn>
                              </p:par>
                            </p:childTnLst>
                          </p:cTn>
                        </p:par>
                        <p:par>
                          <p:cTn id="754" fill="hold">
                            <p:stCondLst>
                              <p:cond delay="795"/>
                            </p:stCondLst>
                            <p:childTnLst>
                              <p:par>
                                <p:cTn id="755" nodeType="afterEffect" fill="hold" presetClass="entr" presetID="10">
                                  <p:stCondLst>
                                    <p:cond delay="0"/>
                                  </p:stCondLst>
                                  <p:childTnLst>
                                    <p:set>
                                      <p:cBhvr>
                                        <p:cTn id="756" dur="1" fill="hold">
                                          <p:stCondLst>
                                            <p:cond delay="0"/>
                                          </p:stCondLst>
                                        </p:cTn>
                                        <p:tgtEl>
                                          <p:spTgt spid="423"/>
                                        </p:tgtEl>
                                        <p:attrNameLst>
                                          <p:attrName>style.visibility</p:attrName>
                                        </p:attrNameLst>
                                      </p:cBhvr>
                                      <p:to>
                                        <p:strVal val="visible"/>
                                      </p:to>
                                    </p:set>
                                    <p:animEffect filter="fade" transition="in">
                                      <p:cBhvr additive="repl">
                                        <p:cTn id="757" dur="15"/>
                                        <p:tgtEl>
                                          <p:spTgt spid="423"/>
                                        </p:tgtEl>
                                      </p:cBhvr>
                                    </p:animEffect>
                                  </p:childTnLst>
                                </p:cTn>
                              </p:par>
                            </p:childTnLst>
                          </p:cTn>
                        </p:par>
                        <p:par>
                          <p:cTn id="758" fill="hold">
                            <p:stCondLst>
                              <p:cond delay="810"/>
                            </p:stCondLst>
                            <p:childTnLst>
                              <p:par>
                                <p:cTn id="759" nodeType="afterEffect" fill="hold" presetClass="entr" presetID="10">
                                  <p:stCondLst>
                                    <p:cond delay="0"/>
                                  </p:stCondLst>
                                  <p:childTnLst>
                                    <p:set>
                                      <p:cBhvr>
                                        <p:cTn id="760" dur="1" fill="hold">
                                          <p:stCondLst>
                                            <p:cond delay="0"/>
                                          </p:stCondLst>
                                        </p:cTn>
                                        <p:tgtEl>
                                          <p:spTgt spid="424"/>
                                        </p:tgtEl>
                                        <p:attrNameLst>
                                          <p:attrName>style.visibility</p:attrName>
                                        </p:attrNameLst>
                                      </p:cBhvr>
                                      <p:to>
                                        <p:strVal val="visible"/>
                                      </p:to>
                                    </p:set>
                                    <p:animEffect filter="fade" transition="in">
                                      <p:cBhvr additive="repl">
                                        <p:cTn id="761" dur="15"/>
                                        <p:tgtEl>
                                          <p:spTgt spid="424"/>
                                        </p:tgtEl>
                                      </p:cBhvr>
                                    </p:animEffect>
                                  </p:childTnLst>
                                </p:cTn>
                              </p:par>
                            </p:childTnLst>
                          </p:cTn>
                        </p:par>
                        <p:par>
                          <p:cTn id="762" fill="hold">
                            <p:stCondLst>
                              <p:cond delay="825"/>
                            </p:stCondLst>
                            <p:childTnLst>
                              <p:par>
                                <p:cTn id="763" nodeType="afterEffect" fill="hold" presetClass="entr" presetID="10">
                                  <p:stCondLst>
                                    <p:cond delay="0"/>
                                  </p:stCondLst>
                                  <p:childTnLst>
                                    <p:set>
                                      <p:cBhvr>
                                        <p:cTn id="764" dur="1" fill="hold">
                                          <p:stCondLst>
                                            <p:cond delay="0"/>
                                          </p:stCondLst>
                                        </p:cTn>
                                        <p:tgtEl>
                                          <p:spTgt spid="425"/>
                                        </p:tgtEl>
                                        <p:attrNameLst>
                                          <p:attrName>style.visibility</p:attrName>
                                        </p:attrNameLst>
                                      </p:cBhvr>
                                      <p:to>
                                        <p:strVal val="visible"/>
                                      </p:to>
                                    </p:set>
                                    <p:animEffect filter="fade" transition="in">
                                      <p:cBhvr additive="repl">
                                        <p:cTn id="765" dur="15"/>
                                        <p:tgtEl>
                                          <p:spTgt spid="425"/>
                                        </p:tgtEl>
                                      </p:cBhvr>
                                    </p:animEffect>
                                  </p:childTnLst>
                                </p:cTn>
                              </p:par>
                            </p:childTnLst>
                          </p:cTn>
                        </p:par>
                        <p:par>
                          <p:cTn id="766" fill="hold">
                            <p:stCondLst>
                              <p:cond delay="840"/>
                            </p:stCondLst>
                            <p:childTnLst>
                              <p:par>
                                <p:cTn id="767" nodeType="afterEffect" fill="hold" presetClass="entr" presetID="10">
                                  <p:stCondLst>
                                    <p:cond delay="0"/>
                                  </p:stCondLst>
                                  <p:childTnLst>
                                    <p:set>
                                      <p:cBhvr>
                                        <p:cTn id="768" dur="1" fill="hold">
                                          <p:stCondLst>
                                            <p:cond delay="0"/>
                                          </p:stCondLst>
                                        </p:cTn>
                                        <p:tgtEl>
                                          <p:spTgt spid="426"/>
                                        </p:tgtEl>
                                        <p:attrNameLst>
                                          <p:attrName>style.visibility</p:attrName>
                                        </p:attrNameLst>
                                      </p:cBhvr>
                                      <p:to>
                                        <p:strVal val="visible"/>
                                      </p:to>
                                    </p:set>
                                    <p:animEffect filter="fade" transition="in">
                                      <p:cBhvr additive="repl">
                                        <p:cTn id="769" dur="15"/>
                                        <p:tgtEl>
                                          <p:spTgt spid="426"/>
                                        </p:tgtEl>
                                      </p:cBhvr>
                                    </p:animEffect>
                                  </p:childTnLst>
                                </p:cTn>
                              </p:par>
                            </p:childTnLst>
                          </p:cTn>
                        </p:par>
                        <p:par>
                          <p:cTn id="770" fill="hold">
                            <p:stCondLst>
                              <p:cond delay="855"/>
                            </p:stCondLst>
                            <p:childTnLst>
                              <p:par>
                                <p:cTn id="771" nodeType="afterEffect" fill="hold" presetClass="entr" presetID="10">
                                  <p:stCondLst>
                                    <p:cond delay="0"/>
                                  </p:stCondLst>
                                  <p:childTnLst>
                                    <p:set>
                                      <p:cBhvr>
                                        <p:cTn id="772" dur="1" fill="hold">
                                          <p:stCondLst>
                                            <p:cond delay="0"/>
                                          </p:stCondLst>
                                        </p:cTn>
                                        <p:tgtEl>
                                          <p:spTgt spid="427"/>
                                        </p:tgtEl>
                                        <p:attrNameLst>
                                          <p:attrName>style.visibility</p:attrName>
                                        </p:attrNameLst>
                                      </p:cBhvr>
                                      <p:to>
                                        <p:strVal val="visible"/>
                                      </p:to>
                                    </p:set>
                                    <p:animEffect filter="fade" transition="in">
                                      <p:cBhvr additive="repl">
                                        <p:cTn id="773" dur="15"/>
                                        <p:tgtEl>
                                          <p:spTgt spid="427"/>
                                        </p:tgtEl>
                                      </p:cBhvr>
                                    </p:animEffect>
                                  </p:childTnLst>
                                </p:cTn>
                              </p:par>
                            </p:childTnLst>
                          </p:cTn>
                        </p:par>
                        <p:par>
                          <p:cTn id="774" fill="hold">
                            <p:stCondLst>
                              <p:cond delay="870"/>
                            </p:stCondLst>
                            <p:childTnLst>
                              <p:par>
                                <p:cTn id="775" nodeType="afterEffect" fill="hold" presetClass="entr" presetID="10">
                                  <p:stCondLst>
                                    <p:cond delay="0"/>
                                  </p:stCondLst>
                                  <p:childTnLst>
                                    <p:set>
                                      <p:cBhvr>
                                        <p:cTn id="776" dur="1" fill="hold">
                                          <p:stCondLst>
                                            <p:cond delay="0"/>
                                          </p:stCondLst>
                                        </p:cTn>
                                        <p:tgtEl>
                                          <p:spTgt spid="428"/>
                                        </p:tgtEl>
                                        <p:attrNameLst>
                                          <p:attrName>style.visibility</p:attrName>
                                        </p:attrNameLst>
                                      </p:cBhvr>
                                      <p:to>
                                        <p:strVal val="visible"/>
                                      </p:to>
                                    </p:set>
                                    <p:animEffect filter="fade" transition="in">
                                      <p:cBhvr additive="repl">
                                        <p:cTn id="777" dur="15"/>
                                        <p:tgtEl>
                                          <p:spTgt spid="428"/>
                                        </p:tgtEl>
                                      </p:cBhvr>
                                    </p:animEffect>
                                  </p:childTnLst>
                                </p:cTn>
                              </p:par>
                            </p:childTnLst>
                          </p:cTn>
                        </p:par>
                        <p:par>
                          <p:cTn id="778" fill="hold">
                            <p:stCondLst>
                              <p:cond delay="885"/>
                            </p:stCondLst>
                            <p:childTnLst>
                              <p:par>
                                <p:cTn id="779" nodeType="afterEffect" fill="hold" presetClass="entr" presetID="10">
                                  <p:stCondLst>
                                    <p:cond delay="0"/>
                                  </p:stCondLst>
                                  <p:childTnLst>
                                    <p:set>
                                      <p:cBhvr>
                                        <p:cTn id="780" dur="1" fill="hold">
                                          <p:stCondLst>
                                            <p:cond delay="0"/>
                                          </p:stCondLst>
                                        </p:cTn>
                                        <p:tgtEl>
                                          <p:spTgt spid="429"/>
                                        </p:tgtEl>
                                        <p:attrNameLst>
                                          <p:attrName>style.visibility</p:attrName>
                                        </p:attrNameLst>
                                      </p:cBhvr>
                                      <p:to>
                                        <p:strVal val="visible"/>
                                      </p:to>
                                    </p:set>
                                    <p:animEffect filter="fade" transition="in">
                                      <p:cBhvr additive="repl">
                                        <p:cTn id="781" dur="15"/>
                                        <p:tgtEl>
                                          <p:spTgt spid="429"/>
                                        </p:tgtEl>
                                      </p:cBhvr>
                                    </p:animEffect>
                                  </p:childTnLst>
                                </p:cTn>
                              </p:par>
                            </p:childTnLst>
                          </p:cTn>
                        </p:par>
                        <p:par>
                          <p:cTn id="782" fill="hold">
                            <p:stCondLst>
                              <p:cond delay="900"/>
                            </p:stCondLst>
                            <p:childTnLst>
                              <p:par>
                                <p:cTn id="783" nodeType="afterEffect" fill="hold" presetClass="entr" presetID="10">
                                  <p:stCondLst>
                                    <p:cond delay="0"/>
                                  </p:stCondLst>
                                  <p:childTnLst>
                                    <p:set>
                                      <p:cBhvr>
                                        <p:cTn id="784" dur="1" fill="hold">
                                          <p:stCondLst>
                                            <p:cond delay="0"/>
                                          </p:stCondLst>
                                        </p:cTn>
                                        <p:tgtEl>
                                          <p:spTgt spid="430"/>
                                        </p:tgtEl>
                                        <p:attrNameLst>
                                          <p:attrName>style.visibility</p:attrName>
                                        </p:attrNameLst>
                                      </p:cBhvr>
                                      <p:to>
                                        <p:strVal val="visible"/>
                                      </p:to>
                                    </p:set>
                                    <p:animEffect filter="fade" transition="in">
                                      <p:cBhvr additive="repl">
                                        <p:cTn id="785" dur="15"/>
                                        <p:tgtEl>
                                          <p:spTgt spid="430"/>
                                        </p:tgtEl>
                                      </p:cBhvr>
                                    </p:animEffect>
                                  </p:childTnLst>
                                </p:cTn>
                              </p:par>
                            </p:childTnLst>
                          </p:cTn>
                        </p:par>
                        <p:par>
                          <p:cTn id="786" fill="hold">
                            <p:stCondLst>
                              <p:cond delay="915"/>
                            </p:stCondLst>
                            <p:childTnLst>
                              <p:par>
                                <p:cTn id="787" nodeType="afterEffect" fill="hold" presetClass="entr" presetID="10">
                                  <p:stCondLst>
                                    <p:cond delay="0"/>
                                  </p:stCondLst>
                                  <p:childTnLst>
                                    <p:set>
                                      <p:cBhvr>
                                        <p:cTn id="788" dur="1" fill="hold">
                                          <p:stCondLst>
                                            <p:cond delay="0"/>
                                          </p:stCondLst>
                                        </p:cTn>
                                        <p:tgtEl>
                                          <p:spTgt spid="431"/>
                                        </p:tgtEl>
                                        <p:attrNameLst>
                                          <p:attrName>style.visibility</p:attrName>
                                        </p:attrNameLst>
                                      </p:cBhvr>
                                      <p:to>
                                        <p:strVal val="visible"/>
                                      </p:to>
                                    </p:set>
                                    <p:animEffect filter="fade" transition="in">
                                      <p:cBhvr additive="repl">
                                        <p:cTn id="789" dur="15"/>
                                        <p:tgtEl>
                                          <p:spTgt spid="431"/>
                                        </p:tgtEl>
                                      </p:cBhvr>
                                    </p:animEffect>
                                  </p:childTnLst>
                                </p:cTn>
                              </p:par>
                            </p:childTnLst>
                          </p:cTn>
                        </p:par>
                        <p:par>
                          <p:cTn id="790" fill="hold">
                            <p:stCondLst>
                              <p:cond delay="930"/>
                            </p:stCondLst>
                            <p:childTnLst>
                              <p:par>
                                <p:cTn id="791" nodeType="afterEffect" fill="hold" presetClass="entr" presetID="10">
                                  <p:stCondLst>
                                    <p:cond delay="0"/>
                                  </p:stCondLst>
                                  <p:childTnLst>
                                    <p:set>
                                      <p:cBhvr>
                                        <p:cTn id="792" dur="1" fill="hold">
                                          <p:stCondLst>
                                            <p:cond delay="0"/>
                                          </p:stCondLst>
                                        </p:cTn>
                                        <p:tgtEl>
                                          <p:spTgt spid="432"/>
                                        </p:tgtEl>
                                        <p:attrNameLst>
                                          <p:attrName>style.visibility</p:attrName>
                                        </p:attrNameLst>
                                      </p:cBhvr>
                                      <p:to>
                                        <p:strVal val="visible"/>
                                      </p:to>
                                    </p:set>
                                    <p:animEffect filter="fade" transition="in">
                                      <p:cBhvr additive="repl">
                                        <p:cTn id="793" dur="15"/>
                                        <p:tgtEl>
                                          <p:spTgt spid="432"/>
                                        </p:tgtEl>
                                      </p:cBhvr>
                                    </p:animEffect>
                                  </p:childTnLst>
                                </p:cTn>
                              </p:par>
                            </p:childTnLst>
                          </p:cTn>
                        </p:par>
                        <p:par>
                          <p:cTn id="794" fill="hold">
                            <p:stCondLst>
                              <p:cond delay="945"/>
                            </p:stCondLst>
                            <p:childTnLst>
                              <p:par>
                                <p:cTn id="795" nodeType="afterEffect" fill="hold" presetClass="entr" presetID="10">
                                  <p:stCondLst>
                                    <p:cond delay="0"/>
                                  </p:stCondLst>
                                  <p:childTnLst>
                                    <p:set>
                                      <p:cBhvr>
                                        <p:cTn id="796" dur="1" fill="hold">
                                          <p:stCondLst>
                                            <p:cond delay="0"/>
                                          </p:stCondLst>
                                        </p:cTn>
                                        <p:tgtEl>
                                          <p:spTgt spid="433"/>
                                        </p:tgtEl>
                                        <p:attrNameLst>
                                          <p:attrName>style.visibility</p:attrName>
                                        </p:attrNameLst>
                                      </p:cBhvr>
                                      <p:to>
                                        <p:strVal val="visible"/>
                                      </p:to>
                                    </p:set>
                                    <p:animEffect filter="fade" transition="in">
                                      <p:cBhvr additive="repl">
                                        <p:cTn id="797" dur="15"/>
                                        <p:tgtEl>
                                          <p:spTgt spid="433"/>
                                        </p:tgtEl>
                                      </p:cBhvr>
                                    </p:animEffect>
                                  </p:childTnLst>
                                </p:cTn>
                              </p:par>
                            </p:childTnLst>
                          </p:cTn>
                        </p:par>
                        <p:par>
                          <p:cTn id="798" fill="hold">
                            <p:stCondLst>
                              <p:cond delay="960"/>
                            </p:stCondLst>
                            <p:childTnLst>
                              <p:par>
                                <p:cTn id="799" nodeType="afterEffect" fill="hold" presetClass="entr" presetID="10">
                                  <p:stCondLst>
                                    <p:cond delay="0"/>
                                  </p:stCondLst>
                                  <p:childTnLst>
                                    <p:set>
                                      <p:cBhvr>
                                        <p:cTn id="800" dur="1" fill="hold">
                                          <p:stCondLst>
                                            <p:cond delay="0"/>
                                          </p:stCondLst>
                                        </p:cTn>
                                        <p:tgtEl>
                                          <p:spTgt spid="434"/>
                                        </p:tgtEl>
                                        <p:attrNameLst>
                                          <p:attrName>style.visibility</p:attrName>
                                        </p:attrNameLst>
                                      </p:cBhvr>
                                      <p:to>
                                        <p:strVal val="visible"/>
                                      </p:to>
                                    </p:set>
                                    <p:animEffect filter="fade" transition="in">
                                      <p:cBhvr additive="repl">
                                        <p:cTn id="801" dur="15"/>
                                        <p:tgtEl>
                                          <p:spTgt spid="434"/>
                                        </p:tgtEl>
                                      </p:cBhvr>
                                    </p:animEffect>
                                  </p:childTnLst>
                                </p:cTn>
                              </p:par>
                            </p:childTnLst>
                          </p:cTn>
                        </p:par>
                        <p:par>
                          <p:cTn id="802" fill="hold">
                            <p:stCondLst>
                              <p:cond delay="975"/>
                            </p:stCondLst>
                            <p:childTnLst>
                              <p:par>
                                <p:cTn id="803" nodeType="afterEffect" fill="hold" presetClass="entr" presetID="10">
                                  <p:stCondLst>
                                    <p:cond delay="0"/>
                                  </p:stCondLst>
                                  <p:childTnLst>
                                    <p:set>
                                      <p:cBhvr>
                                        <p:cTn id="804" dur="1" fill="hold">
                                          <p:stCondLst>
                                            <p:cond delay="0"/>
                                          </p:stCondLst>
                                        </p:cTn>
                                        <p:tgtEl>
                                          <p:spTgt spid="435"/>
                                        </p:tgtEl>
                                        <p:attrNameLst>
                                          <p:attrName>style.visibility</p:attrName>
                                        </p:attrNameLst>
                                      </p:cBhvr>
                                      <p:to>
                                        <p:strVal val="visible"/>
                                      </p:to>
                                    </p:set>
                                    <p:animEffect filter="fade" transition="in">
                                      <p:cBhvr additive="repl">
                                        <p:cTn id="805" dur="15"/>
                                        <p:tgtEl>
                                          <p:spTgt spid="435"/>
                                        </p:tgtEl>
                                      </p:cBhvr>
                                    </p:animEffect>
                                  </p:childTnLst>
                                </p:cTn>
                              </p:par>
                            </p:childTnLst>
                          </p:cTn>
                        </p:par>
                        <p:par>
                          <p:cTn id="806" fill="hold">
                            <p:stCondLst>
                              <p:cond delay="990"/>
                            </p:stCondLst>
                            <p:childTnLst>
                              <p:par>
                                <p:cTn id="807" nodeType="afterEffect" fill="hold" presetClass="entr" presetID="10">
                                  <p:stCondLst>
                                    <p:cond delay="0"/>
                                  </p:stCondLst>
                                  <p:childTnLst>
                                    <p:set>
                                      <p:cBhvr>
                                        <p:cTn id="808" dur="1" fill="hold">
                                          <p:stCondLst>
                                            <p:cond delay="0"/>
                                          </p:stCondLst>
                                        </p:cTn>
                                        <p:tgtEl>
                                          <p:spTgt spid="436"/>
                                        </p:tgtEl>
                                        <p:attrNameLst>
                                          <p:attrName>style.visibility</p:attrName>
                                        </p:attrNameLst>
                                      </p:cBhvr>
                                      <p:to>
                                        <p:strVal val="visible"/>
                                      </p:to>
                                    </p:set>
                                    <p:animEffect filter="fade" transition="in">
                                      <p:cBhvr additive="repl">
                                        <p:cTn id="809" dur="15"/>
                                        <p:tgtEl>
                                          <p:spTgt spid="436"/>
                                        </p:tgtEl>
                                      </p:cBhvr>
                                    </p:animEffect>
                                  </p:childTnLst>
                                </p:cTn>
                              </p:par>
                            </p:childTnLst>
                          </p:cTn>
                        </p:par>
                        <p:par>
                          <p:cTn id="810" fill="hold">
                            <p:stCondLst>
                              <p:cond delay="1004"/>
                            </p:stCondLst>
                            <p:childTnLst>
                              <p:par>
                                <p:cTn id="811" nodeType="afterEffect" fill="hold" presetClass="entr" presetID="10">
                                  <p:stCondLst>
                                    <p:cond delay="0"/>
                                  </p:stCondLst>
                                  <p:childTnLst>
                                    <p:set>
                                      <p:cBhvr>
                                        <p:cTn id="812" dur="1" fill="hold">
                                          <p:stCondLst>
                                            <p:cond delay="0"/>
                                          </p:stCondLst>
                                        </p:cTn>
                                        <p:tgtEl>
                                          <p:spTgt spid="437"/>
                                        </p:tgtEl>
                                        <p:attrNameLst>
                                          <p:attrName>style.visibility</p:attrName>
                                        </p:attrNameLst>
                                      </p:cBhvr>
                                      <p:to>
                                        <p:strVal val="visible"/>
                                      </p:to>
                                    </p:set>
                                    <p:animEffect filter="fade" transition="in">
                                      <p:cBhvr additive="repl">
                                        <p:cTn id="813" dur="15"/>
                                        <p:tgtEl>
                                          <p:spTgt spid="437"/>
                                        </p:tgtEl>
                                      </p:cBhvr>
                                    </p:animEffect>
                                  </p:childTnLst>
                                </p:cTn>
                              </p:par>
                            </p:childTnLst>
                          </p:cTn>
                        </p:par>
                        <p:par>
                          <p:cTn id="814" fill="hold">
                            <p:stCondLst>
                              <p:cond delay="1020"/>
                            </p:stCondLst>
                            <p:childTnLst>
                              <p:par>
                                <p:cTn id="815" nodeType="afterEffect" fill="hold" presetClass="entr" presetID="10">
                                  <p:stCondLst>
                                    <p:cond delay="0"/>
                                  </p:stCondLst>
                                  <p:childTnLst>
                                    <p:set>
                                      <p:cBhvr>
                                        <p:cTn id="816" dur="1" fill="hold">
                                          <p:stCondLst>
                                            <p:cond delay="0"/>
                                          </p:stCondLst>
                                        </p:cTn>
                                        <p:tgtEl>
                                          <p:spTgt spid="438"/>
                                        </p:tgtEl>
                                        <p:attrNameLst>
                                          <p:attrName>style.visibility</p:attrName>
                                        </p:attrNameLst>
                                      </p:cBhvr>
                                      <p:to>
                                        <p:strVal val="visible"/>
                                      </p:to>
                                    </p:set>
                                    <p:animEffect filter="fade" transition="in">
                                      <p:cBhvr additive="repl">
                                        <p:cTn id="817" dur="15"/>
                                        <p:tgtEl>
                                          <p:spTgt spid="438"/>
                                        </p:tgtEl>
                                      </p:cBhvr>
                                    </p:animEffect>
                                  </p:childTnLst>
                                </p:cTn>
                              </p:par>
                            </p:childTnLst>
                          </p:cTn>
                        </p:par>
                        <p:par>
                          <p:cTn id="818" fill="hold">
                            <p:stCondLst>
                              <p:cond delay="1035"/>
                            </p:stCondLst>
                            <p:childTnLst>
                              <p:par>
                                <p:cTn id="819" nodeType="afterEffect" fill="hold" presetClass="entr" presetID="10">
                                  <p:stCondLst>
                                    <p:cond delay="0"/>
                                  </p:stCondLst>
                                  <p:childTnLst>
                                    <p:set>
                                      <p:cBhvr>
                                        <p:cTn id="820" dur="1" fill="hold">
                                          <p:stCondLst>
                                            <p:cond delay="0"/>
                                          </p:stCondLst>
                                        </p:cTn>
                                        <p:tgtEl>
                                          <p:spTgt spid="439"/>
                                        </p:tgtEl>
                                        <p:attrNameLst>
                                          <p:attrName>style.visibility</p:attrName>
                                        </p:attrNameLst>
                                      </p:cBhvr>
                                      <p:to>
                                        <p:strVal val="visible"/>
                                      </p:to>
                                    </p:set>
                                    <p:animEffect filter="fade" transition="in">
                                      <p:cBhvr additive="repl">
                                        <p:cTn id="821" dur="15"/>
                                        <p:tgtEl>
                                          <p:spTgt spid="439"/>
                                        </p:tgtEl>
                                      </p:cBhvr>
                                    </p:animEffect>
                                  </p:childTnLst>
                                </p:cTn>
                              </p:par>
                            </p:childTnLst>
                          </p:cTn>
                        </p:par>
                        <p:par>
                          <p:cTn id="822" fill="hold">
                            <p:stCondLst>
                              <p:cond delay="1050"/>
                            </p:stCondLst>
                            <p:childTnLst>
                              <p:par>
                                <p:cTn id="823" nodeType="afterEffect" fill="hold" presetClass="entr" presetID="10">
                                  <p:stCondLst>
                                    <p:cond delay="0"/>
                                  </p:stCondLst>
                                  <p:childTnLst>
                                    <p:set>
                                      <p:cBhvr>
                                        <p:cTn id="824" dur="1" fill="hold">
                                          <p:stCondLst>
                                            <p:cond delay="0"/>
                                          </p:stCondLst>
                                        </p:cTn>
                                        <p:tgtEl>
                                          <p:spTgt spid="440"/>
                                        </p:tgtEl>
                                        <p:attrNameLst>
                                          <p:attrName>style.visibility</p:attrName>
                                        </p:attrNameLst>
                                      </p:cBhvr>
                                      <p:to>
                                        <p:strVal val="visible"/>
                                      </p:to>
                                    </p:set>
                                    <p:animEffect filter="fade" transition="in">
                                      <p:cBhvr additive="repl">
                                        <p:cTn id="825" dur="15"/>
                                        <p:tgtEl>
                                          <p:spTgt spid="440"/>
                                        </p:tgtEl>
                                      </p:cBhvr>
                                    </p:animEffect>
                                  </p:childTnLst>
                                </p:cTn>
                              </p:par>
                            </p:childTnLst>
                          </p:cTn>
                        </p:par>
                        <p:par>
                          <p:cTn id="826" fill="hold">
                            <p:stCondLst>
                              <p:cond delay="1065"/>
                            </p:stCondLst>
                            <p:childTnLst>
                              <p:par>
                                <p:cTn id="827" nodeType="afterEffect" fill="hold" presetClass="entr" presetID="10">
                                  <p:stCondLst>
                                    <p:cond delay="0"/>
                                  </p:stCondLst>
                                  <p:childTnLst>
                                    <p:set>
                                      <p:cBhvr>
                                        <p:cTn id="828" dur="1" fill="hold">
                                          <p:stCondLst>
                                            <p:cond delay="0"/>
                                          </p:stCondLst>
                                        </p:cTn>
                                        <p:tgtEl>
                                          <p:spTgt spid="441"/>
                                        </p:tgtEl>
                                        <p:attrNameLst>
                                          <p:attrName>style.visibility</p:attrName>
                                        </p:attrNameLst>
                                      </p:cBhvr>
                                      <p:to>
                                        <p:strVal val="visible"/>
                                      </p:to>
                                    </p:set>
                                    <p:animEffect filter="fade" transition="in">
                                      <p:cBhvr additive="repl">
                                        <p:cTn id="829" dur="15"/>
                                        <p:tgtEl>
                                          <p:spTgt spid="441"/>
                                        </p:tgtEl>
                                      </p:cBhvr>
                                    </p:animEffect>
                                  </p:childTnLst>
                                </p:cTn>
                              </p:par>
                            </p:childTnLst>
                          </p:cTn>
                        </p:par>
                        <p:par>
                          <p:cTn id="830" fill="hold">
                            <p:stCondLst>
                              <p:cond delay="1080"/>
                            </p:stCondLst>
                            <p:childTnLst>
                              <p:par>
                                <p:cTn id="831" nodeType="afterEffect" fill="hold" presetClass="entr" presetID="10">
                                  <p:stCondLst>
                                    <p:cond delay="0"/>
                                  </p:stCondLst>
                                  <p:childTnLst>
                                    <p:set>
                                      <p:cBhvr>
                                        <p:cTn id="832" dur="1" fill="hold">
                                          <p:stCondLst>
                                            <p:cond delay="0"/>
                                          </p:stCondLst>
                                        </p:cTn>
                                        <p:tgtEl>
                                          <p:spTgt spid="442"/>
                                        </p:tgtEl>
                                        <p:attrNameLst>
                                          <p:attrName>style.visibility</p:attrName>
                                        </p:attrNameLst>
                                      </p:cBhvr>
                                      <p:to>
                                        <p:strVal val="visible"/>
                                      </p:to>
                                    </p:set>
                                    <p:animEffect filter="fade" transition="in">
                                      <p:cBhvr additive="repl">
                                        <p:cTn id="833" dur="15"/>
                                        <p:tgtEl>
                                          <p:spTgt spid="442"/>
                                        </p:tgtEl>
                                      </p:cBhvr>
                                    </p:animEffect>
                                  </p:childTnLst>
                                </p:cTn>
                              </p:par>
                            </p:childTnLst>
                          </p:cTn>
                        </p:par>
                        <p:par>
                          <p:cTn id="834" fill="hold">
                            <p:stCondLst>
                              <p:cond delay="1095"/>
                            </p:stCondLst>
                            <p:childTnLst>
                              <p:par>
                                <p:cTn id="835" nodeType="afterEffect" fill="hold" presetClass="entr" presetID="10">
                                  <p:stCondLst>
                                    <p:cond delay="0"/>
                                  </p:stCondLst>
                                  <p:childTnLst>
                                    <p:set>
                                      <p:cBhvr>
                                        <p:cTn id="836" dur="1" fill="hold">
                                          <p:stCondLst>
                                            <p:cond delay="0"/>
                                          </p:stCondLst>
                                        </p:cTn>
                                        <p:tgtEl>
                                          <p:spTgt spid="443"/>
                                        </p:tgtEl>
                                        <p:attrNameLst>
                                          <p:attrName>style.visibility</p:attrName>
                                        </p:attrNameLst>
                                      </p:cBhvr>
                                      <p:to>
                                        <p:strVal val="visible"/>
                                      </p:to>
                                    </p:set>
                                    <p:animEffect filter="fade" transition="in">
                                      <p:cBhvr additive="repl">
                                        <p:cTn id="837" dur="15"/>
                                        <p:tgtEl>
                                          <p:spTgt spid="443"/>
                                        </p:tgtEl>
                                      </p:cBhvr>
                                    </p:animEffect>
                                  </p:childTnLst>
                                </p:cTn>
                              </p:par>
                            </p:childTnLst>
                          </p:cTn>
                        </p:par>
                        <p:par>
                          <p:cTn id="838" fill="hold">
                            <p:stCondLst>
                              <p:cond delay="1110"/>
                            </p:stCondLst>
                            <p:childTnLst>
                              <p:par>
                                <p:cTn id="839" nodeType="afterEffect" fill="hold" presetClass="entr" presetID="10">
                                  <p:stCondLst>
                                    <p:cond delay="0"/>
                                  </p:stCondLst>
                                  <p:childTnLst>
                                    <p:set>
                                      <p:cBhvr>
                                        <p:cTn id="840" dur="1" fill="hold">
                                          <p:stCondLst>
                                            <p:cond delay="0"/>
                                          </p:stCondLst>
                                        </p:cTn>
                                        <p:tgtEl>
                                          <p:spTgt spid="444"/>
                                        </p:tgtEl>
                                        <p:attrNameLst>
                                          <p:attrName>style.visibility</p:attrName>
                                        </p:attrNameLst>
                                      </p:cBhvr>
                                      <p:to>
                                        <p:strVal val="visible"/>
                                      </p:to>
                                    </p:set>
                                    <p:animEffect filter="fade" transition="in">
                                      <p:cBhvr additive="repl">
                                        <p:cTn id="841" dur="15"/>
                                        <p:tgtEl>
                                          <p:spTgt spid="444"/>
                                        </p:tgtEl>
                                      </p:cBhvr>
                                    </p:animEffect>
                                  </p:childTnLst>
                                </p:cTn>
                              </p:par>
                            </p:childTnLst>
                          </p:cTn>
                        </p:par>
                        <p:par>
                          <p:cTn id="842" fill="hold">
                            <p:stCondLst>
                              <p:cond delay="1125"/>
                            </p:stCondLst>
                            <p:childTnLst>
                              <p:par>
                                <p:cTn id="843" nodeType="afterEffect" fill="hold" presetClass="entr" presetID="10">
                                  <p:stCondLst>
                                    <p:cond delay="0"/>
                                  </p:stCondLst>
                                  <p:childTnLst>
                                    <p:set>
                                      <p:cBhvr>
                                        <p:cTn id="844" dur="1" fill="hold">
                                          <p:stCondLst>
                                            <p:cond delay="0"/>
                                          </p:stCondLst>
                                        </p:cTn>
                                        <p:tgtEl>
                                          <p:spTgt spid="445"/>
                                        </p:tgtEl>
                                        <p:attrNameLst>
                                          <p:attrName>style.visibility</p:attrName>
                                        </p:attrNameLst>
                                      </p:cBhvr>
                                      <p:to>
                                        <p:strVal val="visible"/>
                                      </p:to>
                                    </p:set>
                                    <p:animEffect filter="fade" transition="in">
                                      <p:cBhvr additive="repl">
                                        <p:cTn id="845" dur="15"/>
                                        <p:tgtEl>
                                          <p:spTgt spid="445"/>
                                        </p:tgtEl>
                                      </p:cBhvr>
                                    </p:animEffect>
                                  </p:childTnLst>
                                </p:cTn>
                              </p:par>
                            </p:childTnLst>
                          </p:cTn>
                        </p:par>
                        <p:par>
                          <p:cTn id="846" fill="hold">
                            <p:stCondLst>
                              <p:cond delay="1140"/>
                            </p:stCondLst>
                            <p:childTnLst>
                              <p:par>
                                <p:cTn id="847" nodeType="afterEffect" fill="hold" presetClass="entr" presetID="10">
                                  <p:stCondLst>
                                    <p:cond delay="0"/>
                                  </p:stCondLst>
                                  <p:childTnLst>
                                    <p:set>
                                      <p:cBhvr>
                                        <p:cTn id="848" dur="1" fill="hold">
                                          <p:stCondLst>
                                            <p:cond delay="0"/>
                                          </p:stCondLst>
                                        </p:cTn>
                                        <p:tgtEl>
                                          <p:spTgt spid="446"/>
                                        </p:tgtEl>
                                        <p:attrNameLst>
                                          <p:attrName>style.visibility</p:attrName>
                                        </p:attrNameLst>
                                      </p:cBhvr>
                                      <p:to>
                                        <p:strVal val="visible"/>
                                      </p:to>
                                    </p:set>
                                    <p:animEffect filter="fade" transition="in">
                                      <p:cBhvr additive="repl">
                                        <p:cTn id="849" dur="15"/>
                                        <p:tgtEl>
                                          <p:spTgt spid="446"/>
                                        </p:tgtEl>
                                      </p:cBhvr>
                                    </p:animEffect>
                                  </p:childTnLst>
                                </p:cTn>
                              </p:par>
                            </p:childTnLst>
                          </p:cTn>
                        </p:par>
                        <p:par>
                          <p:cTn id="850" fill="hold">
                            <p:stCondLst>
                              <p:cond delay="1155"/>
                            </p:stCondLst>
                            <p:childTnLst>
                              <p:par>
                                <p:cTn id="851" nodeType="afterEffect" fill="hold" presetClass="entr" presetID="10">
                                  <p:stCondLst>
                                    <p:cond delay="0"/>
                                  </p:stCondLst>
                                  <p:childTnLst>
                                    <p:set>
                                      <p:cBhvr>
                                        <p:cTn id="852" dur="1" fill="hold">
                                          <p:stCondLst>
                                            <p:cond delay="0"/>
                                          </p:stCondLst>
                                        </p:cTn>
                                        <p:tgtEl>
                                          <p:spTgt spid="447"/>
                                        </p:tgtEl>
                                        <p:attrNameLst>
                                          <p:attrName>style.visibility</p:attrName>
                                        </p:attrNameLst>
                                      </p:cBhvr>
                                      <p:to>
                                        <p:strVal val="visible"/>
                                      </p:to>
                                    </p:set>
                                    <p:animEffect filter="fade" transition="in">
                                      <p:cBhvr additive="repl">
                                        <p:cTn id="853" dur="15"/>
                                        <p:tgtEl>
                                          <p:spTgt spid="447"/>
                                        </p:tgtEl>
                                      </p:cBhvr>
                                    </p:animEffect>
                                  </p:childTnLst>
                                </p:cTn>
                              </p:par>
                            </p:childTnLst>
                          </p:cTn>
                        </p:par>
                        <p:par>
                          <p:cTn id="854" fill="hold">
                            <p:stCondLst>
                              <p:cond delay="1170"/>
                            </p:stCondLst>
                            <p:childTnLst>
                              <p:par>
                                <p:cTn id="855" nodeType="afterEffect" fill="hold" presetClass="entr" presetID="10">
                                  <p:stCondLst>
                                    <p:cond delay="0"/>
                                  </p:stCondLst>
                                  <p:childTnLst>
                                    <p:set>
                                      <p:cBhvr>
                                        <p:cTn id="856" dur="1" fill="hold">
                                          <p:stCondLst>
                                            <p:cond delay="0"/>
                                          </p:stCondLst>
                                        </p:cTn>
                                        <p:tgtEl>
                                          <p:spTgt spid="448"/>
                                        </p:tgtEl>
                                        <p:attrNameLst>
                                          <p:attrName>style.visibility</p:attrName>
                                        </p:attrNameLst>
                                      </p:cBhvr>
                                      <p:to>
                                        <p:strVal val="visible"/>
                                      </p:to>
                                    </p:set>
                                    <p:animEffect filter="fade" transition="in">
                                      <p:cBhvr additive="repl">
                                        <p:cTn id="857" dur="15"/>
                                        <p:tgtEl>
                                          <p:spTgt spid="448"/>
                                        </p:tgtEl>
                                      </p:cBhvr>
                                    </p:animEffect>
                                  </p:childTnLst>
                                </p:cTn>
                              </p:par>
                            </p:childTnLst>
                          </p:cTn>
                        </p:par>
                        <p:par>
                          <p:cTn id="858" fill="hold">
                            <p:stCondLst>
                              <p:cond delay="1185"/>
                            </p:stCondLst>
                            <p:childTnLst>
                              <p:par>
                                <p:cTn id="859" nodeType="afterEffect" fill="hold" presetClass="entr" presetID="10">
                                  <p:stCondLst>
                                    <p:cond delay="0"/>
                                  </p:stCondLst>
                                  <p:childTnLst>
                                    <p:set>
                                      <p:cBhvr>
                                        <p:cTn id="860" dur="1" fill="hold">
                                          <p:stCondLst>
                                            <p:cond delay="0"/>
                                          </p:stCondLst>
                                        </p:cTn>
                                        <p:tgtEl>
                                          <p:spTgt spid="449"/>
                                        </p:tgtEl>
                                        <p:attrNameLst>
                                          <p:attrName>style.visibility</p:attrName>
                                        </p:attrNameLst>
                                      </p:cBhvr>
                                      <p:to>
                                        <p:strVal val="visible"/>
                                      </p:to>
                                    </p:set>
                                    <p:animEffect filter="fade" transition="in">
                                      <p:cBhvr additive="repl">
                                        <p:cTn id="861" dur="15"/>
                                        <p:tgtEl>
                                          <p:spTgt spid="449"/>
                                        </p:tgtEl>
                                      </p:cBhvr>
                                    </p:animEffect>
                                  </p:childTnLst>
                                </p:cTn>
                              </p:par>
                            </p:childTnLst>
                          </p:cTn>
                        </p:par>
                        <p:par>
                          <p:cTn id="862" fill="hold">
                            <p:stCondLst>
                              <p:cond delay="1200"/>
                            </p:stCondLst>
                            <p:childTnLst>
                              <p:par>
                                <p:cTn id="863" nodeType="afterEffect" fill="hold" presetClass="entr" presetID="10">
                                  <p:stCondLst>
                                    <p:cond delay="0"/>
                                  </p:stCondLst>
                                  <p:childTnLst>
                                    <p:set>
                                      <p:cBhvr>
                                        <p:cTn id="864" dur="1" fill="hold">
                                          <p:stCondLst>
                                            <p:cond delay="0"/>
                                          </p:stCondLst>
                                        </p:cTn>
                                        <p:tgtEl>
                                          <p:spTgt spid="450"/>
                                        </p:tgtEl>
                                        <p:attrNameLst>
                                          <p:attrName>style.visibility</p:attrName>
                                        </p:attrNameLst>
                                      </p:cBhvr>
                                      <p:to>
                                        <p:strVal val="visible"/>
                                      </p:to>
                                    </p:set>
                                    <p:animEffect filter="fade" transition="in">
                                      <p:cBhvr additive="repl">
                                        <p:cTn id="865" dur="15"/>
                                        <p:tgtEl>
                                          <p:spTgt spid="450"/>
                                        </p:tgtEl>
                                      </p:cBhvr>
                                    </p:animEffect>
                                  </p:childTnLst>
                                </p:cTn>
                              </p:par>
                            </p:childTnLst>
                          </p:cTn>
                        </p:par>
                        <p:par>
                          <p:cTn id="866" fill="hold">
                            <p:stCondLst>
                              <p:cond delay="1215"/>
                            </p:stCondLst>
                            <p:childTnLst>
                              <p:par>
                                <p:cTn id="867" nodeType="afterEffect" fill="hold" presetClass="entr" presetID="10">
                                  <p:stCondLst>
                                    <p:cond delay="0"/>
                                  </p:stCondLst>
                                  <p:childTnLst>
                                    <p:set>
                                      <p:cBhvr>
                                        <p:cTn id="868" dur="1" fill="hold">
                                          <p:stCondLst>
                                            <p:cond delay="0"/>
                                          </p:stCondLst>
                                        </p:cTn>
                                        <p:tgtEl>
                                          <p:spTgt spid="451"/>
                                        </p:tgtEl>
                                        <p:attrNameLst>
                                          <p:attrName>style.visibility</p:attrName>
                                        </p:attrNameLst>
                                      </p:cBhvr>
                                      <p:to>
                                        <p:strVal val="visible"/>
                                      </p:to>
                                    </p:set>
                                    <p:animEffect filter="fade" transition="in">
                                      <p:cBhvr additive="repl">
                                        <p:cTn id="869" dur="15"/>
                                        <p:tgtEl>
                                          <p:spTgt spid="451"/>
                                        </p:tgtEl>
                                      </p:cBhvr>
                                    </p:animEffect>
                                  </p:childTnLst>
                                </p:cTn>
                              </p:par>
                            </p:childTnLst>
                          </p:cTn>
                        </p:par>
                        <p:par>
                          <p:cTn id="870" fill="hold">
                            <p:stCondLst>
                              <p:cond delay="1230"/>
                            </p:stCondLst>
                            <p:childTnLst>
                              <p:par>
                                <p:cTn id="871" nodeType="afterEffect" fill="hold" presetClass="entr" presetID="10">
                                  <p:stCondLst>
                                    <p:cond delay="0"/>
                                  </p:stCondLst>
                                  <p:childTnLst>
                                    <p:set>
                                      <p:cBhvr>
                                        <p:cTn id="872" dur="1" fill="hold">
                                          <p:stCondLst>
                                            <p:cond delay="0"/>
                                          </p:stCondLst>
                                        </p:cTn>
                                        <p:tgtEl>
                                          <p:spTgt spid="452"/>
                                        </p:tgtEl>
                                        <p:attrNameLst>
                                          <p:attrName>style.visibility</p:attrName>
                                        </p:attrNameLst>
                                      </p:cBhvr>
                                      <p:to>
                                        <p:strVal val="visible"/>
                                      </p:to>
                                    </p:set>
                                    <p:animEffect filter="fade" transition="in">
                                      <p:cBhvr additive="repl">
                                        <p:cTn id="873" dur="15"/>
                                        <p:tgtEl>
                                          <p:spTgt spid="452"/>
                                        </p:tgtEl>
                                      </p:cBhvr>
                                    </p:animEffect>
                                  </p:childTnLst>
                                </p:cTn>
                              </p:par>
                            </p:childTnLst>
                          </p:cTn>
                        </p:par>
                        <p:par>
                          <p:cTn id="874" fill="hold">
                            <p:stCondLst>
                              <p:cond delay="1245"/>
                            </p:stCondLst>
                            <p:childTnLst>
                              <p:par>
                                <p:cTn id="875" nodeType="afterEffect" fill="hold" presetClass="entr" presetID="10">
                                  <p:stCondLst>
                                    <p:cond delay="0"/>
                                  </p:stCondLst>
                                  <p:childTnLst>
                                    <p:set>
                                      <p:cBhvr>
                                        <p:cTn id="876" dur="1" fill="hold">
                                          <p:stCondLst>
                                            <p:cond delay="0"/>
                                          </p:stCondLst>
                                        </p:cTn>
                                        <p:tgtEl>
                                          <p:spTgt spid="453"/>
                                        </p:tgtEl>
                                        <p:attrNameLst>
                                          <p:attrName>style.visibility</p:attrName>
                                        </p:attrNameLst>
                                      </p:cBhvr>
                                      <p:to>
                                        <p:strVal val="visible"/>
                                      </p:to>
                                    </p:set>
                                    <p:animEffect filter="fade" transition="in">
                                      <p:cBhvr additive="repl">
                                        <p:cTn id="877" dur="15"/>
                                        <p:tgtEl>
                                          <p:spTgt spid="453"/>
                                        </p:tgtEl>
                                      </p:cBhvr>
                                    </p:animEffect>
                                  </p:childTnLst>
                                </p:cTn>
                              </p:par>
                            </p:childTnLst>
                          </p:cTn>
                        </p:par>
                        <p:par>
                          <p:cTn id="878" fill="hold">
                            <p:stCondLst>
                              <p:cond delay="1260"/>
                            </p:stCondLst>
                            <p:childTnLst>
                              <p:par>
                                <p:cTn id="879" nodeType="afterEffect" fill="hold" presetClass="entr" presetID="10">
                                  <p:stCondLst>
                                    <p:cond delay="0"/>
                                  </p:stCondLst>
                                  <p:childTnLst>
                                    <p:set>
                                      <p:cBhvr>
                                        <p:cTn id="880" dur="1" fill="hold">
                                          <p:stCondLst>
                                            <p:cond delay="0"/>
                                          </p:stCondLst>
                                        </p:cTn>
                                        <p:tgtEl>
                                          <p:spTgt spid="454"/>
                                        </p:tgtEl>
                                        <p:attrNameLst>
                                          <p:attrName>style.visibility</p:attrName>
                                        </p:attrNameLst>
                                      </p:cBhvr>
                                      <p:to>
                                        <p:strVal val="visible"/>
                                      </p:to>
                                    </p:set>
                                    <p:animEffect filter="fade" transition="in">
                                      <p:cBhvr additive="repl">
                                        <p:cTn id="881" dur="15"/>
                                        <p:tgtEl>
                                          <p:spTgt spid="454"/>
                                        </p:tgtEl>
                                      </p:cBhvr>
                                    </p:animEffect>
                                  </p:childTnLst>
                                </p:cTn>
                              </p:par>
                            </p:childTnLst>
                          </p:cTn>
                        </p:par>
                        <p:par>
                          <p:cTn id="882" fill="hold">
                            <p:stCondLst>
                              <p:cond delay="1275"/>
                            </p:stCondLst>
                            <p:childTnLst>
                              <p:par>
                                <p:cTn id="883" nodeType="afterEffect" fill="hold" presetClass="entr" presetID="10">
                                  <p:stCondLst>
                                    <p:cond delay="0"/>
                                  </p:stCondLst>
                                  <p:childTnLst>
                                    <p:set>
                                      <p:cBhvr>
                                        <p:cTn id="884" dur="1" fill="hold">
                                          <p:stCondLst>
                                            <p:cond delay="0"/>
                                          </p:stCondLst>
                                        </p:cTn>
                                        <p:tgtEl>
                                          <p:spTgt spid="455"/>
                                        </p:tgtEl>
                                        <p:attrNameLst>
                                          <p:attrName>style.visibility</p:attrName>
                                        </p:attrNameLst>
                                      </p:cBhvr>
                                      <p:to>
                                        <p:strVal val="visible"/>
                                      </p:to>
                                    </p:set>
                                    <p:animEffect filter="fade" transition="in">
                                      <p:cBhvr additive="repl">
                                        <p:cTn id="885" dur="15"/>
                                        <p:tgtEl>
                                          <p:spTgt spid="455"/>
                                        </p:tgtEl>
                                      </p:cBhvr>
                                    </p:animEffect>
                                  </p:childTnLst>
                                </p:cTn>
                              </p:par>
                            </p:childTnLst>
                          </p:cTn>
                        </p:par>
                        <p:par>
                          <p:cTn id="886" fill="hold">
                            <p:stCondLst>
                              <p:cond delay="1290"/>
                            </p:stCondLst>
                            <p:childTnLst>
                              <p:par>
                                <p:cTn id="887" nodeType="afterEffect" fill="hold" presetClass="entr" presetID="10">
                                  <p:stCondLst>
                                    <p:cond delay="0"/>
                                  </p:stCondLst>
                                  <p:childTnLst>
                                    <p:set>
                                      <p:cBhvr>
                                        <p:cTn id="888" dur="1" fill="hold">
                                          <p:stCondLst>
                                            <p:cond delay="0"/>
                                          </p:stCondLst>
                                        </p:cTn>
                                        <p:tgtEl>
                                          <p:spTgt spid="456"/>
                                        </p:tgtEl>
                                        <p:attrNameLst>
                                          <p:attrName>style.visibility</p:attrName>
                                        </p:attrNameLst>
                                      </p:cBhvr>
                                      <p:to>
                                        <p:strVal val="visible"/>
                                      </p:to>
                                    </p:set>
                                    <p:animEffect filter="fade" transition="in">
                                      <p:cBhvr additive="repl">
                                        <p:cTn id="889" dur="15"/>
                                        <p:tgtEl>
                                          <p:spTgt spid="456"/>
                                        </p:tgtEl>
                                      </p:cBhvr>
                                    </p:animEffect>
                                  </p:childTnLst>
                                </p:cTn>
                              </p:par>
                            </p:childTnLst>
                          </p:cTn>
                        </p:par>
                        <p:par>
                          <p:cTn id="890" fill="hold">
                            <p:stCondLst>
                              <p:cond delay="1305"/>
                            </p:stCondLst>
                            <p:childTnLst>
                              <p:par>
                                <p:cTn id="891" nodeType="afterEffect" fill="hold" presetClass="entr" presetID="10">
                                  <p:stCondLst>
                                    <p:cond delay="0"/>
                                  </p:stCondLst>
                                  <p:childTnLst>
                                    <p:set>
                                      <p:cBhvr>
                                        <p:cTn id="892" dur="1" fill="hold">
                                          <p:stCondLst>
                                            <p:cond delay="0"/>
                                          </p:stCondLst>
                                        </p:cTn>
                                        <p:tgtEl>
                                          <p:spTgt spid="457"/>
                                        </p:tgtEl>
                                        <p:attrNameLst>
                                          <p:attrName>style.visibility</p:attrName>
                                        </p:attrNameLst>
                                      </p:cBhvr>
                                      <p:to>
                                        <p:strVal val="visible"/>
                                      </p:to>
                                    </p:set>
                                    <p:animEffect filter="fade" transition="in">
                                      <p:cBhvr additive="repl">
                                        <p:cTn id="893" dur="15"/>
                                        <p:tgtEl>
                                          <p:spTgt spid="457"/>
                                        </p:tgtEl>
                                      </p:cBhvr>
                                    </p:animEffect>
                                  </p:childTnLst>
                                </p:cTn>
                              </p:par>
                            </p:childTnLst>
                          </p:cTn>
                        </p:par>
                        <p:par>
                          <p:cTn id="894" fill="hold">
                            <p:stCondLst>
                              <p:cond delay="1320"/>
                            </p:stCondLst>
                            <p:childTnLst>
                              <p:par>
                                <p:cTn id="895" nodeType="afterEffect" fill="hold" presetClass="entr" presetID="10">
                                  <p:stCondLst>
                                    <p:cond delay="0"/>
                                  </p:stCondLst>
                                  <p:childTnLst>
                                    <p:set>
                                      <p:cBhvr>
                                        <p:cTn id="896" dur="1" fill="hold">
                                          <p:stCondLst>
                                            <p:cond delay="0"/>
                                          </p:stCondLst>
                                        </p:cTn>
                                        <p:tgtEl>
                                          <p:spTgt spid="458"/>
                                        </p:tgtEl>
                                        <p:attrNameLst>
                                          <p:attrName>style.visibility</p:attrName>
                                        </p:attrNameLst>
                                      </p:cBhvr>
                                      <p:to>
                                        <p:strVal val="visible"/>
                                      </p:to>
                                    </p:set>
                                    <p:animEffect filter="fade" transition="in">
                                      <p:cBhvr additive="repl">
                                        <p:cTn id="897" dur="15"/>
                                        <p:tgtEl>
                                          <p:spTgt spid="458"/>
                                        </p:tgtEl>
                                      </p:cBhvr>
                                    </p:animEffect>
                                  </p:childTnLst>
                                </p:cTn>
                              </p:par>
                            </p:childTnLst>
                          </p:cTn>
                        </p:par>
                        <p:par>
                          <p:cTn id="898" fill="hold">
                            <p:stCondLst>
                              <p:cond delay="1335"/>
                            </p:stCondLst>
                            <p:childTnLst>
                              <p:par>
                                <p:cTn id="899" nodeType="afterEffect" fill="hold" presetClass="entr" presetID="10">
                                  <p:stCondLst>
                                    <p:cond delay="0"/>
                                  </p:stCondLst>
                                  <p:childTnLst>
                                    <p:set>
                                      <p:cBhvr>
                                        <p:cTn id="900" dur="1" fill="hold">
                                          <p:stCondLst>
                                            <p:cond delay="0"/>
                                          </p:stCondLst>
                                        </p:cTn>
                                        <p:tgtEl>
                                          <p:spTgt spid="459"/>
                                        </p:tgtEl>
                                        <p:attrNameLst>
                                          <p:attrName>style.visibility</p:attrName>
                                        </p:attrNameLst>
                                      </p:cBhvr>
                                      <p:to>
                                        <p:strVal val="visible"/>
                                      </p:to>
                                    </p:set>
                                    <p:animEffect filter="fade" transition="in">
                                      <p:cBhvr additive="repl">
                                        <p:cTn id="901" dur="15"/>
                                        <p:tgtEl>
                                          <p:spTgt spid="459"/>
                                        </p:tgtEl>
                                      </p:cBhvr>
                                    </p:animEffect>
                                  </p:childTnLst>
                                </p:cTn>
                              </p:par>
                            </p:childTnLst>
                          </p:cTn>
                        </p:par>
                        <p:par>
                          <p:cTn id="902" fill="hold">
                            <p:stCondLst>
                              <p:cond delay="1350"/>
                            </p:stCondLst>
                            <p:childTnLst>
                              <p:par>
                                <p:cTn id="903" nodeType="afterEffect" fill="hold" presetClass="entr" presetID="10">
                                  <p:stCondLst>
                                    <p:cond delay="0"/>
                                  </p:stCondLst>
                                  <p:childTnLst>
                                    <p:set>
                                      <p:cBhvr>
                                        <p:cTn id="904" dur="1" fill="hold">
                                          <p:stCondLst>
                                            <p:cond delay="0"/>
                                          </p:stCondLst>
                                        </p:cTn>
                                        <p:tgtEl>
                                          <p:spTgt spid="460"/>
                                        </p:tgtEl>
                                        <p:attrNameLst>
                                          <p:attrName>style.visibility</p:attrName>
                                        </p:attrNameLst>
                                      </p:cBhvr>
                                      <p:to>
                                        <p:strVal val="visible"/>
                                      </p:to>
                                    </p:set>
                                    <p:animEffect filter="fade" transition="in">
                                      <p:cBhvr additive="repl">
                                        <p:cTn id="905" dur="15"/>
                                        <p:tgtEl>
                                          <p:spTgt spid="460"/>
                                        </p:tgtEl>
                                      </p:cBhvr>
                                    </p:animEffect>
                                  </p:childTnLst>
                                </p:cTn>
                              </p:par>
                            </p:childTnLst>
                          </p:cTn>
                        </p:par>
                        <p:par>
                          <p:cTn id="906" fill="hold">
                            <p:stCondLst>
                              <p:cond delay="1365"/>
                            </p:stCondLst>
                            <p:childTnLst>
                              <p:par>
                                <p:cTn id="907" nodeType="afterEffect" fill="hold" presetClass="entr" presetID="10">
                                  <p:stCondLst>
                                    <p:cond delay="0"/>
                                  </p:stCondLst>
                                  <p:childTnLst>
                                    <p:set>
                                      <p:cBhvr>
                                        <p:cTn id="908" dur="1" fill="hold">
                                          <p:stCondLst>
                                            <p:cond delay="0"/>
                                          </p:stCondLst>
                                        </p:cTn>
                                        <p:tgtEl>
                                          <p:spTgt spid="461"/>
                                        </p:tgtEl>
                                        <p:attrNameLst>
                                          <p:attrName>style.visibility</p:attrName>
                                        </p:attrNameLst>
                                      </p:cBhvr>
                                      <p:to>
                                        <p:strVal val="visible"/>
                                      </p:to>
                                    </p:set>
                                    <p:animEffect filter="fade" transition="in">
                                      <p:cBhvr additive="repl">
                                        <p:cTn id="909" dur="15"/>
                                        <p:tgtEl>
                                          <p:spTgt spid="461"/>
                                        </p:tgtEl>
                                      </p:cBhvr>
                                    </p:animEffect>
                                  </p:childTnLst>
                                </p:cTn>
                              </p:par>
                            </p:childTnLst>
                          </p:cTn>
                        </p:par>
                        <p:par>
                          <p:cTn id="910" fill="hold">
                            <p:stCondLst>
                              <p:cond delay="1380"/>
                            </p:stCondLst>
                            <p:childTnLst>
                              <p:par>
                                <p:cTn id="911" nodeType="afterEffect" fill="hold" presetClass="entr" presetID="10">
                                  <p:stCondLst>
                                    <p:cond delay="0"/>
                                  </p:stCondLst>
                                  <p:childTnLst>
                                    <p:set>
                                      <p:cBhvr>
                                        <p:cTn id="912" dur="1" fill="hold">
                                          <p:stCondLst>
                                            <p:cond delay="0"/>
                                          </p:stCondLst>
                                        </p:cTn>
                                        <p:tgtEl>
                                          <p:spTgt spid="462"/>
                                        </p:tgtEl>
                                        <p:attrNameLst>
                                          <p:attrName>style.visibility</p:attrName>
                                        </p:attrNameLst>
                                      </p:cBhvr>
                                      <p:to>
                                        <p:strVal val="visible"/>
                                      </p:to>
                                    </p:set>
                                    <p:animEffect filter="fade" transition="in">
                                      <p:cBhvr additive="repl">
                                        <p:cTn id="913" dur="15"/>
                                        <p:tgtEl>
                                          <p:spTgt spid="462"/>
                                        </p:tgtEl>
                                      </p:cBhvr>
                                    </p:animEffect>
                                  </p:childTnLst>
                                </p:cTn>
                              </p:par>
                            </p:childTnLst>
                          </p:cTn>
                        </p:par>
                        <p:par>
                          <p:cTn id="914" fill="hold">
                            <p:stCondLst>
                              <p:cond delay="1395"/>
                            </p:stCondLst>
                            <p:childTnLst>
                              <p:par>
                                <p:cTn id="915" nodeType="afterEffect" fill="hold" presetClass="entr" presetID="10">
                                  <p:stCondLst>
                                    <p:cond delay="0"/>
                                  </p:stCondLst>
                                  <p:childTnLst>
                                    <p:set>
                                      <p:cBhvr>
                                        <p:cTn id="916" dur="1" fill="hold">
                                          <p:stCondLst>
                                            <p:cond delay="0"/>
                                          </p:stCondLst>
                                        </p:cTn>
                                        <p:tgtEl>
                                          <p:spTgt spid="463"/>
                                        </p:tgtEl>
                                        <p:attrNameLst>
                                          <p:attrName>style.visibility</p:attrName>
                                        </p:attrNameLst>
                                      </p:cBhvr>
                                      <p:to>
                                        <p:strVal val="visible"/>
                                      </p:to>
                                    </p:set>
                                    <p:animEffect filter="fade" transition="in">
                                      <p:cBhvr additive="repl">
                                        <p:cTn id="917" dur="15"/>
                                        <p:tgtEl>
                                          <p:spTgt spid="463"/>
                                        </p:tgtEl>
                                      </p:cBhvr>
                                    </p:animEffect>
                                  </p:childTnLst>
                                </p:cTn>
                              </p:par>
                            </p:childTnLst>
                          </p:cTn>
                        </p:par>
                        <p:par>
                          <p:cTn id="918" fill="hold">
                            <p:stCondLst>
                              <p:cond delay="1410"/>
                            </p:stCondLst>
                            <p:childTnLst>
                              <p:par>
                                <p:cTn id="919" nodeType="afterEffect" fill="hold" presetClass="entr" presetID="10">
                                  <p:stCondLst>
                                    <p:cond delay="0"/>
                                  </p:stCondLst>
                                  <p:childTnLst>
                                    <p:set>
                                      <p:cBhvr>
                                        <p:cTn id="920" dur="1" fill="hold">
                                          <p:stCondLst>
                                            <p:cond delay="0"/>
                                          </p:stCondLst>
                                        </p:cTn>
                                        <p:tgtEl>
                                          <p:spTgt spid="464"/>
                                        </p:tgtEl>
                                        <p:attrNameLst>
                                          <p:attrName>style.visibility</p:attrName>
                                        </p:attrNameLst>
                                      </p:cBhvr>
                                      <p:to>
                                        <p:strVal val="visible"/>
                                      </p:to>
                                    </p:set>
                                    <p:animEffect filter="fade" transition="in">
                                      <p:cBhvr additive="repl">
                                        <p:cTn id="921" dur="15"/>
                                        <p:tgtEl>
                                          <p:spTgt spid="464"/>
                                        </p:tgtEl>
                                      </p:cBhvr>
                                    </p:animEffect>
                                  </p:childTnLst>
                                </p:cTn>
                              </p:par>
                            </p:childTnLst>
                          </p:cTn>
                        </p:par>
                        <p:par>
                          <p:cTn id="922" fill="hold">
                            <p:stCondLst>
                              <p:cond delay="1425"/>
                            </p:stCondLst>
                            <p:childTnLst>
                              <p:par>
                                <p:cTn id="923" nodeType="afterEffect" fill="hold" presetClass="entr" presetID="10">
                                  <p:stCondLst>
                                    <p:cond delay="0"/>
                                  </p:stCondLst>
                                  <p:childTnLst>
                                    <p:set>
                                      <p:cBhvr>
                                        <p:cTn id="924" dur="1" fill="hold">
                                          <p:stCondLst>
                                            <p:cond delay="0"/>
                                          </p:stCondLst>
                                        </p:cTn>
                                        <p:tgtEl>
                                          <p:spTgt spid="465"/>
                                        </p:tgtEl>
                                        <p:attrNameLst>
                                          <p:attrName>style.visibility</p:attrName>
                                        </p:attrNameLst>
                                      </p:cBhvr>
                                      <p:to>
                                        <p:strVal val="visible"/>
                                      </p:to>
                                    </p:set>
                                    <p:animEffect filter="fade" transition="in">
                                      <p:cBhvr additive="repl">
                                        <p:cTn id="925" dur="15"/>
                                        <p:tgtEl>
                                          <p:spTgt spid="465"/>
                                        </p:tgtEl>
                                      </p:cBhvr>
                                    </p:animEffect>
                                  </p:childTnLst>
                                </p:cTn>
                              </p:par>
                            </p:childTnLst>
                          </p:cTn>
                        </p:par>
                        <p:par>
                          <p:cTn id="926" fill="hold">
                            <p:stCondLst>
                              <p:cond delay="1440"/>
                            </p:stCondLst>
                            <p:childTnLst>
                              <p:par>
                                <p:cTn id="927" nodeType="afterEffect" fill="hold" presetClass="entr" presetID="10">
                                  <p:stCondLst>
                                    <p:cond delay="0"/>
                                  </p:stCondLst>
                                  <p:childTnLst>
                                    <p:set>
                                      <p:cBhvr>
                                        <p:cTn id="928" dur="1" fill="hold">
                                          <p:stCondLst>
                                            <p:cond delay="0"/>
                                          </p:stCondLst>
                                        </p:cTn>
                                        <p:tgtEl>
                                          <p:spTgt spid="466"/>
                                        </p:tgtEl>
                                        <p:attrNameLst>
                                          <p:attrName>style.visibility</p:attrName>
                                        </p:attrNameLst>
                                      </p:cBhvr>
                                      <p:to>
                                        <p:strVal val="visible"/>
                                      </p:to>
                                    </p:set>
                                    <p:animEffect filter="fade" transition="in">
                                      <p:cBhvr additive="repl">
                                        <p:cTn id="929" dur="15"/>
                                        <p:tgtEl>
                                          <p:spTgt spid="466"/>
                                        </p:tgtEl>
                                      </p:cBhvr>
                                    </p:animEffect>
                                  </p:childTnLst>
                                </p:cTn>
                              </p:par>
                            </p:childTnLst>
                          </p:cTn>
                        </p:par>
                        <p:par>
                          <p:cTn id="930" fill="hold">
                            <p:stCondLst>
                              <p:cond delay="1455"/>
                            </p:stCondLst>
                            <p:childTnLst>
                              <p:par>
                                <p:cTn id="931" nodeType="afterEffect" fill="hold" presetClass="entr" presetID="10">
                                  <p:stCondLst>
                                    <p:cond delay="0"/>
                                  </p:stCondLst>
                                  <p:childTnLst>
                                    <p:set>
                                      <p:cBhvr>
                                        <p:cTn id="932" dur="1" fill="hold">
                                          <p:stCondLst>
                                            <p:cond delay="0"/>
                                          </p:stCondLst>
                                        </p:cTn>
                                        <p:tgtEl>
                                          <p:spTgt spid="467"/>
                                        </p:tgtEl>
                                        <p:attrNameLst>
                                          <p:attrName>style.visibility</p:attrName>
                                        </p:attrNameLst>
                                      </p:cBhvr>
                                      <p:to>
                                        <p:strVal val="visible"/>
                                      </p:to>
                                    </p:set>
                                    <p:animEffect filter="fade" transition="in">
                                      <p:cBhvr additive="repl">
                                        <p:cTn id="933" dur="15"/>
                                        <p:tgtEl>
                                          <p:spTgt spid="467"/>
                                        </p:tgtEl>
                                      </p:cBhvr>
                                    </p:animEffect>
                                  </p:childTnLst>
                                </p:cTn>
                              </p:par>
                            </p:childTnLst>
                          </p:cTn>
                        </p:par>
                        <p:par>
                          <p:cTn id="934" fill="hold">
                            <p:stCondLst>
                              <p:cond delay="1470"/>
                            </p:stCondLst>
                            <p:childTnLst>
                              <p:par>
                                <p:cTn id="935" nodeType="afterEffect" fill="hold" presetClass="entr" presetID="10">
                                  <p:stCondLst>
                                    <p:cond delay="0"/>
                                  </p:stCondLst>
                                  <p:childTnLst>
                                    <p:set>
                                      <p:cBhvr>
                                        <p:cTn id="936" dur="1" fill="hold">
                                          <p:stCondLst>
                                            <p:cond delay="0"/>
                                          </p:stCondLst>
                                        </p:cTn>
                                        <p:tgtEl>
                                          <p:spTgt spid="468"/>
                                        </p:tgtEl>
                                        <p:attrNameLst>
                                          <p:attrName>style.visibility</p:attrName>
                                        </p:attrNameLst>
                                      </p:cBhvr>
                                      <p:to>
                                        <p:strVal val="visible"/>
                                      </p:to>
                                    </p:set>
                                    <p:animEffect filter="fade" transition="in">
                                      <p:cBhvr additive="repl">
                                        <p:cTn id="937" dur="15"/>
                                        <p:tgtEl>
                                          <p:spTgt spid="468"/>
                                        </p:tgtEl>
                                      </p:cBhvr>
                                    </p:animEffect>
                                  </p:childTnLst>
                                </p:cTn>
                              </p:par>
                            </p:childTnLst>
                          </p:cTn>
                        </p:par>
                        <p:par>
                          <p:cTn id="938" fill="hold">
                            <p:stCondLst>
                              <p:cond delay="1485"/>
                            </p:stCondLst>
                            <p:childTnLst>
                              <p:par>
                                <p:cTn id="939" nodeType="afterEffect" fill="hold" presetClass="entr" presetID="10">
                                  <p:stCondLst>
                                    <p:cond delay="0"/>
                                  </p:stCondLst>
                                  <p:childTnLst>
                                    <p:set>
                                      <p:cBhvr>
                                        <p:cTn id="940" dur="1" fill="hold">
                                          <p:stCondLst>
                                            <p:cond delay="0"/>
                                          </p:stCondLst>
                                        </p:cTn>
                                        <p:tgtEl>
                                          <p:spTgt spid="469"/>
                                        </p:tgtEl>
                                        <p:attrNameLst>
                                          <p:attrName>style.visibility</p:attrName>
                                        </p:attrNameLst>
                                      </p:cBhvr>
                                      <p:to>
                                        <p:strVal val="visible"/>
                                      </p:to>
                                    </p:set>
                                    <p:animEffect filter="fade" transition="in">
                                      <p:cBhvr additive="repl">
                                        <p:cTn id="941" dur="15"/>
                                        <p:tgtEl>
                                          <p:spTgt spid="469"/>
                                        </p:tgtEl>
                                      </p:cBhvr>
                                    </p:animEffect>
                                  </p:childTnLst>
                                </p:cTn>
                              </p:par>
                            </p:childTnLst>
                          </p:cTn>
                        </p:par>
                        <p:par>
                          <p:cTn id="942" fill="hold">
                            <p:stCondLst>
                              <p:cond delay="1500"/>
                            </p:stCondLst>
                            <p:childTnLst>
                              <p:par>
                                <p:cTn id="943" nodeType="afterEffect" fill="hold" presetClass="entr" presetID="10">
                                  <p:stCondLst>
                                    <p:cond delay="0"/>
                                  </p:stCondLst>
                                  <p:childTnLst>
                                    <p:set>
                                      <p:cBhvr>
                                        <p:cTn id="944" dur="1" fill="hold">
                                          <p:stCondLst>
                                            <p:cond delay="0"/>
                                          </p:stCondLst>
                                        </p:cTn>
                                        <p:tgtEl>
                                          <p:spTgt spid="470"/>
                                        </p:tgtEl>
                                        <p:attrNameLst>
                                          <p:attrName>style.visibility</p:attrName>
                                        </p:attrNameLst>
                                      </p:cBhvr>
                                      <p:to>
                                        <p:strVal val="visible"/>
                                      </p:to>
                                    </p:set>
                                    <p:animEffect filter="fade" transition="in">
                                      <p:cBhvr additive="repl">
                                        <p:cTn id="945" dur="15"/>
                                        <p:tgtEl>
                                          <p:spTgt spid="470"/>
                                        </p:tgtEl>
                                      </p:cBhvr>
                                    </p:animEffect>
                                  </p:childTnLst>
                                </p:cTn>
                              </p:par>
                            </p:childTnLst>
                          </p:cTn>
                        </p:par>
                        <p:par>
                          <p:cTn id="946" fill="hold">
                            <p:stCondLst>
                              <p:cond delay="1515"/>
                            </p:stCondLst>
                            <p:childTnLst>
                              <p:par>
                                <p:cTn id="947" nodeType="afterEffect" fill="hold" presetClass="entr" presetID="10">
                                  <p:stCondLst>
                                    <p:cond delay="0"/>
                                  </p:stCondLst>
                                  <p:childTnLst>
                                    <p:set>
                                      <p:cBhvr>
                                        <p:cTn id="948" dur="1" fill="hold">
                                          <p:stCondLst>
                                            <p:cond delay="0"/>
                                          </p:stCondLst>
                                        </p:cTn>
                                        <p:tgtEl>
                                          <p:spTgt spid="471"/>
                                        </p:tgtEl>
                                        <p:attrNameLst>
                                          <p:attrName>style.visibility</p:attrName>
                                        </p:attrNameLst>
                                      </p:cBhvr>
                                      <p:to>
                                        <p:strVal val="visible"/>
                                      </p:to>
                                    </p:set>
                                    <p:animEffect filter="fade" transition="in">
                                      <p:cBhvr additive="repl">
                                        <p:cTn id="949" dur="15"/>
                                        <p:tgtEl>
                                          <p:spTgt spid="471"/>
                                        </p:tgtEl>
                                      </p:cBhvr>
                                    </p:animEffect>
                                  </p:childTnLst>
                                </p:cTn>
                              </p:par>
                            </p:childTnLst>
                          </p:cTn>
                        </p:par>
                        <p:par>
                          <p:cTn id="950" fill="hold">
                            <p:stCondLst>
                              <p:cond delay="1530"/>
                            </p:stCondLst>
                            <p:childTnLst>
                              <p:par>
                                <p:cTn id="951" nodeType="afterEffect" fill="hold" presetClass="entr" presetID="10">
                                  <p:stCondLst>
                                    <p:cond delay="0"/>
                                  </p:stCondLst>
                                  <p:childTnLst>
                                    <p:set>
                                      <p:cBhvr>
                                        <p:cTn id="952" dur="1" fill="hold">
                                          <p:stCondLst>
                                            <p:cond delay="0"/>
                                          </p:stCondLst>
                                        </p:cTn>
                                        <p:tgtEl>
                                          <p:spTgt spid="472"/>
                                        </p:tgtEl>
                                        <p:attrNameLst>
                                          <p:attrName>style.visibility</p:attrName>
                                        </p:attrNameLst>
                                      </p:cBhvr>
                                      <p:to>
                                        <p:strVal val="visible"/>
                                      </p:to>
                                    </p:set>
                                    <p:animEffect filter="fade" transition="in">
                                      <p:cBhvr additive="repl">
                                        <p:cTn id="953" dur="15"/>
                                        <p:tgtEl>
                                          <p:spTgt spid="472"/>
                                        </p:tgtEl>
                                      </p:cBhvr>
                                    </p:animEffect>
                                  </p:childTnLst>
                                </p:cTn>
                              </p:par>
                            </p:childTnLst>
                          </p:cTn>
                        </p:par>
                        <p:par>
                          <p:cTn id="954" fill="hold">
                            <p:stCondLst>
                              <p:cond delay="1545"/>
                            </p:stCondLst>
                            <p:childTnLst>
                              <p:par>
                                <p:cTn id="955" nodeType="afterEffect" fill="hold" presetClass="entr" presetID="10">
                                  <p:stCondLst>
                                    <p:cond delay="0"/>
                                  </p:stCondLst>
                                  <p:childTnLst>
                                    <p:set>
                                      <p:cBhvr>
                                        <p:cTn id="956" dur="1" fill="hold">
                                          <p:stCondLst>
                                            <p:cond delay="0"/>
                                          </p:stCondLst>
                                        </p:cTn>
                                        <p:tgtEl>
                                          <p:spTgt spid="473"/>
                                        </p:tgtEl>
                                        <p:attrNameLst>
                                          <p:attrName>style.visibility</p:attrName>
                                        </p:attrNameLst>
                                      </p:cBhvr>
                                      <p:to>
                                        <p:strVal val="visible"/>
                                      </p:to>
                                    </p:set>
                                    <p:animEffect filter="fade" transition="in">
                                      <p:cBhvr additive="repl">
                                        <p:cTn id="957" dur="15"/>
                                        <p:tgtEl>
                                          <p:spTgt spid="473"/>
                                        </p:tgtEl>
                                      </p:cBhvr>
                                    </p:animEffect>
                                  </p:childTnLst>
                                </p:cTn>
                              </p:par>
                            </p:childTnLst>
                          </p:cTn>
                        </p:par>
                        <p:par>
                          <p:cTn id="958" fill="hold">
                            <p:stCondLst>
                              <p:cond delay="1560"/>
                            </p:stCondLst>
                            <p:childTnLst>
                              <p:par>
                                <p:cTn id="959" nodeType="afterEffect" fill="hold" presetClass="entr" presetID="10">
                                  <p:stCondLst>
                                    <p:cond delay="0"/>
                                  </p:stCondLst>
                                  <p:childTnLst>
                                    <p:set>
                                      <p:cBhvr>
                                        <p:cTn id="960" dur="1" fill="hold">
                                          <p:stCondLst>
                                            <p:cond delay="0"/>
                                          </p:stCondLst>
                                        </p:cTn>
                                        <p:tgtEl>
                                          <p:spTgt spid="474"/>
                                        </p:tgtEl>
                                        <p:attrNameLst>
                                          <p:attrName>style.visibility</p:attrName>
                                        </p:attrNameLst>
                                      </p:cBhvr>
                                      <p:to>
                                        <p:strVal val="visible"/>
                                      </p:to>
                                    </p:set>
                                    <p:animEffect filter="fade" transition="in">
                                      <p:cBhvr additive="repl">
                                        <p:cTn id="961" dur="15"/>
                                        <p:tgtEl>
                                          <p:spTgt spid="474"/>
                                        </p:tgtEl>
                                      </p:cBhvr>
                                    </p:animEffect>
                                  </p:childTnLst>
                                </p:cTn>
                              </p:par>
                            </p:childTnLst>
                          </p:cTn>
                        </p:par>
                        <p:par>
                          <p:cTn id="962" fill="hold">
                            <p:stCondLst>
                              <p:cond delay="1575"/>
                            </p:stCondLst>
                            <p:childTnLst>
                              <p:par>
                                <p:cTn id="963" nodeType="afterEffect" fill="hold" presetClass="entr" presetID="10">
                                  <p:stCondLst>
                                    <p:cond delay="0"/>
                                  </p:stCondLst>
                                  <p:childTnLst>
                                    <p:set>
                                      <p:cBhvr>
                                        <p:cTn id="964" dur="1" fill="hold">
                                          <p:stCondLst>
                                            <p:cond delay="0"/>
                                          </p:stCondLst>
                                        </p:cTn>
                                        <p:tgtEl>
                                          <p:spTgt spid="475"/>
                                        </p:tgtEl>
                                        <p:attrNameLst>
                                          <p:attrName>style.visibility</p:attrName>
                                        </p:attrNameLst>
                                      </p:cBhvr>
                                      <p:to>
                                        <p:strVal val="visible"/>
                                      </p:to>
                                    </p:set>
                                    <p:animEffect filter="fade" transition="in">
                                      <p:cBhvr additive="repl">
                                        <p:cTn id="965" dur="15"/>
                                        <p:tgtEl>
                                          <p:spTgt spid="475"/>
                                        </p:tgtEl>
                                      </p:cBhvr>
                                    </p:animEffect>
                                  </p:childTnLst>
                                </p:cTn>
                              </p:par>
                            </p:childTnLst>
                          </p:cTn>
                        </p:par>
                        <p:par>
                          <p:cTn id="966" fill="hold">
                            <p:stCondLst>
                              <p:cond delay="1590"/>
                            </p:stCondLst>
                            <p:childTnLst>
                              <p:par>
                                <p:cTn id="967" nodeType="afterEffect" fill="hold" presetClass="entr" presetID="10">
                                  <p:stCondLst>
                                    <p:cond delay="0"/>
                                  </p:stCondLst>
                                  <p:childTnLst>
                                    <p:set>
                                      <p:cBhvr>
                                        <p:cTn id="968" dur="1" fill="hold">
                                          <p:stCondLst>
                                            <p:cond delay="0"/>
                                          </p:stCondLst>
                                        </p:cTn>
                                        <p:tgtEl>
                                          <p:spTgt spid="476"/>
                                        </p:tgtEl>
                                        <p:attrNameLst>
                                          <p:attrName>style.visibility</p:attrName>
                                        </p:attrNameLst>
                                      </p:cBhvr>
                                      <p:to>
                                        <p:strVal val="visible"/>
                                      </p:to>
                                    </p:set>
                                    <p:animEffect filter="fade" transition="in">
                                      <p:cBhvr additive="repl">
                                        <p:cTn id="969" dur="15"/>
                                        <p:tgtEl>
                                          <p:spTgt spid="476"/>
                                        </p:tgtEl>
                                      </p:cBhvr>
                                    </p:animEffect>
                                  </p:childTnLst>
                                </p:cTn>
                              </p:par>
                            </p:childTnLst>
                          </p:cTn>
                        </p:par>
                        <p:par>
                          <p:cTn id="970" fill="hold">
                            <p:stCondLst>
                              <p:cond delay="1605"/>
                            </p:stCondLst>
                            <p:childTnLst>
                              <p:par>
                                <p:cTn id="971" nodeType="afterEffect" fill="hold" presetClass="entr" presetID="10">
                                  <p:stCondLst>
                                    <p:cond delay="0"/>
                                  </p:stCondLst>
                                  <p:childTnLst>
                                    <p:set>
                                      <p:cBhvr>
                                        <p:cTn id="972" dur="1" fill="hold">
                                          <p:stCondLst>
                                            <p:cond delay="0"/>
                                          </p:stCondLst>
                                        </p:cTn>
                                        <p:tgtEl>
                                          <p:spTgt spid="477"/>
                                        </p:tgtEl>
                                        <p:attrNameLst>
                                          <p:attrName>style.visibility</p:attrName>
                                        </p:attrNameLst>
                                      </p:cBhvr>
                                      <p:to>
                                        <p:strVal val="visible"/>
                                      </p:to>
                                    </p:set>
                                    <p:animEffect filter="fade" transition="in">
                                      <p:cBhvr additive="repl">
                                        <p:cTn id="973" dur="15"/>
                                        <p:tgtEl>
                                          <p:spTgt spid="477"/>
                                        </p:tgtEl>
                                      </p:cBhvr>
                                    </p:animEffect>
                                  </p:childTnLst>
                                </p:cTn>
                              </p:par>
                            </p:childTnLst>
                          </p:cTn>
                        </p:par>
                        <p:par>
                          <p:cTn id="974" fill="hold">
                            <p:stCondLst>
                              <p:cond delay="1620"/>
                            </p:stCondLst>
                            <p:childTnLst>
                              <p:par>
                                <p:cTn id="975" nodeType="afterEffect" fill="hold" presetClass="entr" presetID="10">
                                  <p:stCondLst>
                                    <p:cond delay="0"/>
                                  </p:stCondLst>
                                  <p:childTnLst>
                                    <p:set>
                                      <p:cBhvr>
                                        <p:cTn id="976" dur="1" fill="hold">
                                          <p:stCondLst>
                                            <p:cond delay="0"/>
                                          </p:stCondLst>
                                        </p:cTn>
                                        <p:tgtEl>
                                          <p:spTgt spid="478"/>
                                        </p:tgtEl>
                                        <p:attrNameLst>
                                          <p:attrName>style.visibility</p:attrName>
                                        </p:attrNameLst>
                                      </p:cBhvr>
                                      <p:to>
                                        <p:strVal val="visible"/>
                                      </p:to>
                                    </p:set>
                                    <p:animEffect filter="fade" transition="in">
                                      <p:cBhvr additive="repl">
                                        <p:cTn id="977" dur="15"/>
                                        <p:tgtEl>
                                          <p:spTgt spid="478"/>
                                        </p:tgtEl>
                                      </p:cBhvr>
                                    </p:animEffect>
                                  </p:childTnLst>
                                </p:cTn>
                              </p:par>
                            </p:childTnLst>
                          </p:cTn>
                        </p:par>
                        <p:par>
                          <p:cTn id="978" fill="hold">
                            <p:stCondLst>
                              <p:cond delay="1635"/>
                            </p:stCondLst>
                            <p:childTnLst>
                              <p:par>
                                <p:cTn id="979" nodeType="afterEffect" fill="hold" presetClass="entr" presetID="10">
                                  <p:stCondLst>
                                    <p:cond delay="0"/>
                                  </p:stCondLst>
                                  <p:childTnLst>
                                    <p:set>
                                      <p:cBhvr>
                                        <p:cTn id="980" dur="1" fill="hold">
                                          <p:stCondLst>
                                            <p:cond delay="0"/>
                                          </p:stCondLst>
                                        </p:cTn>
                                        <p:tgtEl>
                                          <p:spTgt spid="479"/>
                                        </p:tgtEl>
                                        <p:attrNameLst>
                                          <p:attrName>style.visibility</p:attrName>
                                        </p:attrNameLst>
                                      </p:cBhvr>
                                      <p:to>
                                        <p:strVal val="visible"/>
                                      </p:to>
                                    </p:set>
                                    <p:animEffect filter="fade" transition="in">
                                      <p:cBhvr additive="repl">
                                        <p:cTn id="981" dur="15"/>
                                        <p:tgtEl>
                                          <p:spTgt spid="479"/>
                                        </p:tgtEl>
                                      </p:cBhvr>
                                    </p:animEffect>
                                  </p:childTnLst>
                                </p:cTn>
                              </p:par>
                            </p:childTnLst>
                          </p:cTn>
                        </p:par>
                        <p:par>
                          <p:cTn id="982" fill="hold">
                            <p:stCondLst>
                              <p:cond delay="1650"/>
                            </p:stCondLst>
                            <p:childTnLst>
                              <p:par>
                                <p:cTn id="983" nodeType="afterEffect" fill="hold" presetClass="entr" presetID="10">
                                  <p:stCondLst>
                                    <p:cond delay="0"/>
                                  </p:stCondLst>
                                  <p:childTnLst>
                                    <p:set>
                                      <p:cBhvr>
                                        <p:cTn id="984" dur="1" fill="hold">
                                          <p:stCondLst>
                                            <p:cond delay="0"/>
                                          </p:stCondLst>
                                        </p:cTn>
                                        <p:tgtEl>
                                          <p:spTgt spid="480"/>
                                        </p:tgtEl>
                                        <p:attrNameLst>
                                          <p:attrName>style.visibility</p:attrName>
                                        </p:attrNameLst>
                                      </p:cBhvr>
                                      <p:to>
                                        <p:strVal val="visible"/>
                                      </p:to>
                                    </p:set>
                                    <p:animEffect filter="fade" transition="in">
                                      <p:cBhvr additive="repl">
                                        <p:cTn id="985" dur="15"/>
                                        <p:tgtEl>
                                          <p:spTgt spid="480"/>
                                        </p:tgtEl>
                                      </p:cBhvr>
                                    </p:animEffect>
                                  </p:childTnLst>
                                </p:cTn>
                              </p:par>
                            </p:childTnLst>
                          </p:cTn>
                        </p:par>
                        <p:par>
                          <p:cTn id="986" fill="hold">
                            <p:stCondLst>
                              <p:cond delay="1665"/>
                            </p:stCondLst>
                            <p:childTnLst>
                              <p:par>
                                <p:cTn id="987" nodeType="afterEffect" fill="hold" presetClass="entr" presetID="10">
                                  <p:stCondLst>
                                    <p:cond delay="0"/>
                                  </p:stCondLst>
                                  <p:childTnLst>
                                    <p:set>
                                      <p:cBhvr>
                                        <p:cTn id="988" dur="1" fill="hold">
                                          <p:stCondLst>
                                            <p:cond delay="0"/>
                                          </p:stCondLst>
                                        </p:cTn>
                                        <p:tgtEl>
                                          <p:spTgt spid="481"/>
                                        </p:tgtEl>
                                        <p:attrNameLst>
                                          <p:attrName>style.visibility</p:attrName>
                                        </p:attrNameLst>
                                      </p:cBhvr>
                                      <p:to>
                                        <p:strVal val="visible"/>
                                      </p:to>
                                    </p:set>
                                    <p:animEffect filter="fade" transition="in">
                                      <p:cBhvr additive="repl">
                                        <p:cTn id="989" dur="15"/>
                                        <p:tgtEl>
                                          <p:spTgt spid="481"/>
                                        </p:tgtEl>
                                      </p:cBhvr>
                                    </p:animEffect>
                                  </p:childTnLst>
                                </p:cTn>
                              </p:par>
                            </p:childTnLst>
                          </p:cTn>
                        </p:par>
                        <p:par>
                          <p:cTn id="990" fill="hold">
                            <p:stCondLst>
                              <p:cond delay="1680"/>
                            </p:stCondLst>
                            <p:childTnLst>
                              <p:par>
                                <p:cTn id="991" nodeType="afterEffect" fill="hold" presetClass="entr" presetID="10">
                                  <p:stCondLst>
                                    <p:cond delay="0"/>
                                  </p:stCondLst>
                                  <p:childTnLst>
                                    <p:set>
                                      <p:cBhvr>
                                        <p:cTn id="992" dur="1" fill="hold">
                                          <p:stCondLst>
                                            <p:cond delay="0"/>
                                          </p:stCondLst>
                                        </p:cTn>
                                        <p:tgtEl>
                                          <p:spTgt spid="482"/>
                                        </p:tgtEl>
                                        <p:attrNameLst>
                                          <p:attrName>style.visibility</p:attrName>
                                        </p:attrNameLst>
                                      </p:cBhvr>
                                      <p:to>
                                        <p:strVal val="visible"/>
                                      </p:to>
                                    </p:set>
                                    <p:animEffect filter="fade" transition="in">
                                      <p:cBhvr additive="repl">
                                        <p:cTn id="993" dur="15"/>
                                        <p:tgtEl>
                                          <p:spTgt spid="482"/>
                                        </p:tgtEl>
                                      </p:cBhvr>
                                    </p:animEffect>
                                  </p:childTnLst>
                                </p:cTn>
                              </p:par>
                            </p:childTnLst>
                          </p:cTn>
                        </p:par>
                        <p:par>
                          <p:cTn id="994" fill="hold">
                            <p:stCondLst>
                              <p:cond delay="1695"/>
                            </p:stCondLst>
                            <p:childTnLst>
                              <p:par>
                                <p:cTn id="995" nodeType="afterEffect" fill="hold" presetClass="entr" presetID="10">
                                  <p:stCondLst>
                                    <p:cond delay="0"/>
                                  </p:stCondLst>
                                  <p:childTnLst>
                                    <p:set>
                                      <p:cBhvr>
                                        <p:cTn id="996" dur="1" fill="hold">
                                          <p:stCondLst>
                                            <p:cond delay="0"/>
                                          </p:stCondLst>
                                        </p:cTn>
                                        <p:tgtEl>
                                          <p:spTgt spid="483"/>
                                        </p:tgtEl>
                                        <p:attrNameLst>
                                          <p:attrName>style.visibility</p:attrName>
                                        </p:attrNameLst>
                                      </p:cBhvr>
                                      <p:to>
                                        <p:strVal val="visible"/>
                                      </p:to>
                                    </p:set>
                                    <p:animEffect filter="fade" transition="in">
                                      <p:cBhvr additive="repl">
                                        <p:cTn id="997" dur="15"/>
                                        <p:tgtEl>
                                          <p:spTgt spid="483"/>
                                        </p:tgtEl>
                                      </p:cBhvr>
                                    </p:animEffect>
                                  </p:childTnLst>
                                </p:cTn>
                              </p:par>
                            </p:childTnLst>
                          </p:cTn>
                        </p:par>
                        <p:par>
                          <p:cTn id="998" fill="hold">
                            <p:stCondLst>
                              <p:cond delay="1710"/>
                            </p:stCondLst>
                            <p:childTnLst>
                              <p:par>
                                <p:cTn id="999" nodeType="afterEffect" fill="hold" presetClass="entr" presetID="10">
                                  <p:stCondLst>
                                    <p:cond delay="0"/>
                                  </p:stCondLst>
                                  <p:childTnLst>
                                    <p:set>
                                      <p:cBhvr>
                                        <p:cTn id="1000" dur="1" fill="hold">
                                          <p:stCondLst>
                                            <p:cond delay="0"/>
                                          </p:stCondLst>
                                        </p:cTn>
                                        <p:tgtEl>
                                          <p:spTgt spid="484"/>
                                        </p:tgtEl>
                                        <p:attrNameLst>
                                          <p:attrName>style.visibility</p:attrName>
                                        </p:attrNameLst>
                                      </p:cBhvr>
                                      <p:to>
                                        <p:strVal val="visible"/>
                                      </p:to>
                                    </p:set>
                                    <p:animEffect filter="fade" transition="in">
                                      <p:cBhvr additive="repl">
                                        <p:cTn id="1001" dur="15"/>
                                        <p:tgtEl>
                                          <p:spTgt spid="484"/>
                                        </p:tgtEl>
                                      </p:cBhvr>
                                    </p:animEffect>
                                  </p:childTnLst>
                                </p:cTn>
                              </p:par>
                            </p:childTnLst>
                          </p:cTn>
                        </p:par>
                        <p:par>
                          <p:cTn id="1002" fill="hold">
                            <p:stCondLst>
                              <p:cond delay="1725"/>
                            </p:stCondLst>
                            <p:childTnLst>
                              <p:par>
                                <p:cTn id="1003" nodeType="afterEffect" fill="hold" presetClass="entr" presetID="10">
                                  <p:stCondLst>
                                    <p:cond delay="0"/>
                                  </p:stCondLst>
                                  <p:childTnLst>
                                    <p:set>
                                      <p:cBhvr>
                                        <p:cTn id="1004" dur="1" fill="hold">
                                          <p:stCondLst>
                                            <p:cond delay="0"/>
                                          </p:stCondLst>
                                        </p:cTn>
                                        <p:tgtEl>
                                          <p:spTgt spid="485"/>
                                        </p:tgtEl>
                                        <p:attrNameLst>
                                          <p:attrName>style.visibility</p:attrName>
                                        </p:attrNameLst>
                                      </p:cBhvr>
                                      <p:to>
                                        <p:strVal val="visible"/>
                                      </p:to>
                                    </p:set>
                                    <p:animEffect filter="fade" transition="in">
                                      <p:cBhvr additive="repl">
                                        <p:cTn id="1005" dur="15"/>
                                        <p:tgtEl>
                                          <p:spTgt spid="485"/>
                                        </p:tgtEl>
                                      </p:cBhvr>
                                    </p:animEffect>
                                  </p:childTnLst>
                                </p:cTn>
                              </p:par>
                            </p:childTnLst>
                          </p:cTn>
                        </p:par>
                        <p:par>
                          <p:cTn id="1006" fill="hold">
                            <p:stCondLst>
                              <p:cond delay="1740"/>
                            </p:stCondLst>
                            <p:childTnLst>
                              <p:par>
                                <p:cTn id="1007" nodeType="afterEffect" fill="hold" presetClass="entr" presetID="10">
                                  <p:stCondLst>
                                    <p:cond delay="0"/>
                                  </p:stCondLst>
                                  <p:childTnLst>
                                    <p:set>
                                      <p:cBhvr>
                                        <p:cTn id="1008" dur="1" fill="hold">
                                          <p:stCondLst>
                                            <p:cond delay="0"/>
                                          </p:stCondLst>
                                        </p:cTn>
                                        <p:tgtEl>
                                          <p:spTgt spid="486"/>
                                        </p:tgtEl>
                                        <p:attrNameLst>
                                          <p:attrName>style.visibility</p:attrName>
                                        </p:attrNameLst>
                                      </p:cBhvr>
                                      <p:to>
                                        <p:strVal val="visible"/>
                                      </p:to>
                                    </p:set>
                                    <p:animEffect filter="fade" transition="in">
                                      <p:cBhvr additive="repl">
                                        <p:cTn id="1009" dur="15"/>
                                        <p:tgtEl>
                                          <p:spTgt spid="486"/>
                                        </p:tgtEl>
                                      </p:cBhvr>
                                    </p:animEffect>
                                  </p:childTnLst>
                                </p:cTn>
                              </p:par>
                            </p:childTnLst>
                          </p:cTn>
                        </p:par>
                        <p:par>
                          <p:cTn id="1010" fill="hold">
                            <p:stCondLst>
                              <p:cond delay="1755"/>
                            </p:stCondLst>
                            <p:childTnLst>
                              <p:par>
                                <p:cTn id="1011" nodeType="afterEffect" fill="hold" presetClass="entr" presetID="10">
                                  <p:stCondLst>
                                    <p:cond delay="0"/>
                                  </p:stCondLst>
                                  <p:childTnLst>
                                    <p:set>
                                      <p:cBhvr>
                                        <p:cTn id="1012" dur="1" fill="hold">
                                          <p:stCondLst>
                                            <p:cond delay="0"/>
                                          </p:stCondLst>
                                        </p:cTn>
                                        <p:tgtEl>
                                          <p:spTgt spid="487"/>
                                        </p:tgtEl>
                                        <p:attrNameLst>
                                          <p:attrName>style.visibility</p:attrName>
                                        </p:attrNameLst>
                                      </p:cBhvr>
                                      <p:to>
                                        <p:strVal val="visible"/>
                                      </p:to>
                                    </p:set>
                                    <p:animEffect filter="fade" transition="in">
                                      <p:cBhvr additive="repl">
                                        <p:cTn id="1013" dur="15"/>
                                        <p:tgtEl>
                                          <p:spTgt spid="487"/>
                                        </p:tgtEl>
                                      </p:cBhvr>
                                    </p:animEffect>
                                  </p:childTnLst>
                                </p:cTn>
                              </p:par>
                            </p:childTnLst>
                          </p:cTn>
                        </p:par>
                        <p:par>
                          <p:cTn id="1014" fill="hold">
                            <p:stCondLst>
                              <p:cond delay="1770"/>
                            </p:stCondLst>
                            <p:childTnLst>
                              <p:par>
                                <p:cTn id="1015" nodeType="afterEffect" fill="hold" presetClass="entr" presetID="10">
                                  <p:stCondLst>
                                    <p:cond delay="0"/>
                                  </p:stCondLst>
                                  <p:childTnLst>
                                    <p:set>
                                      <p:cBhvr>
                                        <p:cTn id="1016" dur="1" fill="hold">
                                          <p:stCondLst>
                                            <p:cond delay="0"/>
                                          </p:stCondLst>
                                        </p:cTn>
                                        <p:tgtEl>
                                          <p:spTgt spid="488"/>
                                        </p:tgtEl>
                                        <p:attrNameLst>
                                          <p:attrName>style.visibility</p:attrName>
                                        </p:attrNameLst>
                                      </p:cBhvr>
                                      <p:to>
                                        <p:strVal val="visible"/>
                                      </p:to>
                                    </p:set>
                                    <p:animEffect filter="fade" transition="in">
                                      <p:cBhvr additive="repl">
                                        <p:cTn id="1017" dur="15"/>
                                        <p:tgtEl>
                                          <p:spTgt spid="488"/>
                                        </p:tgtEl>
                                      </p:cBhvr>
                                    </p:animEffect>
                                  </p:childTnLst>
                                </p:cTn>
                              </p:par>
                            </p:childTnLst>
                          </p:cTn>
                        </p:par>
                        <p:par>
                          <p:cTn id="1018" fill="hold">
                            <p:stCondLst>
                              <p:cond delay="1785"/>
                            </p:stCondLst>
                            <p:childTnLst>
                              <p:par>
                                <p:cTn id="1019" nodeType="afterEffect" fill="hold" presetClass="entr" presetID="10">
                                  <p:stCondLst>
                                    <p:cond delay="0"/>
                                  </p:stCondLst>
                                  <p:childTnLst>
                                    <p:set>
                                      <p:cBhvr>
                                        <p:cTn id="1020" dur="1" fill="hold">
                                          <p:stCondLst>
                                            <p:cond delay="0"/>
                                          </p:stCondLst>
                                        </p:cTn>
                                        <p:tgtEl>
                                          <p:spTgt spid="489"/>
                                        </p:tgtEl>
                                        <p:attrNameLst>
                                          <p:attrName>style.visibility</p:attrName>
                                        </p:attrNameLst>
                                      </p:cBhvr>
                                      <p:to>
                                        <p:strVal val="visible"/>
                                      </p:to>
                                    </p:set>
                                    <p:animEffect filter="fade" transition="in">
                                      <p:cBhvr additive="repl">
                                        <p:cTn id="1021" dur="15"/>
                                        <p:tgtEl>
                                          <p:spTgt spid="489"/>
                                        </p:tgtEl>
                                      </p:cBhvr>
                                    </p:animEffect>
                                  </p:childTnLst>
                                </p:cTn>
                              </p:par>
                            </p:childTnLst>
                          </p:cTn>
                        </p:par>
                        <p:par>
                          <p:cTn id="1022" fill="hold">
                            <p:stCondLst>
                              <p:cond delay="1800"/>
                            </p:stCondLst>
                            <p:childTnLst>
                              <p:par>
                                <p:cTn id="1023" nodeType="afterEffect" fill="hold" presetClass="entr" presetID="10">
                                  <p:stCondLst>
                                    <p:cond delay="0"/>
                                  </p:stCondLst>
                                  <p:childTnLst>
                                    <p:set>
                                      <p:cBhvr>
                                        <p:cTn id="1024" dur="1" fill="hold">
                                          <p:stCondLst>
                                            <p:cond delay="0"/>
                                          </p:stCondLst>
                                        </p:cTn>
                                        <p:tgtEl>
                                          <p:spTgt spid="490"/>
                                        </p:tgtEl>
                                        <p:attrNameLst>
                                          <p:attrName>style.visibility</p:attrName>
                                        </p:attrNameLst>
                                      </p:cBhvr>
                                      <p:to>
                                        <p:strVal val="visible"/>
                                      </p:to>
                                    </p:set>
                                    <p:animEffect filter="fade" transition="in">
                                      <p:cBhvr additive="repl">
                                        <p:cTn id="1025" dur="15"/>
                                        <p:tgtEl>
                                          <p:spTgt spid="490"/>
                                        </p:tgtEl>
                                      </p:cBhvr>
                                    </p:animEffect>
                                  </p:childTnLst>
                                </p:cTn>
                              </p:par>
                            </p:childTnLst>
                          </p:cTn>
                        </p:par>
                        <p:par>
                          <p:cTn id="1026" fill="hold">
                            <p:stCondLst>
                              <p:cond delay="1815"/>
                            </p:stCondLst>
                            <p:childTnLst>
                              <p:par>
                                <p:cTn id="1027" nodeType="afterEffect" fill="hold" presetClass="entr" presetID="10">
                                  <p:stCondLst>
                                    <p:cond delay="0"/>
                                  </p:stCondLst>
                                  <p:childTnLst>
                                    <p:set>
                                      <p:cBhvr>
                                        <p:cTn id="1028" dur="1" fill="hold">
                                          <p:stCondLst>
                                            <p:cond delay="0"/>
                                          </p:stCondLst>
                                        </p:cTn>
                                        <p:tgtEl>
                                          <p:spTgt spid="491"/>
                                        </p:tgtEl>
                                        <p:attrNameLst>
                                          <p:attrName>style.visibility</p:attrName>
                                        </p:attrNameLst>
                                      </p:cBhvr>
                                      <p:to>
                                        <p:strVal val="visible"/>
                                      </p:to>
                                    </p:set>
                                    <p:animEffect filter="fade" transition="in">
                                      <p:cBhvr additive="repl">
                                        <p:cTn id="1029" dur="15"/>
                                        <p:tgtEl>
                                          <p:spTgt spid="491"/>
                                        </p:tgtEl>
                                      </p:cBhvr>
                                    </p:animEffect>
                                  </p:childTnLst>
                                </p:cTn>
                              </p:par>
                            </p:childTnLst>
                          </p:cTn>
                        </p:par>
                        <p:par>
                          <p:cTn id="1030" fill="hold">
                            <p:stCondLst>
                              <p:cond delay="1830"/>
                            </p:stCondLst>
                            <p:childTnLst>
                              <p:par>
                                <p:cTn id="1031" nodeType="afterEffect" fill="hold" presetClass="entr" presetID="10">
                                  <p:stCondLst>
                                    <p:cond delay="0"/>
                                  </p:stCondLst>
                                  <p:childTnLst>
                                    <p:set>
                                      <p:cBhvr>
                                        <p:cTn id="1032" dur="1" fill="hold">
                                          <p:stCondLst>
                                            <p:cond delay="0"/>
                                          </p:stCondLst>
                                        </p:cTn>
                                        <p:tgtEl>
                                          <p:spTgt spid="492"/>
                                        </p:tgtEl>
                                        <p:attrNameLst>
                                          <p:attrName>style.visibility</p:attrName>
                                        </p:attrNameLst>
                                      </p:cBhvr>
                                      <p:to>
                                        <p:strVal val="visible"/>
                                      </p:to>
                                    </p:set>
                                    <p:animEffect filter="fade" transition="in">
                                      <p:cBhvr additive="repl">
                                        <p:cTn id="1033" dur="15"/>
                                        <p:tgtEl>
                                          <p:spTgt spid="492"/>
                                        </p:tgtEl>
                                      </p:cBhvr>
                                    </p:animEffect>
                                  </p:childTnLst>
                                </p:cTn>
                              </p:par>
                            </p:childTnLst>
                          </p:cTn>
                        </p:par>
                        <p:par>
                          <p:cTn id="1034" fill="hold">
                            <p:stCondLst>
                              <p:cond delay="1845"/>
                            </p:stCondLst>
                            <p:childTnLst>
                              <p:par>
                                <p:cTn id="1035" nodeType="afterEffect" fill="hold" presetClass="entr" presetID="10">
                                  <p:stCondLst>
                                    <p:cond delay="0"/>
                                  </p:stCondLst>
                                  <p:childTnLst>
                                    <p:set>
                                      <p:cBhvr>
                                        <p:cTn id="1036" dur="1" fill="hold">
                                          <p:stCondLst>
                                            <p:cond delay="0"/>
                                          </p:stCondLst>
                                        </p:cTn>
                                        <p:tgtEl>
                                          <p:spTgt spid="493"/>
                                        </p:tgtEl>
                                        <p:attrNameLst>
                                          <p:attrName>style.visibility</p:attrName>
                                        </p:attrNameLst>
                                      </p:cBhvr>
                                      <p:to>
                                        <p:strVal val="visible"/>
                                      </p:to>
                                    </p:set>
                                    <p:animEffect filter="fade" transition="in">
                                      <p:cBhvr additive="repl">
                                        <p:cTn id="1037" dur="15"/>
                                        <p:tgtEl>
                                          <p:spTgt spid="493"/>
                                        </p:tgtEl>
                                      </p:cBhvr>
                                    </p:animEffect>
                                  </p:childTnLst>
                                </p:cTn>
                              </p:par>
                            </p:childTnLst>
                          </p:cTn>
                        </p:par>
                        <p:par>
                          <p:cTn id="1038" fill="hold">
                            <p:stCondLst>
                              <p:cond delay="1860"/>
                            </p:stCondLst>
                            <p:childTnLst>
                              <p:par>
                                <p:cTn id="1039" nodeType="afterEffect" fill="hold" presetClass="entr" presetID="10">
                                  <p:stCondLst>
                                    <p:cond delay="0"/>
                                  </p:stCondLst>
                                  <p:childTnLst>
                                    <p:set>
                                      <p:cBhvr>
                                        <p:cTn id="1040" dur="1" fill="hold">
                                          <p:stCondLst>
                                            <p:cond delay="0"/>
                                          </p:stCondLst>
                                        </p:cTn>
                                        <p:tgtEl>
                                          <p:spTgt spid="494"/>
                                        </p:tgtEl>
                                        <p:attrNameLst>
                                          <p:attrName>style.visibility</p:attrName>
                                        </p:attrNameLst>
                                      </p:cBhvr>
                                      <p:to>
                                        <p:strVal val="visible"/>
                                      </p:to>
                                    </p:set>
                                    <p:animEffect filter="fade" transition="in">
                                      <p:cBhvr additive="repl">
                                        <p:cTn id="1041" dur="15"/>
                                        <p:tgtEl>
                                          <p:spTgt spid="494"/>
                                        </p:tgtEl>
                                      </p:cBhvr>
                                    </p:animEffect>
                                  </p:childTnLst>
                                </p:cTn>
                              </p:par>
                            </p:childTnLst>
                          </p:cTn>
                        </p:par>
                        <p:par>
                          <p:cTn id="1042" fill="hold">
                            <p:stCondLst>
                              <p:cond delay="1875"/>
                            </p:stCondLst>
                            <p:childTnLst>
                              <p:par>
                                <p:cTn id="1043" nodeType="afterEffect" fill="hold" presetClass="entr" presetID="10">
                                  <p:stCondLst>
                                    <p:cond delay="0"/>
                                  </p:stCondLst>
                                  <p:childTnLst>
                                    <p:set>
                                      <p:cBhvr>
                                        <p:cTn id="1044" dur="1" fill="hold">
                                          <p:stCondLst>
                                            <p:cond delay="0"/>
                                          </p:stCondLst>
                                        </p:cTn>
                                        <p:tgtEl>
                                          <p:spTgt spid="495"/>
                                        </p:tgtEl>
                                        <p:attrNameLst>
                                          <p:attrName>style.visibility</p:attrName>
                                        </p:attrNameLst>
                                      </p:cBhvr>
                                      <p:to>
                                        <p:strVal val="visible"/>
                                      </p:to>
                                    </p:set>
                                    <p:animEffect filter="fade" transition="in">
                                      <p:cBhvr additive="repl">
                                        <p:cTn id="1045" dur="15"/>
                                        <p:tgtEl>
                                          <p:spTgt spid="495"/>
                                        </p:tgtEl>
                                      </p:cBhvr>
                                    </p:animEffect>
                                  </p:childTnLst>
                                </p:cTn>
                              </p:par>
                            </p:childTnLst>
                          </p:cTn>
                        </p:par>
                        <p:par>
                          <p:cTn id="1046" fill="hold">
                            <p:stCondLst>
                              <p:cond delay="1890"/>
                            </p:stCondLst>
                            <p:childTnLst>
                              <p:par>
                                <p:cTn id="1047" nodeType="afterEffect" fill="hold" presetClass="entr" presetID="10">
                                  <p:stCondLst>
                                    <p:cond delay="0"/>
                                  </p:stCondLst>
                                  <p:childTnLst>
                                    <p:set>
                                      <p:cBhvr>
                                        <p:cTn id="1048" dur="1" fill="hold">
                                          <p:stCondLst>
                                            <p:cond delay="0"/>
                                          </p:stCondLst>
                                        </p:cTn>
                                        <p:tgtEl>
                                          <p:spTgt spid="496"/>
                                        </p:tgtEl>
                                        <p:attrNameLst>
                                          <p:attrName>style.visibility</p:attrName>
                                        </p:attrNameLst>
                                      </p:cBhvr>
                                      <p:to>
                                        <p:strVal val="visible"/>
                                      </p:to>
                                    </p:set>
                                    <p:animEffect filter="fade" transition="in">
                                      <p:cBhvr additive="repl">
                                        <p:cTn id="1049" dur="15"/>
                                        <p:tgtEl>
                                          <p:spTgt spid="496"/>
                                        </p:tgtEl>
                                      </p:cBhvr>
                                    </p:animEffect>
                                  </p:childTnLst>
                                </p:cTn>
                              </p:par>
                            </p:childTnLst>
                          </p:cTn>
                        </p:par>
                        <p:par>
                          <p:cTn id="1050" fill="hold">
                            <p:stCondLst>
                              <p:cond delay="1905"/>
                            </p:stCondLst>
                            <p:childTnLst>
                              <p:par>
                                <p:cTn id="1051" nodeType="afterEffect" fill="hold" presetClass="entr" presetID="10">
                                  <p:stCondLst>
                                    <p:cond delay="0"/>
                                  </p:stCondLst>
                                  <p:childTnLst>
                                    <p:set>
                                      <p:cBhvr>
                                        <p:cTn id="1052" dur="1" fill="hold">
                                          <p:stCondLst>
                                            <p:cond delay="0"/>
                                          </p:stCondLst>
                                        </p:cTn>
                                        <p:tgtEl>
                                          <p:spTgt spid="497"/>
                                        </p:tgtEl>
                                        <p:attrNameLst>
                                          <p:attrName>style.visibility</p:attrName>
                                        </p:attrNameLst>
                                      </p:cBhvr>
                                      <p:to>
                                        <p:strVal val="visible"/>
                                      </p:to>
                                    </p:set>
                                    <p:animEffect filter="fade" transition="in">
                                      <p:cBhvr additive="repl">
                                        <p:cTn id="1053" dur="15"/>
                                        <p:tgtEl>
                                          <p:spTgt spid="497"/>
                                        </p:tgtEl>
                                      </p:cBhvr>
                                    </p:animEffect>
                                  </p:childTnLst>
                                </p:cTn>
                              </p:par>
                            </p:childTnLst>
                          </p:cTn>
                        </p:par>
                        <p:par>
                          <p:cTn id="1054" fill="hold">
                            <p:stCondLst>
                              <p:cond delay="1920"/>
                            </p:stCondLst>
                            <p:childTnLst>
                              <p:par>
                                <p:cTn id="1055" nodeType="afterEffect" fill="hold" presetClass="entr" presetID="10">
                                  <p:stCondLst>
                                    <p:cond delay="0"/>
                                  </p:stCondLst>
                                  <p:childTnLst>
                                    <p:set>
                                      <p:cBhvr>
                                        <p:cTn id="1056" dur="1" fill="hold">
                                          <p:stCondLst>
                                            <p:cond delay="0"/>
                                          </p:stCondLst>
                                        </p:cTn>
                                        <p:tgtEl>
                                          <p:spTgt spid="498"/>
                                        </p:tgtEl>
                                        <p:attrNameLst>
                                          <p:attrName>style.visibility</p:attrName>
                                        </p:attrNameLst>
                                      </p:cBhvr>
                                      <p:to>
                                        <p:strVal val="visible"/>
                                      </p:to>
                                    </p:set>
                                    <p:animEffect filter="fade" transition="in">
                                      <p:cBhvr additive="repl">
                                        <p:cTn id="1057" dur="15"/>
                                        <p:tgtEl>
                                          <p:spTgt spid="498"/>
                                        </p:tgtEl>
                                      </p:cBhvr>
                                    </p:animEffect>
                                  </p:childTnLst>
                                </p:cTn>
                              </p:par>
                            </p:childTnLst>
                          </p:cTn>
                        </p:par>
                        <p:par>
                          <p:cTn id="1058" fill="hold">
                            <p:stCondLst>
                              <p:cond delay="1935"/>
                            </p:stCondLst>
                            <p:childTnLst>
                              <p:par>
                                <p:cTn id="1059" nodeType="afterEffect" fill="hold" presetClass="entr" presetID="10">
                                  <p:stCondLst>
                                    <p:cond delay="0"/>
                                  </p:stCondLst>
                                  <p:childTnLst>
                                    <p:set>
                                      <p:cBhvr>
                                        <p:cTn id="1060" dur="1" fill="hold">
                                          <p:stCondLst>
                                            <p:cond delay="0"/>
                                          </p:stCondLst>
                                        </p:cTn>
                                        <p:tgtEl>
                                          <p:spTgt spid="499"/>
                                        </p:tgtEl>
                                        <p:attrNameLst>
                                          <p:attrName>style.visibility</p:attrName>
                                        </p:attrNameLst>
                                      </p:cBhvr>
                                      <p:to>
                                        <p:strVal val="visible"/>
                                      </p:to>
                                    </p:set>
                                    <p:animEffect filter="fade" transition="in">
                                      <p:cBhvr additive="repl">
                                        <p:cTn id="1061" dur="15"/>
                                        <p:tgtEl>
                                          <p:spTgt spid="499"/>
                                        </p:tgtEl>
                                      </p:cBhvr>
                                    </p:animEffect>
                                  </p:childTnLst>
                                </p:cTn>
                              </p:par>
                            </p:childTnLst>
                          </p:cTn>
                        </p:par>
                        <p:par>
                          <p:cTn id="1062" fill="hold">
                            <p:stCondLst>
                              <p:cond delay="1950"/>
                            </p:stCondLst>
                            <p:childTnLst>
                              <p:par>
                                <p:cTn id="1063" nodeType="afterEffect" fill="hold" presetClass="entr" presetID="10">
                                  <p:stCondLst>
                                    <p:cond delay="0"/>
                                  </p:stCondLst>
                                  <p:childTnLst>
                                    <p:set>
                                      <p:cBhvr>
                                        <p:cTn id="1064" dur="1" fill="hold">
                                          <p:stCondLst>
                                            <p:cond delay="0"/>
                                          </p:stCondLst>
                                        </p:cTn>
                                        <p:tgtEl>
                                          <p:spTgt spid="500"/>
                                        </p:tgtEl>
                                        <p:attrNameLst>
                                          <p:attrName>style.visibility</p:attrName>
                                        </p:attrNameLst>
                                      </p:cBhvr>
                                      <p:to>
                                        <p:strVal val="visible"/>
                                      </p:to>
                                    </p:set>
                                    <p:animEffect filter="fade" transition="in">
                                      <p:cBhvr additive="repl">
                                        <p:cTn id="1065" dur="15"/>
                                        <p:tgtEl>
                                          <p:spTgt spid="500"/>
                                        </p:tgtEl>
                                      </p:cBhvr>
                                    </p:animEffect>
                                  </p:childTnLst>
                                </p:cTn>
                              </p:par>
                            </p:childTnLst>
                          </p:cTn>
                        </p:par>
                        <p:par>
                          <p:cTn id="1066" fill="hold">
                            <p:stCondLst>
                              <p:cond delay="1965"/>
                            </p:stCondLst>
                            <p:childTnLst>
                              <p:par>
                                <p:cTn id="1067" nodeType="afterEffect" fill="hold" presetClass="entr" presetID="10">
                                  <p:stCondLst>
                                    <p:cond delay="0"/>
                                  </p:stCondLst>
                                  <p:childTnLst>
                                    <p:set>
                                      <p:cBhvr>
                                        <p:cTn id="1068" dur="1" fill="hold">
                                          <p:stCondLst>
                                            <p:cond delay="0"/>
                                          </p:stCondLst>
                                        </p:cTn>
                                        <p:tgtEl>
                                          <p:spTgt spid="501"/>
                                        </p:tgtEl>
                                        <p:attrNameLst>
                                          <p:attrName>style.visibility</p:attrName>
                                        </p:attrNameLst>
                                      </p:cBhvr>
                                      <p:to>
                                        <p:strVal val="visible"/>
                                      </p:to>
                                    </p:set>
                                    <p:animEffect filter="fade" transition="in">
                                      <p:cBhvr additive="repl">
                                        <p:cTn id="1069" dur="15"/>
                                        <p:tgtEl>
                                          <p:spTgt spid="501"/>
                                        </p:tgtEl>
                                      </p:cBhvr>
                                    </p:animEffect>
                                  </p:childTnLst>
                                </p:cTn>
                              </p:par>
                            </p:childTnLst>
                          </p:cTn>
                        </p:par>
                        <p:par>
                          <p:cTn id="1070" fill="hold">
                            <p:stCondLst>
                              <p:cond delay="1980"/>
                            </p:stCondLst>
                            <p:childTnLst>
                              <p:par>
                                <p:cTn id="1071" nodeType="afterEffect" fill="hold" presetClass="entr" presetID="10">
                                  <p:stCondLst>
                                    <p:cond delay="0"/>
                                  </p:stCondLst>
                                  <p:childTnLst>
                                    <p:set>
                                      <p:cBhvr>
                                        <p:cTn id="1072" dur="1" fill="hold">
                                          <p:stCondLst>
                                            <p:cond delay="0"/>
                                          </p:stCondLst>
                                        </p:cTn>
                                        <p:tgtEl>
                                          <p:spTgt spid="502"/>
                                        </p:tgtEl>
                                        <p:attrNameLst>
                                          <p:attrName>style.visibility</p:attrName>
                                        </p:attrNameLst>
                                      </p:cBhvr>
                                      <p:to>
                                        <p:strVal val="visible"/>
                                      </p:to>
                                    </p:set>
                                    <p:animEffect filter="fade" transition="in">
                                      <p:cBhvr additive="repl">
                                        <p:cTn id="1073" dur="15"/>
                                        <p:tgtEl>
                                          <p:spTgt spid="502"/>
                                        </p:tgtEl>
                                      </p:cBhvr>
                                    </p:animEffect>
                                  </p:childTnLst>
                                </p:cTn>
                              </p:par>
                            </p:childTnLst>
                          </p:cTn>
                        </p:par>
                        <p:par>
                          <p:cTn id="1074" fill="hold">
                            <p:stCondLst>
                              <p:cond delay="1995"/>
                            </p:stCondLst>
                            <p:childTnLst>
                              <p:par>
                                <p:cTn id="1075" nodeType="afterEffect" fill="hold" presetClass="entr" presetID="10">
                                  <p:stCondLst>
                                    <p:cond delay="0"/>
                                  </p:stCondLst>
                                  <p:childTnLst>
                                    <p:set>
                                      <p:cBhvr>
                                        <p:cTn id="1076" dur="1" fill="hold">
                                          <p:stCondLst>
                                            <p:cond delay="0"/>
                                          </p:stCondLst>
                                        </p:cTn>
                                        <p:tgtEl>
                                          <p:spTgt spid="503"/>
                                        </p:tgtEl>
                                        <p:attrNameLst>
                                          <p:attrName>style.visibility</p:attrName>
                                        </p:attrNameLst>
                                      </p:cBhvr>
                                      <p:to>
                                        <p:strVal val="visible"/>
                                      </p:to>
                                    </p:set>
                                    <p:animEffect filter="fade" transition="in">
                                      <p:cBhvr additive="repl">
                                        <p:cTn id="1077" dur="15"/>
                                        <p:tgtEl>
                                          <p:spTgt spid="503"/>
                                        </p:tgtEl>
                                      </p:cBhvr>
                                    </p:animEffect>
                                  </p:childTnLst>
                                </p:cTn>
                              </p:par>
                            </p:childTnLst>
                          </p:cTn>
                        </p:par>
                        <p:par>
                          <p:cTn id="1078" fill="hold">
                            <p:stCondLst>
                              <p:cond delay="2009"/>
                            </p:stCondLst>
                            <p:childTnLst>
                              <p:par>
                                <p:cTn id="1079" nodeType="afterEffect" fill="hold" presetClass="entr" presetID="10">
                                  <p:stCondLst>
                                    <p:cond delay="0"/>
                                  </p:stCondLst>
                                  <p:childTnLst>
                                    <p:set>
                                      <p:cBhvr>
                                        <p:cTn id="1080" dur="1" fill="hold">
                                          <p:stCondLst>
                                            <p:cond delay="0"/>
                                          </p:stCondLst>
                                        </p:cTn>
                                        <p:tgtEl>
                                          <p:spTgt spid="504"/>
                                        </p:tgtEl>
                                        <p:attrNameLst>
                                          <p:attrName>style.visibility</p:attrName>
                                        </p:attrNameLst>
                                      </p:cBhvr>
                                      <p:to>
                                        <p:strVal val="visible"/>
                                      </p:to>
                                    </p:set>
                                    <p:animEffect filter="fade" transition="in">
                                      <p:cBhvr additive="repl">
                                        <p:cTn id="1081" dur="15"/>
                                        <p:tgtEl>
                                          <p:spTgt spid="504"/>
                                        </p:tgtEl>
                                      </p:cBhvr>
                                    </p:animEffect>
                                  </p:childTnLst>
                                </p:cTn>
                              </p:par>
                            </p:childTnLst>
                          </p:cTn>
                        </p:par>
                        <p:par>
                          <p:cTn id="1082" fill="hold">
                            <p:stCondLst>
                              <p:cond delay="2025"/>
                            </p:stCondLst>
                            <p:childTnLst>
                              <p:par>
                                <p:cTn id="1083" nodeType="afterEffect" fill="hold" presetClass="entr" presetID="10">
                                  <p:stCondLst>
                                    <p:cond delay="0"/>
                                  </p:stCondLst>
                                  <p:childTnLst>
                                    <p:set>
                                      <p:cBhvr>
                                        <p:cTn id="1084" dur="1" fill="hold">
                                          <p:stCondLst>
                                            <p:cond delay="0"/>
                                          </p:stCondLst>
                                        </p:cTn>
                                        <p:tgtEl>
                                          <p:spTgt spid="505"/>
                                        </p:tgtEl>
                                        <p:attrNameLst>
                                          <p:attrName>style.visibility</p:attrName>
                                        </p:attrNameLst>
                                      </p:cBhvr>
                                      <p:to>
                                        <p:strVal val="visible"/>
                                      </p:to>
                                    </p:set>
                                    <p:animEffect filter="fade" transition="in">
                                      <p:cBhvr additive="repl">
                                        <p:cTn id="1085" dur="15"/>
                                        <p:tgtEl>
                                          <p:spTgt spid="505"/>
                                        </p:tgtEl>
                                      </p:cBhvr>
                                    </p:animEffect>
                                  </p:childTnLst>
                                </p:cTn>
                              </p:par>
                            </p:childTnLst>
                          </p:cTn>
                        </p:par>
                        <p:par>
                          <p:cTn id="1086" fill="hold">
                            <p:stCondLst>
                              <p:cond delay="2040"/>
                            </p:stCondLst>
                            <p:childTnLst>
                              <p:par>
                                <p:cTn id="1087" nodeType="afterEffect" fill="hold" presetClass="entr" presetID="10">
                                  <p:stCondLst>
                                    <p:cond delay="0"/>
                                  </p:stCondLst>
                                  <p:childTnLst>
                                    <p:set>
                                      <p:cBhvr>
                                        <p:cTn id="1088" dur="1" fill="hold">
                                          <p:stCondLst>
                                            <p:cond delay="0"/>
                                          </p:stCondLst>
                                        </p:cTn>
                                        <p:tgtEl>
                                          <p:spTgt spid="506"/>
                                        </p:tgtEl>
                                        <p:attrNameLst>
                                          <p:attrName>style.visibility</p:attrName>
                                        </p:attrNameLst>
                                      </p:cBhvr>
                                      <p:to>
                                        <p:strVal val="visible"/>
                                      </p:to>
                                    </p:set>
                                    <p:animEffect filter="fade" transition="in">
                                      <p:cBhvr additive="repl">
                                        <p:cTn id="1089" dur="15"/>
                                        <p:tgtEl>
                                          <p:spTgt spid="506"/>
                                        </p:tgtEl>
                                      </p:cBhvr>
                                    </p:animEffect>
                                  </p:childTnLst>
                                </p:cTn>
                              </p:par>
                            </p:childTnLst>
                          </p:cTn>
                        </p:par>
                        <p:par>
                          <p:cTn id="1090" fill="hold">
                            <p:stCondLst>
                              <p:cond delay="2055"/>
                            </p:stCondLst>
                            <p:childTnLst>
                              <p:par>
                                <p:cTn id="1091" nodeType="afterEffect" fill="hold" presetClass="entr" presetID="10">
                                  <p:stCondLst>
                                    <p:cond delay="0"/>
                                  </p:stCondLst>
                                  <p:childTnLst>
                                    <p:set>
                                      <p:cBhvr>
                                        <p:cTn id="1092" dur="1" fill="hold">
                                          <p:stCondLst>
                                            <p:cond delay="0"/>
                                          </p:stCondLst>
                                        </p:cTn>
                                        <p:tgtEl>
                                          <p:spTgt spid="507"/>
                                        </p:tgtEl>
                                        <p:attrNameLst>
                                          <p:attrName>style.visibility</p:attrName>
                                        </p:attrNameLst>
                                      </p:cBhvr>
                                      <p:to>
                                        <p:strVal val="visible"/>
                                      </p:to>
                                    </p:set>
                                    <p:animEffect filter="fade" transition="in">
                                      <p:cBhvr additive="repl">
                                        <p:cTn id="1093" dur="15"/>
                                        <p:tgtEl>
                                          <p:spTgt spid="507"/>
                                        </p:tgtEl>
                                      </p:cBhvr>
                                    </p:animEffect>
                                  </p:childTnLst>
                                </p:cTn>
                              </p:par>
                            </p:childTnLst>
                          </p:cTn>
                        </p:par>
                        <p:par>
                          <p:cTn id="1094" fill="hold">
                            <p:stCondLst>
                              <p:cond delay="2070"/>
                            </p:stCondLst>
                            <p:childTnLst>
                              <p:par>
                                <p:cTn id="1095" nodeType="afterEffect" fill="hold" presetClass="entr" presetID="10">
                                  <p:stCondLst>
                                    <p:cond delay="0"/>
                                  </p:stCondLst>
                                  <p:childTnLst>
                                    <p:set>
                                      <p:cBhvr>
                                        <p:cTn id="1096" dur="1" fill="hold">
                                          <p:stCondLst>
                                            <p:cond delay="0"/>
                                          </p:stCondLst>
                                        </p:cTn>
                                        <p:tgtEl>
                                          <p:spTgt spid="508"/>
                                        </p:tgtEl>
                                        <p:attrNameLst>
                                          <p:attrName>style.visibility</p:attrName>
                                        </p:attrNameLst>
                                      </p:cBhvr>
                                      <p:to>
                                        <p:strVal val="visible"/>
                                      </p:to>
                                    </p:set>
                                    <p:animEffect filter="fade" transition="in">
                                      <p:cBhvr additive="repl">
                                        <p:cTn id="1097" dur="15"/>
                                        <p:tgtEl>
                                          <p:spTgt spid="508"/>
                                        </p:tgtEl>
                                      </p:cBhvr>
                                    </p:animEffect>
                                  </p:childTnLst>
                                </p:cTn>
                              </p:par>
                            </p:childTnLst>
                          </p:cTn>
                        </p:par>
                        <p:par>
                          <p:cTn id="1098" fill="hold">
                            <p:stCondLst>
                              <p:cond delay="2085"/>
                            </p:stCondLst>
                            <p:childTnLst>
                              <p:par>
                                <p:cTn id="1099" nodeType="afterEffect" fill="hold" presetClass="entr" presetID="10">
                                  <p:stCondLst>
                                    <p:cond delay="0"/>
                                  </p:stCondLst>
                                  <p:childTnLst>
                                    <p:set>
                                      <p:cBhvr>
                                        <p:cTn id="1100" dur="1" fill="hold">
                                          <p:stCondLst>
                                            <p:cond delay="0"/>
                                          </p:stCondLst>
                                        </p:cTn>
                                        <p:tgtEl>
                                          <p:spTgt spid="509"/>
                                        </p:tgtEl>
                                        <p:attrNameLst>
                                          <p:attrName>style.visibility</p:attrName>
                                        </p:attrNameLst>
                                      </p:cBhvr>
                                      <p:to>
                                        <p:strVal val="visible"/>
                                      </p:to>
                                    </p:set>
                                    <p:animEffect filter="fade" transition="in">
                                      <p:cBhvr additive="repl">
                                        <p:cTn id="1101" dur="15"/>
                                        <p:tgtEl>
                                          <p:spTgt spid="509"/>
                                        </p:tgtEl>
                                      </p:cBhvr>
                                    </p:animEffect>
                                  </p:childTnLst>
                                </p:cTn>
                              </p:par>
                            </p:childTnLst>
                          </p:cTn>
                        </p:par>
                        <p:par>
                          <p:cTn id="1102" fill="hold">
                            <p:stCondLst>
                              <p:cond delay="2100"/>
                            </p:stCondLst>
                            <p:childTnLst>
                              <p:par>
                                <p:cTn id="1103" nodeType="afterEffect" fill="hold" presetClass="entr" presetID="10">
                                  <p:stCondLst>
                                    <p:cond delay="0"/>
                                  </p:stCondLst>
                                  <p:childTnLst>
                                    <p:set>
                                      <p:cBhvr>
                                        <p:cTn id="1104" dur="1" fill="hold">
                                          <p:stCondLst>
                                            <p:cond delay="0"/>
                                          </p:stCondLst>
                                        </p:cTn>
                                        <p:tgtEl>
                                          <p:spTgt spid="510"/>
                                        </p:tgtEl>
                                        <p:attrNameLst>
                                          <p:attrName>style.visibility</p:attrName>
                                        </p:attrNameLst>
                                      </p:cBhvr>
                                      <p:to>
                                        <p:strVal val="visible"/>
                                      </p:to>
                                    </p:set>
                                    <p:animEffect filter="fade" transition="in">
                                      <p:cBhvr additive="repl">
                                        <p:cTn id="1105" dur="15"/>
                                        <p:tgtEl>
                                          <p:spTgt spid="510"/>
                                        </p:tgtEl>
                                      </p:cBhvr>
                                    </p:animEffect>
                                  </p:childTnLst>
                                </p:cTn>
                              </p:par>
                            </p:childTnLst>
                          </p:cTn>
                        </p:par>
                        <p:par>
                          <p:cTn id="1106" fill="hold">
                            <p:stCondLst>
                              <p:cond delay="2115"/>
                            </p:stCondLst>
                            <p:childTnLst>
                              <p:par>
                                <p:cTn id="1107" nodeType="afterEffect" fill="hold" presetClass="entr" presetID="10">
                                  <p:stCondLst>
                                    <p:cond delay="0"/>
                                  </p:stCondLst>
                                  <p:childTnLst>
                                    <p:set>
                                      <p:cBhvr>
                                        <p:cTn id="1108" dur="1" fill="hold">
                                          <p:stCondLst>
                                            <p:cond delay="0"/>
                                          </p:stCondLst>
                                        </p:cTn>
                                        <p:tgtEl>
                                          <p:spTgt spid="511"/>
                                        </p:tgtEl>
                                        <p:attrNameLst>
                                          <p:attrName>style.visibility</p:attrName>
                                        </p:attrNameLst>
                                      </p:cBhvr>
                                      <p:to>
                                        <p:strVal val="visible"/>
                                      </p:to>
                                    </p:set>
                                    <p:animEffect filter="fade" transition="in">
                                      <p:cBhvr additive="repl">
                                        <p:cTn id="1109" dur="15"/>
                                        <p:tgtEl>
                                          <p:spTgt spid="511"/>
                                        </p:tgtEl>
                                      </p:cBhvr>
                                    </p:animEffect>
                                  </p:childTnLst>
                                </p:cTn>
                              </p:par>
                            </p:childTnLst>
                          </p:cTn>
                        </p:par>
                        <p:par>
                          <p:cTn id="1110" fill="hold">
                            <p:stCondLst>
                              <p:cond delay="2130"/>
                            </p:stCondLst>
                            <p:childTnLst>
                              <p:par>
                                <p:cTn id="1111" nodeType="afterEffect" fill="hold" presetClass="entr" presetID="10">
                                  <p:stCondLst>
                                    <p:cond delay="0"/>
                                  </p:stCondLst>
                                  <p:childTnLst>
                                    <p:set>
                                      <p:cBhvr>
                                        <p:cTn id="1112" dur="1" fill="hold">
                                          <p:stCondLst>
                                            <p:cond delay="0"/>
                                          </p:stCondLst>
                                        </p:cTn>
                                        <p:tgtEl>
                                          <p:spTgt spid="512"/>
                                        </p:tgtEl>
                                        <p:attrNameLst>
                                          <p:attrName>style.visibility</p:attrName>
                                        </p:attrNameLst>
                                      </p:cBhvr>
                                      <p:to>
                                        <p:strVal val="visible"/>
                                      </p:to>
                                    </p:set>
                                    <p:animEffect filter="fade" transition="in">
                                      <p:cBhvr additive="repl">
                                        <p:cTn id="1113" dur="15"/>
                                        <p:tgtEl>
                                          <p:spTgt spid="512"/>
                                        </p:tgtEl>
                                      </p:cBhvr>
                                    </p:animEffect>
                                  </p:childTnLst>
                                </p:cTn>
                              </p:par>
                            </p:childTnLst>
                          </p:cTn>
                        </p:par>
                        <p:par>
                          <p:cTn id="1114" fill="hold">
                            <p:stCondLst>
                              <p:cond delay="2145"/>
                            </p:stCondLst>
                            <p:childTnLst>
                              <p:par>
                                <p:cTn id="1115" nodeType="afterEffect" fill="hold" presetClass="entr" presetID="10">
                                  <p:stCondLst>
                                    <p:cond delay="0"/>
                                  </p:stCondLst>
                                  <p:childTnLst>
                                    <p:set>
                                      <p:cBhvr>
                                        <p:cTn id="1116" dur="1" fill="hold">
                                          <p:stCondLst>
                                            <p:cond delay="0"/>
                                          </p:stCondLst>
                                        </p:cTn>
                                        <p:tgtEl>
                                          <p:spTgt spid="513"/>
                                        </p:tgtEl>
                                        <p:attrNameLst>
                                          <p:attrName>style.visibility</p:attrName>
                                        </p:attrNameLst>
                                      </p:cBhvr>
                                      <p:to>
                                        <p:strVal val="visible"/>
                                      </p:to>
                                    </p:set>
                                    <p:animEffect filter="fade" transition="in">
                                      <p:cBhvr additive="repl">
                                        <p:cTn id="1117" dur="15"/>
                                        <p:tgtEl>
                                          <p:spTgt spid="513"/>
                                        </p:tgtEl>
                                      </p:cBhvr>
                                    </p:animEffect>
                                  </p:childTnLst>
                                </p:cTn>
                              </p:par>
                            </p:childTnLst>
                          </p:cTn>
                        </p:par>
                        <p:par>
                          <p:cTn id="1118" fill="hold">
                            <p:stCondLst>
                              <p:cond delay="2160"/>
                            </p:stCondLst>
                            <p:childTnLst>
                              <p:par>
                                <p:cTn id="1119" nodeType="afterEffect" fill="hold" presetClass="entr" presetID="10">
                                  <p:stCondLst>
                                    <p:cond delay="0"/>
                                  </p:stCondLst>
                                  <p:childTnLst>
                                    <p:set>
                                      <p:cBhvr>
                                        <p:cTn id="1120" dur="1" fill="hold">
                                          <p:stCondLst>
                                            <p:cond delay="0"/>
                                          </p:stCondLst>
                                        </p:cTn>
                                        <p:tgtEl>
                                          <p:spTgt spid="514"/>
                                        </p:tgtEl>
                                        <p:attrNameLst>
                                          <p:attrName>style.visibility</p:attrName>
                                        </p:attrNameLst>
                                      </p:cBhvr>
                                      <p:to>
                                        <p:strVal val="visible"/>
                                      </p:to>
                                    </p:set>
                                    <p:animEffect filter="fade" transition="in">
                                      <p:cBhvr additive="repl">
                                        <p:cTn id="1121" dur="15"/>
                                        <p:tgtEl>
                                          <p:spTgt spid="514"/>
                                        </p:tgtEl>
                                      </p:cBhvr>
                                    </p:animEffect>
                                  </p:childTnLst>
                                </p:cTn>
                              </p:par>
                            </p:childTnLst>
                          </p:cTn>
                        </p:par>
                        <p:par>
                          <p:cTn id="1122" fill="hold">
                            <p:stCondLst>
                              <p:cond delay="2175"/>
                            </p:stCondLst>
                            <p:childTnLst>
                              <p:par>
                                <p:cTn id="1123" nodeType="afterEffect" fill="hold" presetClass="entr" presetID="10">
                                  <p:stCondLst>
                                    <p:cond delay="0"/>
                                  </p:stCondLst>
                                  <p:childTnLst>
                                    <p:set>
                                      <p:cBhvr>
                                        <p:cTn id="1124" dur="1" fill="hold">
                                          <p:stCondLst>
                                            <p:cond delay="0"/>
                                          </p:stCondLst>
                                        </p:cTn>
                                        <p:tgtEl>
                                          <p:spTgt spid="515"/>
                                        </p:tgtEl>
                                        <p:attrNameLst>
                                          <p:attrName>style.visibility</p:attrName>
                                        </p:attrNameLst>
                                      </p:cBhvr>
                                      <p:to>
                                        <p:strVal val="visible"/>
                                      </p:to>
                                    </p:set>
                                    <p:animEffect filter="fade" transition="in">
                                      <p:cBhvr additive="repl">
                                        <p:cTn id="1125" dur="15"/>
                                        <p:tgtEl>
                                          <p:spTgt spid="515"/>
                                        </p:tgtEl>
                                      </p:cBhvr>
                                    </p:animEffect>
                                  </p:childTnLst>
                                </p:cTn>
                              </p:par>
                            </p:childTnLst>
                          </p:cTn>
                        </p:par>
                        <p:par>
                          <p:cTn id="1126" fill="hold">
                            <p:stCondLst>
                              <p:cond delay="2190"/>
                            </p:stCondLst>
                            <p:childTnLst>
                              <p:par>
                                <p:cTn id="1127" nodeType="afterEffect" fill="hold" presetClass="entr" presetID="10">
                                  <p:stCondLst>
                                    <p:cond delay="0"/>
                                  </p:stCondLst>
                                  <p:childTnLst>
                                    <p:set>
                                      <p:cBhvr>
                                        <p:cTn id="1128" dur="1" fill="hold">
                                          <p:stCondLst>
                                            <p:cond delay="0"/>
                                          </p:stCondLst>
                                        </p:cTn>
                                        <p:tgtEl>
                                          <p:spTgt spid="516"/>
                                        </p:tgtEl>
                                        <p:attrNameLst>
                                          <p:attrName>style.visibility</p:attrName>
                                        </p:attrNameLst>
                                      </p:cBhvr>
                                      <p:to>
                                        <p:strVal val="visible"/>
                                      </p:to>
                                    </p:set>
                                    <p:animEffect filter="fade" transition="in">
                                      <p:cBhvr additive="repl">
                                        <p:cTn id="1129" dur="15"/>
                                        <p:tgtEl>
                                          <p:spTgt spid="516"/>
                                        </p:tgtEl>
                                      </p:cBhvr>
                                    </p:animEffect>
                                  </p:childTnLst>
                                </p:cTn>
                              </p:par>
                            </p:childTnLst>
                          </p:cTn>
                        </p:par>
                        <p:par>
                          <p:cTn id="1130" fill="hold">
                            <p:stCondLst>
                              <p:cond delay="2205"/>
                            </p:stCondLst>
                            <p:childTnLst>
                              <p:par>
                                <p:cTn id="1131" nodeType="afterEffect" fill="hold" presetClass="entr" presetID="10">
                                  <p:stCondLst>
                                    <p:cond delay="0"/>
                                  </p:stCondLst>
                                  <p:childTnLst>
                                    <p:set>
                                      <p:cBhvr>
                                        <p:cTn id="1132" dur="1" fill="hold">
                                          <p:stCondLst>
                                            <p:cond delay="0"/>
                                          </p:stCondLst>
                                        </p:cTn>
                                        <p:tgtEl>
                                          <p:spTgt spid="517"/>
                                        </p:tgtEl>
                                        <p:attrNameLst>
                                          <p:attrName>style.visibility</p:attrName>
                                        </p:attrNameLst>
                                      </p:cBhvr>
                                      <p:to>
                                        <p:strVal val="visible"/>
                                      </p:to>
                                    </p:set>
                                    <p:animEffect filter="fade" transition="in">
                                      <p:cBhvr additive="repl">
                                        <p:cTn id="1133" dur="15"/>
                                        <p:tgtEl>
                                          <p:spTgt spid="517"/>
                                        </p:tgtEl>
                                      </p:cBhvr>
                                    </p:animEffect>
                                  </p:childTnLst>
                                </p:cTn>
                              </p:par>
                            </p:childTnLst>
                          </p:cTn>
                        </p:par>
                        <p:par>
                          <p:cTn id="1134" fill="hold">
                            <p:stCondLst>
                              <p:cond delay="2220"/>
                            </p:stCondLst>
                            <p:childTnLst>
                              <p:par>
                                <p:cTn id="1135" nodeType="afterEffect" fill="hold" presetClass="entr" presetID="10">
                                  <p:stCondLst>
                                    <p:cond delay="0"/>
                                  </p:stCondLst>
                                  <p:childTnLst>
                                    <p:set>
                                      <p:cBhvr>
                                        <p:cTn id="1136" dur="1" fill="hold">
                                          <p:stCondLst>
                                            <p:cond delay="0"/>
                                          </p:stCondLst>
                                        </p:cTn>
                                        <p:tgtEl>
                                          <p:spTgt spid="518"/>
                                        </p:tgtEl>
                                        <p:attrNameLst>
                                          <p:attrName>style.visibility</p:attrName>
                                        </p:attrNameLst>
                                      </p:cBhvr>
                                      <p:to>
                                        <p:strVal val="visible"/>
                                      </p:to>
                                    </p:set>
                                    <p:animEffect filter="fade" transition="in">
                                      <p:cBhvr additive="repl">
                                        <p:cTn id="1137" dur="15"/>
                                        <p:tgtEl>
                                          <p:spTgt spid="518"/>
                                        </p:tgtEl>
                                      </p:cBhvr>
                                    </p:animEffect>
                                  </p:childTnLst>
                                </p:cTn>
                              </p:par>
                            </p:childTnLst>
                          </p:cTn>
                        </p:par>
                        <p:par>
                          <p:cTn id="1138" fill="hold">
                            <p:stCondLst>
                              <p:cond delay="2235"/>
                            </p:stCondLst>
                            <p:childTnLst>
                              <p:par>
                                <p:cTn id="1139" nodeType="afterEffect" fill="hold" presetClass="entr" presetID="10">
                                  <p:stCondLst>
                                    <p:cond delay="0"/>
                                  </p:stCondLst>
                                  <p:childTnLst>
                                    <p:set>
                                      <p:cBhvr>
                                        <p:cTn id="1140" dur="1" fill="hold">
                                          <p:stCondLst>
                                            <p:cond delay="0"/>
                                          </p:stCondLst>
                                        </p:cTn>
                                        <p:tgtEl>
                                          <p:spTgt spid="519"/>
                                        </p:tgtEl>
                                        <p:attrNameLst>
                                          <p:attrName>style.visibility</p:attrName>
                                        </p:attrNameLst>
                                      </p:cBhvr>
                                      <p:to>
                                        <p:strVal val="visible"/>
                                      </p:to>
                                    </p:set>
                                    <p:animEffect filter="fade" transition="in">
                                      <p:cBhvr additive="repl">
                                        <p:cTn id="1141" dur="15"/>
                                        <p:tgtEl>
                                          <p:spTgt spid="519"/>
                                        </p:tgtEl>
                                      </p:cBhvr>
                                    </p:animEffect>
                                  </p:childTnLst>
                                </p:cTn>
                              </p:par>
                            </p:childTnLst>
                          </p:cTn>
                        </p:par>
                        <p:par>
                          <p:cTn id="1142" fill="hold">
                            <p:stCondLst>
                              <p:cond delay="2250"/>
                            </p:stCondLst>
                            <p:childTnLst>
                              <p:par>
                                <p:cTn id="1143" nodeType="afterEffect" fill="hold" presetClass="entr" presetID="10">
                                  <p:stCondLst>
                                    <p:cond delay="0"/>
                                  </p:stCondLst>
                                  <p:childTnLst>
                                    <p:set>
                                      <p:cBhvr>
                                        <p:cTn id="1144" dur="1" fill="hold">
                                          <p:stCondLst>
                                            <p:cond delay="0"/>
                                          </p:stCondLst>
                                        </p:cTn>
                                        <p:tgtEl>
                                          <p:spTgt spid="520"/>
                                        </p:tgtEl>
                                        <p:attrNameLst>
                                          <p:attrName>style.visibility</p:attrName>
                                        </p:attrNameLst>
                                      </p:cBhvr>
                                      <p:to>
                                        <p:strVal val="visible"/>
                                      </p:to>
                                    </p:set>
                                    <p:animEffect filter="fade" transition="in">
                                      <p:cBhvr additive="repl">
                                        <p:cTn id="1145" dur="15"/>
                                        <p:tgtEl>
                                          <p:spTgt spid="520"/>
                                        </p:tgtEl>
                                      </p:cBhvr>
                                    </p:animEffect>
                                  </p:childTnLst>
                                </p:cTn>
                              </p:par>
                            </p:childTnLst>
                          </p:cTn>
                        </p:par>
                        <p:par>
                          <p:cTn id="1146" fill="hold">
                            <p:stCondLst>
                              <p:cond delay="2265"/>
                            </p:stCondLst>
                            <p:childTnLst>
                              <p:par>
                                <p:cTn id="1147" nodeType="afterEffect" fill="hold" presetClass="entr" presetID="10">
                                  <p:stCondLst>
                                    <p:cond delay="0"/>
                                  </p:stCondLst>
                                  <p:childTnLst>
                                    <p:set>
                                      <p:cBhvr>
                                        <p:cTn id="1148" dur="1" fill="hold">
                                          <p:stCondLst>
                                            <p:cond delay="0"/>
                                          </p:stCondLst>
                                        </p:cTn>
                                        <p:tgtEl>
                                          <p:spTgt spid="521"/>
                                        </p:tgtEl>
                                        <p:attrNameLst>
                                          <p:attrName>style.visibility</p:attrName>
                                        </p:attrNameLst>
                                      </p:cBhvr>
                                      <p:to>
                                        <p:strVal val="visible"/>
                                      </p:to>
                                    </p:set>
                                    <p:animEffect filter="fade" transition="in">
                                      <p:cBhvr additive="repl">
                                        <p:cTn id="1149" dur="15"/>
                                        <p:tgtEl>
                                          <p:spTgt spid="521"/>
                                        </p:tgtEl>
                                      </p:cBhvr>
                                    </p:animEffect>
                                  </p:childTnLst>
                                </p:cTn>
                              </p:par>
                            </p:childTnLst>
                          </p:cTn>
                        </p:par>
                        <p:par>
                          <p:cTn id="1150" fill="hold">
                            <p:stCondLst>
                              <p:cond delay="2280"/>
                            </p:stCondLst>
                            <p:childTnLst>
                              <p:par>
                                <p:cTn id="1151" nodeType="afterEffect" fill="hold" presetClass="entr" presetID="10">
                                  <p:stCondLst>
                                    <p:cond delay="0"/>
                                  </p:stCondLst>
                                  <p:childTnLst>
                                    <p:set>
                                      <p:cBhvr>
                                        <p:cTn id="1152" dur="1" fill="hold">
                                          <p:stCondLst>
                                            <p:cond delay="0"/>
                                          </p:stCondLst>
                                        </p:cTn>
                                        <p:tgtEl>
                                          <p:spTgt spid="522"/>
                                        </p:tgtEl>
                                        <p:attrNameLst>
                                          <p:attrName>style.visibility</p:attrName>
                                        </p:attrNameLst>
                                      </p:cBhvr>
                                      <p:to>
                                        <p:strVal val="visible"/>
                                      </p:to>
                                    </p:set>
                                    <p:animEffect filter="fade" transition="in">
                                      <p:cBhvr additive="repl">
                                        <p:cTn id="1153" dur="15"/>
                                        <p:tgtEl>
                                          <p:spTgt spid="522"/>
                                        </p:tgtEl>
                                      </p:cBhvr>
                                    </p:animEffect>
                                  </p:childTnLst>
                                </p:cTn>
                              </p:par>
                            </p:childTnLst>
                          </p:cTn>
                        </p:par>
                        <p:par>
                          <p:cTn id="1154" fill="hold">
                            <p:stCondLst>
                              <p:cond delay="2295"/>
                            </p:stCondLst>
                            <p:childTnLst>
                              <p:par>
                                <p:cTn id="1155" nodeType="afterEffect" fill="hold" presetClass="entr" presetID="10">
                                  <p:stCondLst>
                                    <p:cond delay="0"/>
                                  </p:stCondLst>
                                  <p:childTnLst>
                                    <p:set>
                                      <p:cBhvr>
                                        <p:cTn id="1156" dur="1" fill="hold">
                                          <p:stCondLst>
                                            <p:cond delay="0"/>
                                          </p:stCondLst>
                                        </p:cTn>
                                        <p:tgtEl>
                                          <p:spTgt spid="523"/>
                                        </p:tgtEl>
                                        <p:attrNameLst>
                                          <p:attrName>style.visibility</p:attrName>
                                        </p:attrNameLst>
                                      </p:cBhvr>
                                      <p:to>
                                        <p:strVal val="visible"/>
                                      </p:to>
                                    </p:set>
                                    <p:animEffect filter="fade" transition="in">
                                      <p:cBhvr additive="repl">
                                        <p:cTn id="1157" dur="15"/>
                                        <p:tgtEl>
                                          <p:spTgt spid="523"/>
                                        </p:tgtEl>
                                      </p:cBhvr>
                                    </p:animEffect>
                                  </p:childTnLst>
                                </p:cTn>
                              </p:par>
                            </p:childTnLst>
                          </p:cTn>
                        </p:par>
                        <p:par>
                          <p:cTn id="1158" fill="hold">
                            <p:stCondLst>
                              <p:cond delay="2310"/>
                            </p:stCondLst>
                            <p:childTnLst>
                              <p:par>
                                <p:cTn id="1159" nodeType="afterEffect" fill="hold" presetClass="entr" presetID="10">
                                  <p:stCondLst>
                                    <p:cond delay="0"/>
                                  </p:stCondLst>
                                  <p:childTnLst>
                                    <p:set>
                                      <p:cBhvr>
                                        <p:cTn id="1160" dur="1" fill="hold">
                                          <p:stCondLst>
                                            <p:cond delay="0"/>
                                          </p:stCondLst>
                                        </p:cTn>
                                        <p:tgtEl>
                                          <p:spTgt spid="524"/>
                                        </p:tgtEl>
                                        <p:attrNameLst>
                                          <p:attrName>style.visibility</p:attrName>
                                        </p:attrNameLst>
                                      </p:cBhvr>
                                      <p:to>
                                        <p:strVal val="visible"/>
                                      </p:to>
                                    </p:set>
                                    <p:animEffect filter="fade" transition="in">
                                      <p:cBhvr additive="repl">
                                        <p:cTn id="1161" dur="15"/>
                                        <p:tgtEl>
                                          <p:spTgt spid="524"/>
                                        </p:tgtEl>
                                      </p:cBhvr>
                                    </p:animEffect>
                                  </p:childTnLst>
                                </p:cTn>
                              </p:par>
                            </p:childTnLst>
                          </p:cTn>
                        </p:par>
                        <p:par>
                          <p:cTn id="1162" fill="hold">
                            <p:stCondLst>
                              <p:cond delay="2325"/>
                            </p:stCondLst>
                            <p:childTnLst>
                              <p:par>
                                <p:cTn id="1163" nodeType="afterEffect" fill="hold" presetClass="entr" presetID="10">
                                  <p:stCondLst>
                                    <p:cond delay="0"/>
                                  </p:stCondLst>
                                  <p:childTnLst>
                                    <p:set>
                                      <p:cBhvr>
                                        <p:cTn id="1164" dur="1" fill="hold">
                                          <p:stCondLst>
                                            <p:cond delay="0"/>
                                          </p:stCondLst>
                                        </p:cTn>
                                        <p:tgtEl>
                                          <p:spTgt spid="525"/>
                                        </p:tgtEl>
                                        <p:attrNameLst>
                                          <p:attrName>style.visibility</p:attrName>
                                        </p:attrNameLst>
                                      </p:cBhvr>
                                      <p:to>
                                        <p:strVal val="visible"/>
                                      </p:to>
                                    </p:set>
                                    <p:animEffect filter="fade" transition="in">
                                      <p:cBhvr additive="repl">
                                        <p:cTn id="1165" dur="15"/>
                                        <p:tgtEl>
                                          <p:spTgt spid="525"/>
                                        </p:tgtEl>
                                      </p:cBhvr>
                                    </p:animEffect>
                                  </p:childTnLst>
                                </p:cTn>
                              </p:par>
                            </p:childTnLst>
                          </p:cTn>
                        </p:par>
                        <p:par>
                          <p:cTn id="1166" fill="hold">
                            <p:stCondLst>
                              <p:cond delay="2340"/>
                            </p:stCondLst>
                            <p:childTnLst>
                              <p:par>
                                <p:cTn id="1167" nodeType="afterEffect" fill="hold" presetClass="entr" presetID="10">
                                  <p:stCondLst>
                                    <p:cond delay="0"/>
                                  </p:stCondLst>
                                  <p:childTnLst>
                                    <p:set>
                                      <p:cBhvr>
                                        <p:cTn id="1168" dur="1" fill="hold">
                                          <p:stCondLst>
                                            <p:cond delay="0"/>
                                          </p:stCondLst>
                                        </p:cTn>
                                        <p:tgtEl>
                                          <p:spTgt spid="526"/>
                                        </p:tgtEl>
                                        <p:attrNameLst>
                                          <p:attrName>style.visibility</p:attrName>
                                        </p:attrNameLst>
                                      </p:cBhvr>
                                      <p:to>
                                        <p:strVal val="visible"/>
                                      </p:to>
                                    </p:set>
                                    <p:animEffect filter="fade" transition="in">
                                      <p:cBhvr additive="repl">
                                        <p:cTn id="1169" dur="15"/>
                                        <p:tgtEl>
                                          <p:spTgt spid="526"/>
                                        </p:tgtEl>
                                      </p:cBhvr>
                                    </p:animEffect>
                                  </p:childTnLst>
                                </p:cTn>
                              </p:par>
                            </p:childTnLst>
                          </p:cTn>
                        </p:par>
                        <p:par>
                          <p:cTn id="1170" fill="hold">
                            <p:stCondLst>
                              <p:cond delay="2355"/>
                            </p:stCondLst>
                            <p:childTnLst>
                              <p:par>
                                <p:cTn id="1171" nodeType="afterEffect" fill="hold" presetClass="entr" presetID="10">
                                  <p:stCondLst>
                                    <p:cond delay="0"/>
                                  </p:stCondLst>
                                  <p:childTnLst>
                                    <p:set>
                                      <p:cBhvr>
                                        <p:cTn id="1172" dur="1" fill="hold">
                                          <p:stCondLst>
                                            <p:cond delay="0"/>
                                          </p:stCondLst>
                                        </p:cTn>
                                        <p:tgtEl>
                                          <p:spTgt spid="527"/>
                                        </p:tgtEl>
                                        <p:attrNameLst>
                                          <p:attrName>style.visibility</p:attrName>
                                        </p:attrNameLst>
                                      </p:cBhvr>
                                      <p:to>
                                        <p:strVal val="visible"/>
                                      </p:to>
                                    </p:set>
                                    <p:animEffect filter="fade" transition="in">
                                      <p:cBhvr additive="repl">
                                        <p:cTn id="1173" dur="15"/>
                                        <p:tgtEl>
                                          <p:spTgt spid="527"/>
                                        </p:tgtEl>
                                      </p:cBhvr>
                                    </p:animEffect>
                                  </p:childTnLst>
                                </p:cTn>
                              </p:par>
                            </p:childTnLst>
                          </p:cTn>
                        </p:par>
                        <p:par>
                          <p:cTn id="1174" fill="hold">
                            <p:stCondLst>
                              <p:cond delay="2370"/>
                            </p:stCondLst>
                            <p:childTnLst>
                              <p:par>
                                <p:cTn id="1175" nodeType="afterEffect" fill="hold" presetClass="entr" presetID="10">
                                  <p:stCondLst>
                                    <p:cond delay="0"/>
                                  </p:stCondLst>
                                  <p:childTnLst>
                                    <p:set>
                                      <p:cBhvr>
                                        <p:cTn id="1176" dur="1" fill="hold">
                                          <p:stCondLst>
                                            <p:cond delay="0"/>
                                          </p:stCondLst>
                                        </p:cTn>
                                        <p:tgtEl>
                                          <p:spTgt spid="528"/>
                                        </p:tgtEl>
                                        <p:attrNameLst>
                                          <p:attrName>style.visibility</p:attrName>
                                        </p:attrNameLst>
                                      </p:cBhvr>
                                      <p:to>
                                        <p:strVal val="visible"/>
                                      </p:to>
                                    </p:set>
                                    <p:animEffect filter="fade" transition="in">
                                      <p:cBhvr additive="repl">
                                        <p:cTn id="1177" dur="15"/>
                                        <p:tgtEl>
                                          <p:spTgt spid="528"/>
                                        </p:tgtEl>
                                      </p:cBhvr>
                                    </p:animEffect>
                                  </p:childTnLst>
                                </p:cTn>
                              </p:par>
                            </p:childTnLst>
                          </p:cTn>
                        </p:par>
                        <p:par>
                          <p:cTn id="1178" fill="hold">
                            <p:stCondLst>
                              <p:cond delay="2385"/>
                            </p:stCondLst>
                            <p:childTnLst>
                              <p:par>
                                <p:cTn id="1179" nodeType="afterEffect" fill="hold" presetClass="entr" presetID="10">
                                  <p:stCondLst>
                                    <p:cond delay="0"/>
                                  </p:stCondLst>
                                  <p:childTnLst>
                                    <p:set>
                                      <p:cBhvr>
                                        <p:cTn id="1180" dur="1" fill="hold">
                                          <p:stCondLst>
                                            <p:cond delay="0"/>
                                          </p:stCondLst>
                                        </p:cTn>
                                        <p:tgtEl>
                                          <p:spTgt spid="529"/>
                                        </p:tgtEl>
                                        <p:attrNameLst>
                                          <p:attrName>style.visibility</p:attrName>
                                        </p:attrNameLst>
                                      </p:cBhvr>
                                      <p:to>
                                        <p:strVal val="visible"/>
                                      </p:to>
                                    </p:set>
                                    <p:animEffect filter="fade" transition="in">
                                      <p:cBhvr additive="repl">
                                        <p:cTn id="1181" dur="15"/>
                                        <p:tgtEl>
                                          <p:spTgt spid="529"/>
                                        </p:tgtEl>
                                      </p:cBhvr>
                                    </p:animEffect>
                                  </p:childTnLst>
                                </p:cTn>
                              </p:par>
                            </p:childTnLst>
                          </p:cTn>
                        </p:par>
                        <p:par>
                          <p:cTn id="1182" fill="hold">
                            <p:stCondLst>
                              <p:cond delay="2400"/>
                            </p:stCondLst>
                            <p:childTnLst>
                              <p:par>
                                <p:cTn id="1183" nodeType="afterEffect" fill="hold" presetClass="entr" presetID="10">
                                  <p:stCondLst>
                                    <p:cond delay="0"/>
                                  </p:stCondLst>
                                  <p:childTnLst>
                                    <p:set>
                                      <p:cBhvr>
                                        <p:cTn id="1184" dur="1" fill="hold">
                                          <p:stCondLst>
                                            <p:cond delay="0"/>
                                          </p:stCondLst>
                                        </p:cTn>
                                        <p:tgtEl>
                                          <p:spTgt spid="530"/>
                                        </p:tgtEl>
                                        <p:attrNameLst>
                                          <p:attrName>style.visibility</p:attrName>
                                        </p:attrNameLst>
                                      </p:cBhvr>
                                      <p:to>
                                        <p:strVal val="visible"/>
                                      </p:to>
                                    </p:set>
                                    <p:animEffect filter="fade" transition="in">
                                      <p:cBhvr additive="repl">
                                        <p:cTn id="1185" dur="15"/>
                                        <p:tgtEl>
                                          <p:spTgt spid="530"/>
                                        </p:tgtEl>
                                      </p:cBhvr>
                                    </p:animEffect>
                                  </p:childTnLst>
                                </p:cTn>
                              </p:par>
                            </p:childTnLst>
                          </p:cTn>
                        </p:par>
                        <p:par>
                          <p:cTn id="1186" fill="hold">
                            <p:stCondLst>
                              <p:cond delay="2415"/>
                            </p:stCondLst>
                            <p:childTnLst>
                              <p:par>
                                <p:cTn id="1187" nodeType="afterEffect" fill="hold" presetClass="entr" presetID="10">
                                  <p:stCondLst>
                                    <p:cond delay="0"/>
                                  </p:stCondLst>
                                  <p:childTnLst>
                                    <p:set>
                                      <p:cBhvr>
                                        <p:cTn id="1188" dur="1" fill="hold">
                                          <p:stCondLst>
                                            <p:cond delay="0"/>
                                          </p:stCondLst>
                                        </p:cTn>
                                        <p:tgtEl>
                                          <p:spTgt spid="531"/>
                                        </p:tgtEl>
                                        <p:attrNameLst>
                                          <p:attrName>style.visibility</p:attrName>
                                        </p:attrNameLst>
                                      </p:cBhvr>
                                      <p:to>
                                        <p:strVal val="visible"/>
                                      </p:to>
                                    </p:set>
                                    <p:animEffect filter="fade" transition="in">
                                      <p:cBhvr additive="repl">
                                        <p:cTn id="1189" dur="15"/>
                                        <p:tgtEl>
                                          <p:spTgt spid="531"/>
                                        </p:tgtEl>
                                      </p:cBhvr>
                                    </p:animEffect>
                                  </p:childTnLst>
                                </p:cTn>
                              </p:par>
                            </p:childTnLst>
                          </p:cTn>
                        </p:par>
                        <p:par>
                          <p:cTn id="1190" fill="hold">
                            <p:stCondLst>
                              <p:cond delay="2430"/>
                            </p:stCondLst>
                            <p:childTnLst>
                              <p:par>
                                <p:cTn id="1191" nodeType="afterEffect" fill="hold" presetClass="entr" presetID="10">
                                  <p:stCondLst>
                                    <p:cond delay="0"/>
                                  </p:stCondLst>
                                  <p:childTnLst>
                                    <p:set>
                                      <p:cBhvr>
                                        <p:cTn id="1192" dur="1" fill="hold">
                                          <p:stCondLst>
                                            <p:cond delay="0"/>
                                          </p:stCondLst>
                                        </p:cTn>
                                        <p:tgtEl>
                                          <p:spTgt spid="532"/>
                                        </p:tgtEl>
                                        <p:attrNameLst>
                                          <p:attrName>style.visibility</p:attrName>
                                        </p:attrNameLst>
                                      </p:cBhvr>
                                      <p:to>
                                        <p:strVal val="visible"/>
                                      </p:to>
                                    </p:set>
                                    <p:animEffect filter="fade" transition="in">
                                      <p:cBhvr additive="repl">
                                        <p:cTn id="1193" dur="15"/>
                                        <p:tgtEl>
                                          <p:spTgt spid="532"/>
                                        </p:tgtEl>
                                      </p:cBhvr>
                                    </p:animEffect>
                                  </p:childTnLst>
                                </p:cTn>
                              </p:par>
                            </p:childTnLst>
                          </p:cTn>
                        </p:par>
                        <p:par>
                          <p:cTn id="1194" fill="hold">
                            <p:stCondLst>
                              <p:cond delay="2445"/>
                            </p:stCondLst>
                            <p:childTnLst>
                              <p:par>
                                <p:cTn id="1195" nodeType="afterEffect" fill="hold" presetClass="entr" presetID="10">
                                  <p:stCondLst>
                                    <p:cond delay="0"/>
                                  </p:stCondLst>
                                  <p:childTnLst>
                                    <p:set>
                                      <p:cBhvr>
                                        <p:cTn id="1196" dur="1" fill="hold">
                                          <p:stCondLst>
                                            <p:cond delay="0"/>
                                          </p:stCondLst>
                                        </p:cTn>
                                        <p:tgtEl>
                                          <p:spTgt spid="533"/>
                                        </p:tgtEl>
                                        <p:attrNameLst>
                                          <p:attrName>style.visibility</p:attrName>
                                        </p:attrNameLst>
                                      </p:cBhvr>
                                      <p:to>
                                        <p:strVal val="visible"/>
                                      </p:to>
                                    </p:set>
                                    <p:animEffect filter="fade" transition="in">
                                      <p:cBhvr additive="repl">
                                        <p:cTn id="1197" dur="15"/>
                                        <p:tgtEl>
                                          <p:spTgt spid="533"/>
                                        </p:tgtEl>
                                      </p:cBhvr>
                                    </p:animEffect>
                                  </p:childTnLst>
                                </p:cTn>
                              </p:par>
                            </p:childTnLst>
                          </p:cTn>
                        </p:par>
                        <p:par>
                          <p:cTn id="1198" fill="hold">
                            <p:stCondLst>
                              <p:cond delay="2460"/>
                            </p:stCondLst>
                            <p:childTnLst>
                              <p:par>
                                <p:cTn id="1199" nodeType="afterEffect" fill="hold" presetClass="entr" presetID="10">
                                  <p:stCondLst>
                                    <p:cond delay="0"/>
                                  </p:stCondLst>
                                  <p:childTnLst>
                                    <p:set>
                                      <p:cBhvr>
                                        <p:cTn id="1200" dur="1" fill="hold">
                                          <p:stCondLst>
                                            <p:cond delay="0"/>
                                          </p:stCondLst>
                                        </p:cTn>
                                        <p:tgtEl>
                                          <p:spTgt spid="534"/>
                                        </p:tgtEl>
                                        <p:attrNameLst>
                                          <p:attrName>style.visibility</p:attrName>
                                        </p:attrNameLst>
                                      </p:cBhvr>
                                      <p:to>
                                        <p:strVal val="visible"/>
                                      </p:to>
                                    </p:set>
                                    <p:animEffect filter="fade" transition="in">
                                      <p:cBhvr additive="repl">
                                        <p:cTn id="1201" dur="15"/>
                                        <p:tgtEl>
                                          <p:spTgt spid="534"/>
                                        </p:tgtEl>
                                      </p:cBhvr>
                                    </p:animEffect>
                                  </p:childTnLst>
                                </p:cTn>
                              </p:par>
                            </p:childTnLst>
                          </p:cTn>
                        </p:par>
                        <p:par>
                          <p:cTn id="1202" fill="hold">
                            <p:stCondLst>
                              <p:cond delay="2475"/>
                            </p:stCondLst>
                            <p:childTnLst>
                              <p:par>
                                <p:cTn id="1203" nodeType="afterEffect" fill="hold" presetClass="entr" presetID="10">
                                  <p:stCondLst>
                                    <p:cond delay="0"/>
                                  </p:stCondLst>
                                  <p:childTnLst>
                                    <p:set>
                                      <p:cBhvr>
                                        <p:cTn id="1204" dur="1" fill="hold">
                                          <p:stCondLst>
                                            <p:cond delay="0"/>
                                          </p:stCondLst>
                                        </p:cTn>
                                        <p:tgtEl>
                                          <p:spTgt spid="535"/>
                                        </p:tgtEl>
                                        <p:attrNameLst>
                                          <p:attrName>style.visibility</p:attrName>
                                        </p:attrNameLst>
                                      </p:cBhvr>
                                      <p:to>
                                        <p:strVal val="visible"/>
                                      </p:to>
                                    </p:set>
                                    <p:animEffect filter="fade" transition="in">
                                      <p:cBhvr additive="repl">
                                        <p:cTn id="1205" dur="15"/>
                                        <p:tgtEl>
                                          <p:spTgt spid="535"/>
                                        </p:tgtEl>
                                      </p:cBhvr>
                                    </p:animEffect>
                                  </p:childTnLst>
                                </p:cTn>
                              </p:par>
                            </p:childTnLst>
                          </p:cTn>
                        </p:par>
                        <p:par>
                          <p:cTn id="1206" fill="hold">
                            <p:stCondLst>
                              <p:cond delay="2490"/>
                            </p:stCondLst>
                            <p:childTnLst>
                              <p:par>
                                <p:cTn id="1207" nodeType="afterEffect" fill="hold" presetClass="entr" presetID="10">
                                  <p:stCondLst>
                                    <p:cond delay="0"/>
                                  </p:stCondLst>
                                  <p:childTnLst>
                                    <p:set>
                                      <p:cBhvr>
                                        <p:cTn id="1208" dur="1" fill="hold">
                                          <p:stCondLst>
                                            <p:cond delay="0"/>
                                          </p:stCondLst>
                                        </p:cTn>
                                        <p:tgtEl>
                                          <p:spTgt spid="536"/>
                                        </p:tgtEl>
                                        <p:attrNameLst>
                                          <p:attrName>style.visibility</p:attrName>
                                        </p:attrNameLst>
                                      </p:cBhvr>
                                      <p:to>
                                        <p:strVal val="visible"/>
                                      </p:to>
                                    </p:set>
                                    <p:animEffect filter="fade" transition="in">
                                      <p:cBhvr additive="repl">
                                        <p:cTn id="1209" dur="15"/>
                                        <p:tgtEl>
                                          <p:spTgt spid="536"/>
                                        </p:tgtEl>
                                      </p:cBhvr>
                                    </p:animEffect>
                                  </p:childTnLst>
                                </p:cTn>
                              </p:par>
                            </p:childTnLst>
                          </p:cTn>
                        </p:par>
                        <p:par>
                          <p:cTn id="1210" fill="hold">
                            <p:stCondLst>
                              <p:cond delay="2505"/>
                            </p:stCondLst>
                            <p:childTnLst>
                              <p:par>
                                <p:cTn id="1211" nodeType="afterEffect" fill="hold" presetClass="entr" presetID="10">
                                  <p:stCondLst>
                                    <p:cond delay="0"/>
                                  </p:stCondLst>
                                  <p:childTnLst>
                                    <p:set>
                                      <p:cBhvr>
                                        <p:cTn id="1212" dur="1" fill="hold">
                                          <p:stCondLst>
                                            <p:cond delay="0"/>
                                          </p:stCondLst>
                                        </p:cTn>
                                        <p:tgtEl>
                                          <p:spTgt spid="537"/>
                                        </p:tgtEl>
                                        <p:attrNameLst>
                                          <p:attrName>style.visibility</p:attrName>
                                        </p:attrNameLst>
                                      </p:cBhvr>
                                      <p:to>
                                        <p:strVal val="visible"/>
                                      </p:to>
                                    </p:set>
                                    <p:animEffect filter="fade" transition="in">
                                      <p:cBhvr additive="repl">
                                        <p:cTn id="1213" dur="15"/>
                                        <p:tgtEl>
                                          <p:spTgt spid="537"/>
                                        </p:tgtEl>
                                      </p:cBhvr>
                                    </p:animEffect>
                                  </p:childTnLst>
                                </p:cTn>
                              </p:par>
                            </p:childTnLst>
                          </p:cTn>
                        </p:par>
                        <p:par>
                          <p:cTn id="1214" fill="hold">
                            <p:stCondLst>
                              <p:cond delay="2520"/>
                            </p:stCondLst>
                            <p:childTnLst>
                              <p:par>
                                <p:cTn id="1215" nodeType="afterEffect" fill="hold" presetClass="entr" presetID="10">
                                  <p:stCondLst>
                                    <p:cond delay="0"/>
                                  </p:stCondLst>
                                  <p:childTnLst>
                                    <p:set>
                                      <p:cBhvr>
                                        <p:cTn id="1216" dur="1" fill="hold">
                                          <p:stCondLst>
                                            <p:cond delay="0"/>
                                          </p:stCondLst>
                                        </p:cTn>
                                        <p:tgtEl>
                                          <p:spTgt spid="538"/>
                                        </p:tgtEl>
                                        <p:attrNameLst>
                                          <p:attrName>style.visibility</p:attrName>
                                        </p:attrNameLst>
                                      </p:cBhvr>
                                      <p:to>
                                        <p:strVal val="visible"/>
                                      </p:to>
                                    </p:set>
                                    <p:animEffect filter="fade" transition="in">
                                      <p:cBhvr additive="repl">
                                        <p:cTn id="1217" dur="15"/>
                                        <p:tgtEl>
                                          <p:spTgt spid="538"/>
                                        </p:tgtEl>
                                      </p:cBhvr>
                                    </p:animEffect>
                                  </p:childTnLst>
                                </p:cTn>
                              </p:par>
                            </p:childTnLst>
                          </p:cTn>
                        </p:par>
                        <p:par>
                          <p:cTn id="1218" fill="hold">
                            <p:stCondLst>
                              <p:cond delay="2535"/>
                            </p:stCondLst>
                            <p:childTnLst>
                              <p:par>
                                <p:cTn id="1219" nodeType="afterEffect" fill="hold" presetClass="entr" presetID="10">
                                  <p:stCondLst>
                                    <p:cond delay="0"/>
                                  </p:stCondLst>
                                  <p:childTnLst>
                                    <p:set>
                                      <p:cBhvr>
                                        <p:cTn id="1220" dur="1" fill="hold">
                                          <p:stCondLst>
                                            <p:cond delay="0"/>
                                          </p:stCondLst>
                                        </p:cTn>
                                        <p:tgtEl>
                                          <p:spTgt spid="539"/>
                                        </p:tgtEl>
                                        <p:attrNameLst>
                                          <p:attrName>style.visibility</p:attrName>
                                        </p:attrNameLst>
                                      </p:cBhvr>
                                      <p:to>
                                        <p:strVal val="visible"/>
                                      </p:to>
                                    </p:set>
                                    <p:animEffect filter="fade" transition="in">
                                      <p:cBhvr additive="repl">
                                        <p:cTn id="1221" dur="15"/>
                                        <p:tgtEl>
                                          <p:spTgt spid="539"/>
                                        </p:tgtEl>
                                      </p:cBhvr>
                                    </p:animEffect>
                                  </p:childTnLst>
                                </p:cTn>
                              </p:par>
                            </p:childTnLst>
                          </p:cTn>
                        </p:par>
                        <p:par>
                          <p:cTn id="1222" fill="hold">
                            <p:stCondLst>
                              <p:cond delay="2550"/>
                            </p:stCondLst>
                            <p:childTnLst>
                              <p:par>
                                <p:cTn id="1223" nodeType="afterEffect" fill="hold" presetClass="entr" presetID="10">
                                  <p:stCondLst>
                                    <p:cond delay="0"/>
                                  </p:stCondLst>
                                  <p:childTnLst>
                                    <p:set>
                                      <p:cBhvr>
                                        <p:cTn id="1224" dur="1" fill="hold">
                                          <p:stCondLst>
                                            <p:cond delay="0"/>
                                          </p:stCondLst>
                                        </p:cTn>
                                        <p:tgtEl>
                                          <p:spTgt spid="540"/>
                                        </p:tgtEl>
                                        <p:attrNameLst>
                                          <p:attrName>style.visibility</p:attrName>
                                        </p:attrNameLst>
                                      </p:cBhvr>
                                      <p:to>
                                        <p:strVal val="visible"/>
                                      </p:to>
                                    </p:set>
                                    <p:animEffect filter="fade" transition="in">
                                      <p:cBhvr additive="repl">
                                        <p:cTn id="1225" dur="15"/>
                                        <p:tgtEl>
                                          <p:spTgt spid="540"/>
                                        </p:tgtEl>
                                      </p:cBhvr>
                                    </p:animEffect>
                                  </p:childTnLst>
                                </p:cTn>
                              </p:par>
                            </p:childTnLst>
                          </p:cTn>
                        </p:par>
                        <p:par>
                          <p:cTn id="1226" fill="hold">
                            <p:stCondLst>
                              <p:cond delay="2565"/>
                            </p:stCondLst>
                            <p:childTnLst>
                              <p:par>
                                <p:cTn id="1227" nodeType="afterEffect" fill="hold" presetClass="entr" presetID="10">
                                  <p:stCondLst>
                                    <p:cond delay="0"/>
                                  </p:stCondLst>
                                  <p:childTnLst>
                                    <p:set>
                                      <p:cBhvr>
                                        <p:cTn id="1228" dur="1" fill="hold">
                                          <p:stCondLst>
                                            <p:cond delay="0"/>
                                          </p:stCondLst>
                                        </p:cTn>
                                        <p:tgtEl>
                                          <p:spTgt spid="541"/>
                                        </p:tgtEl>
                                        <p:attrNameLst>
                                          <p:attrName>style.visibility</p:attrName>
                                        </p:attrNameLst>
                                      </p:cBhvr>
                                      <p:to>
                                        <p:strVal val="visible"/>
                                      </p:to>
                                    </p:set>
                                    <p:animEffect filter="fade" transition="in">
                                      <p:cBhvr additive="repl">
                                        <p:cTn id="1229" dur="15"/>
                                        <p:tgtEl>
                                          <p:spTgt spid="541"/>
                                        </p:tgtEl>
                                      </p:cBhvr>
                                    </p:animEffect>
                                  </p:childTnLst>
                                </p:cTn>
                              </p:par>
                            </p:childTnLst>
                          </p:cTn>
                        </p:par>
                        <p:par>
                          <p:cTn id="1230" fill="hold">
                            <p:stCondLst>
                              <p:cond delay="2580"/>
                            </p:stCondLst>
                            <p:childTnLst>
                              <p:par>
                                <p:cTn id="1231" nodeType="afterEffect" fill="hold" presetClass="entr" presetID="10">
                                  <p:stCondLst>
                                    <p:cond delay="0"/>
                                  </p:stCondLst>
                                  <p:childTnLst>
                                    <p:set>
                                      <p:cBhvr>
                                        <p:cTn id="1232" dur="1" fill="hold">
                                          <p:stCondLst>
                                            <p:cond delay="0"/>
                                          </p:stCondLst>
                                        </p:cTn>
                                        <p:tgtEl>
                                          <p:spTgt spid="542"/>
                                        </p:tgtEl>
                                        <p:attrNameLst>
                                          <p:attrName>style.visibility</p:attrName>
                                        </p:attrNameLst>
                                      </p:cBhvr>
                                      <p:to>
                                        <p:strVal val="visible"/>
                                      </p:to>
                                    </p:set>
                                    <p:animEffect filter="fade" transition="in">
                                      <p:cBhvr additive="repl">
                                        <p:cTn id="1233" dur="15"/>
                                        <p:tgtEl>
                                          <p:spTgt spid="542"/>
                                        </p:tgtEl>
                                      </p:cBhvr>
                                    </p:animEffect>
                                  </p:childTnLst>
                                </p:cTn>
                              </p:par>
                            </p:childTnLst>
                          </p:cTn>
                        </p:par>
                        <p:par>
                          <p:cTn id="1234" fill="hold">
                            <p:stCondLst>
                              <p:cond delay="2595"/>
                            </p:stCondLst>
                            <p:childTnLst>
                              <p:par>
                                <p:cTn id="1235" nodeType="afterEffect" fill="hold" presetClass="entr" presetID="10">
                                  <p:stCondLst>
                                    <p:cond delay="0"/>
                                  </p:stCondLst>
                                  <p:childTnLst>
                                    <p:set>
                                      <p:cBhvr>
                                        <p:cTn id="1236" dur="1" fill="hold">
                                          <p:stCondLst>
                                            <p:cond delay="0"/>
                                          </p:stCondLst>
                                        </p:cTn>
                                        <p:tgtEl>
                                          <p:spTgt spid="543"/>
                                        </p:tgtEl>
                                        <p:attrNameLst>
                                          <p:attrName>style.visibility</p:attrName>
                                        </p:attrNameLst>
                                      </p:cBhvr>
                                      <p:to>
                                        <p:strVal val="visible"/>
                                      </p:to>
                                    </p:set>
                                    <p:animEffect filter="fade" transition="in">
                                      <p:cBhvr additive="repl">
                                        <p:cTn id="1237" dur="15"/>
                                        <p:tgtEl>
                                          <p:spTgt spid="543"/>
                                        </p:tgtEl>
                                      </p:cBhvr>
                                    </p:animEffect>
                                  </p:childTnLst>
                                </p:cTn>
                              </p:par>
                            </p:childTnLst>
                          </p:cTn>
                        </p:par>
                        <p:par>
                          <p:cTn id="1238" fill="hold">
                            <p:stCondLst>
                              <p:cond delay="2610"/>
                            </p:stCondLst>
                            <p:childTnLst>
                              <p:par>
                                <p:cTn id="1239" nodeType="afterEffect" fill="hold" presetClass="entr" presetID="10">
                                  <p:stCondLst>
                                    <p:cond delay="0"/>
                                  </p:stCondLst>
                                  <p:childTnLst>
                                    <p:set>
                                      <p:cBhvr>
                                        <p:cTn id="1240" dur="1" fill="hold">
                                          <p:stCondLst>
                                            <p:cond delay="0"/>
                                          </p:stCondLst>
                                        </p:cTn>
                                        <p:tgtEl>
                                          <p:spTgt spid="544"/>
                                        </p:tgtEl>
                                        <p:attrNameLst>
                                          <p:attrName>style.visibility</p:attrName>
                                        </p:attrNameLst>
                                      </p:cBhvr>
                                      <p:to>
                                        <p:strVal val="visible"/>
                                      </p:to>
                                    </p:set>
                                    <p:animEffect filter="fade" transition="in">
                                      <p:cBhvr additive="repl">
                                        <p:cTn id="1241" dur="15"/>
                                        <p:tgtEl>
                                          <p:spTgt spid="544"/>
                                        </p:tgtEl>
                                      </p:cBhvr>
                                    </p:animEffect>
                                  </p:childTnLst>
                                </p:cTn>
                              </p:par>
                            </p:childTnLst>
                          </p:cTn>
                        </p:par>
                        <p:par>
                          <p:cTn id="1242" fill="hold">
                            <p:stCondLst>
                              <p:cond delay="2625"/>
                            </p:stCondLst>
                            <p:childTnLst>
                              <p:par>
                                <p:cTn id="1243" nodeType="afterEffect" fill="hold" presetClass="entr" presetID="10">
                                  <p:stCondLst>
                                    <p:cond delay="0"/>
                                  </p:stCondLst>
                                  <p:childTnLst>
                                    <p:set>
                                      <p:cBhvr>
                                        <p:cTn id="1244" dur="1" fill="hold">
                                          <p:stCondLst>
                                            <p:cond delay="0"/>
                                          </p:stCondLst>
                                        </p:cTn>
                                        <p:tgtEl>
                                          <p:spTgt spid="545"/>
                                        </p:tgtEl>
                                        <p:attrNameLst>
                                          <p:attrName>style.visibility</p:attrName>
                                        </p:attrNameLst>
                                      </p:cBhvr>
                                      <p:to>
                                        <p:strVal val="visible"/>
                                      </p:to>
                                    </p:set>
                                    <p:animEffect filter="fade" transition="in">
                                      <p:cBhvr additive="repl">
                                        <p:cTn id="1245" dur="15"/>
                                        <p:tgtEl>
                                          <p:spTgt spid="545"/>
                                        </p:tgtEl>
                                      </p:cBhvr>
                                    </p:animEffect>
                                  </p:childTnLst>
                                </p:cTn>
                              </p:par>
                            </p:childTnLst>
                          </p:cTn>
                        </p:par>
                        <p:par>
                          <p:cTn id="1246" fill="hold">
                            <p:stCondLst>
                              <p:cond delay="2640"/>
                            </p:stCondLst>
                            <p:childTnLst>
                              <p:par>
                                <p:cTn id="1247" nodeType="afterEffect" fill="hold" presetClass="entr" presetID="10">
                                  <p:stCondLst>
                                    <p:cond delay="0"/>
                                  </p:stCondLst>
                                  <p:childTnLst>
                                    <p:set>
                                      <p:cBhvr>
                                        <p:cTn id="1248" dur="1" fill="hold">
                                          <p:stCondLst>
                                            <p:cond delay="0"/>
                                          </p:stCondLst>
                                        </p:cTn>
                                        <p:tgtEl>
                                          <p:spTgt spid="546"/>
                                        </p:tgtEl>
                                        <p:attrNameLst>
                                          <p:attrName>style.visibility</p:attrName>
                                        </p:attrNameLst>
                                      </p:cBhvr>
                                      <p:to>
                                        <p:strVal val="visible"/>
                                      </p:to>
                                    </p:set>
                                    <p:animEffect filter="fade" transition="in">
                                      <p:cBhvr additive="repl">
                                        <p:cTn id="1249" dur="15"/>
                                        <p:tgtEl>
                                          <p:spTgt spid="546"/>
                                        </p:tgtEl>
                                      </p:cBhvr>
                                    </p:animEffect>
                                  </p:childTnLst>
                                </p:cTn>
                              </p:par>
                            </p:childTnLst>
                          </p:cTn>
                        </p:par>
                        <p:par>
                          <p:cTn id="1250" fill="hold">
                            <p:stCondLst>
                              <p:cond delay="2655"/>
                            </p:stCondLst>
                            <p:childTnLst>
                              <p:par>
                                <p:cTn id="1251" nodeType="afterEffect" fill="hold" presetClass="entr" presetID="10">
                                  <p:stCondLst>
                                    <p:cond delay="0"/>
                                  </p:stCondLst>
                                  <p:childTnLst>
                                    <p:set>
                                      <p:cBhvr>
                                        <p:cTn id="1252" dur="1" fill="hold">
                                          <p:stCondLst>
                                            <p:cond delay="0"/>
                                          </p:stCondLst>
                                        </p:cTn>
                                        <p:tgtEl>
                                          <p:spTgt spid="547"/>
                                        </p:tgtEl>
                                        <p:attrNameLst>
                                          <p:attrName>style.visibility</p:attrName>
                                        </p:attrNameLst>
                                      </p:cBhvr>
                                      <p:to>
                                        <p:strVal val="visible"/>
                                      </p:to>
                                    </p:set>
                                    <p:animEffect filter="fade" transition="in">
                                      <p:cBhvr additive="repl">
                                        <p:cTn id="1253" dur="15"/>
                                        <p:tgtEl>
                                          <p:spTgt spid="547"/>
                                        </p:tgtEl>
                                      </p:cBhvr>
                                    </p:animEffect>
                                  </p:childTnLst>
                                </p:cTn>
                              </p:par>
                            </p:childTnLst>
                          </p:cTn>
                        </p:par>
                        <p:par>
                          <p:cTn id="1254" fill="hold">
                            <p:stCondLst>
                              <p:cond delay="2670"/>
                            </p:stCondLst>
                            <p:childTnLst>
                              <p:par>
                                <p:cTn id="1255" nodeType="afterEffect" fill="hold" presetClass="entr" presetID="10">
                                  <p:stCondLst>
                                    <p:cond delay="0"/>
                                  </p:stCondLst>
                                  <p:childTnLst>
                                    <p:set>
                                      <p:cBhvr>
                                        <p:cTn id="1256" dur="1" fill="hold">
                                          <p:stCondLst>
                                            <p:cond delay="0"/>
                                          </p:stCondLst>
                                        </p:cTn>
                                        <p:tgtEl>
                                          <p:spTgt spid="548"/>
                                        </p:tgtEl>
                                        <p:attrNameLst>
                                          <p:attrName>style.visibility</p:attrName>
                                        </p:attrNameLst>
                                      </p:cBhvr>
                                      <p:to>
                                        <p:strVal val="visible"/>
                                      </p:to>
                                    </p:set>
                                    <p:animEffect filter="fade" transition="in">
                                      <p:cBhvr additive="repl">
                                        <p:cTn id="1257" dur="15"/>
                                        <p:tgtEl>
                                          <p:spTgt spid="548"/>
                                        </p:tgtEl>
                                      </p:cBhvr>
                                    </p:animEffect>
                                  </p:childTnLst>
                                </p:cTn>
                              </p:par>
                            </p:childTnLst>
                          </p:cTn>
                        </p:par>
                        <p:par>
                          <p:cTn id="1258" fill="hold">
                            <p:stCondLst>
                              <p:cond delay="2685"/>
                            </p:stCondLst>
                            <p:childTnLst>
                              <p:par>
                                <p:cTn id="1259" nodeType="afterEffect" fill="hold" presetClass="entr" presetID="10">
                                  <p:stCondLst>
                                    <p:cond delay="0"/>
                                  </p:stCondLst>
                                  <p:childTnLst>
                                    <p:set>
                                      <p:cBhvr>
                                        <p:cTn id="1260" dur="1" fill="hold">
                                          <p:stCondLst>
                                            <p:cond delay="0"/>
                                          </p:stCondLst>
                                        </p:cTn>
                                        <p:tgtEl>
                                          <p:spTgt spid="549"/>
                                        </p:tgtEl>
                                        <p:attrNameLst>
                                          <p:attrName>style.visibility</p:attrName>
                                        </p:attrNameLst>
                                      </p:cBhvr>
                                      <p:to>
                                        <p:strVal val="visible"/>
                                      </p:to>
                                    </p:set>
                                    <p:animEffect filter="fade" transition="in">
                                      <p:cBhvr additive="repl">
                                        <p:cTn id="1261" dur="15"/>
                                        <p:tgtEl>
                                          <p:spTgt spid="549"/>
                                        </p:tgtEl>
                                      </p:cBhvr>
                                    </p:animEffect>
                                  </p:childTnLst>
                                </p:cTn>
                              </p:par>
                            </p:childTnLst>
                          </p:cTn>
                        </p:par>
                        <p:par>
                          <p:cTn id="1262" fill="hold">
                            <p:stCondLst>
                              <p:cond delay="2700"/>
                            </p:stCondLst>
                            <p:childTnLst>
                              <p:par>
                                <p:cTn id="1263" nodeType="afterEffect" fill="hold" presetClass="entr" presetID="10">
                                  <p:stCondLst>
                                    <p:cond delay="0"/>
                                  </p:stCondLst>
                                  <p:childTnLst>
                                    <p:set>
                                      <p:cBhvr>
                                        <p:cTn id="1264" dur="1" fill="hold">
                                          <p:stCondLst>
                                            <p:cond delay="0"/>
                                          </p:stCondLst>
                                        </p:cTn>
                                        <p:tgtEl>
                                          <p:spTgt spid="550"/>
                                        </p:tgtEl>
                                        <p:attrNameLst>
                                          <p:attrName>style.visibility</p:attrName>
                                        </p:attrNameLst>
                                      </p:cBhvr>
                                      <p:to>
                                        <p:strVal val="visible"/>
                                      </p:to>
                                    </p:set>
                                    <p:animEffect filter="fade" transition="in">
                                      <p:cBhvr additive="repl">
                                        <p:cTn id="1265" dur="15"/>
                                        <p:tgtEl>
                                          <p:spTgt spid="550"/>
                                        </p:tgtEl>
                                      </p:cBhvr>
                                    </p:animEffect>
                                  </p:childTnLst>
                                </p:cTn>
                              </p:par>
                            </p:childTnLst>
                          </p:cTn>
                        </p:par>
                        <p:par>
                          <p:cTn id="1266" fill="hold">
                            <p:stCondLst>
                              <p:cond delay="2715"/>
                            </p:stCondLst>
                            <p:childTnLst>
                              <p:par>
                                <p:cTn id="1267" nodeType="afterEffect" fill="hold" presetClass="entr" presetID="10">
                                  <p:stCondLst>
                                    <p:cond delay="0"/>
                                  </p:stCondLst>
                                  <p:childTnLst>
                                    <p:set>
                                      <p:cBhvr>
                                        <p:cTn id="1268" dur="1" fill="hold">
                                          <p:stCondLst>
                                            <p:cond delay="0"/>
                                          </p:stCondLst>
                                        </p:cTn>
                                        <p:tgtEl>
                                          <p:spTgt spid="551"/>
                                        </p:tgtEl>
                                        <p:attrNameLst>
                                          <p:attrName>style.visibility</p:attrName>
                                        </p:attrNameLst>
                                      </p:cBhvr>
                                      <p:to>
                                        <p:strVal val="visible"/>
                                      </p:to>
                                    </p:set>
                                    <p:animEffect filter="fade" transition="in">
                                      <p:cBhvr additive="repl">
                                        <p:cTn id="1269" dur="15"/>
                                        <p:tgtEl>
                                          <p:spTgt spid="551"/>
                                        </p:tgtEl>
                                      </p:cBhvr>
                                    </p:animEffect>
                                  </p:childTnLst>
                                </p:cTn>
                              </p:par>
                            </p:childTnLst>
                          </p:cTn>
                        </p:par>
                        <p:par>
                          <p:cTn id="1270" fill="hold">
                            <p:stCondLst>
                              <p:cond delay="2730"/>
                            </p:stCondLst>
                            <p:childTnLst>
                              <p:par>
                                <p:cTn id="1271" nodeType="afterEffect" fill="hold" presetClass="entr" presetID="10">
                                  <p:stCondLst>
                                    <p:cond delay="0"/>
                                  </p:stCondLst>
                                  <p:childTnLst>
                                    <p:set>
                                      <p:cBhvr>
                                        <p:cTn id="1272" dur="1" fill="hold">
                                          <p:stCondLst>
                                            <p:cond delay="0"/>
                                          </p:stCondLst>
                                        </p:cTn>
                                        <p:tgtEl>
                                          <p:spTgt spid="552"/>
                                        </p:tgtEl>
                                        <p:attrNameLst>
                                          <p:attrName>style.visibility</p:attrName>
                                        </p:attrNameLst>
                                      </p:cBhvr>
                                      <p:to>
                                        <p:strVal val="visible"/>
                                      </p:to>
                                    </p:set>
                                    <p:animEffect filter="fade" transition="in">
                                      <p:cBhvr additive="repl">
                                        <p:cTn id="1273" dur="15"/>
                                        <p:tgtEl>
                                          <p:spTgt spid="552"/>
                                        </p:tgtEl>
                                      </p:cBhvr>
                                    </p:animEffect>
                                  </p:childTnLst>
                                </p:cTn>
                              </p:par>
                            </p:childTnLst>
                          </p:cTn>
                        </p:par>
                        <p:par>
                          <p:cTn id="1274" fill="hold">
                            <p:stCondLst>
                              <p:cond delay="2745"/>
                            </p:stCondLst>
                            <p:childTnLst>
                              <p:par>
                                <p:cTn id="1275" nodeType="afterEffect" fill="hold" presetClass="entr" presetID="10">
                                  <p:stCondLst>
                                    <p:cond delay="0"/>
                                  </p:stCondLst>
                                  <p:childTnLst>
                                    <p:set>
                                      <p:cBhvr>
                                        <p:cTn id="1276" dur="1" fill="hold">
                                          <p:stCondLst>
                                            <p:cond delay="0"/>
                                          </p:stCondLst>
                                        </p:cTn>
                                        <p:tgtEl>
                                          <p:spTgt spid="553"/>
                                        </p:tgtEl>
                                        <p:attrNameLst>
                                          <p:attrName>style.visibility</p:attrName>
                                        </p:attrNameLst>
                                      </p:cBhvr>
                                      <p:to>
                                        <p:strVal val="visible"/>
                                      </p:to>
                                    </p:set>
                                    <p:animEffect filter="fade" transition="in">
                                      <p:cBhvr additive="repl">
                                        <p:cTn id="1277" dur="15"/>
                                        <p:tgtEl>
                                          <p:spTgt spid="553"/>
                                        </p:tgtEl>
                                      </p:cBhvr>
                                    </p:animEffect>
                                  </p:childTnLst>
                                </p:cTn>
                              </p:par>
                            </p:childTnLst>
                          </p:cTn>
                        </p:par>
                        <p:par>
                          <p:cTn id="1278" fill="hold">
                            <p:stCondLst>
                              <p:cond delay="2760"/>
                            </p:stCondLst>
                            <p:childTnLst>
                              <p:par>
                                <p:cTn id="1279" nodeType="afterEffect" fill="hold" presetClass="entr" presetID="10">
                                  <p:stCondLst>
                                    <p:cond delay="0"/>
                                  </p:stCondLst>
                                  <p:childTnLst>
                                    <p:set>
                                      <p:cBhvr>
                                        <p:cTn id="1280" dur="1" fill="hold">
                                          <p:stCondLst>
                                            <p:cond delay="0"/>
                                          </p:stCondLst>
                                        </p:cTn>
                                        <p:tgtEl>
                                          <p:spTgt spid="554"/>
                                        </p:tgtEl>
                                        <p:attrNameLst>
                                          <p:attrName>style.visibility</p:attrName>
                                        </p:attrNameLst>
                                      </p:cBhvr>
                                      <p:to>
                                        <p:strVal val="visible"/>
                                      </p:to>
                                    </p:set>
                                    <p:animEffect filter="fade" transition="in">
                                      <p:cBhvr additive="repl">
                                        <p:cTn id="1281" dur="15"/>
                                        <p:tgtEl>
                                          <p:spTgt spid="554"/>
                                        </p:tgtEl>
                                      </p:cBhvr>
                                    </p:animEffect>
                                  </p:childTnLst>
                                </p:cTn>
                              </p:par>
                            </p:childTnLst>
                          </p:cTn>
                        </p:par>
                        <p:par>
                          <p:cTn id="1282" fill="hold">
                            <p:stCondLst>
                              <p:cond delay="2775"/>
                            </p:stCondLst>
                            <p:childTnLst>
                              <p:par>
                                <p:cTn id="1283" nodeType="afterEffect" fill="hold" presetClass="entr" presetID="10">
                                  <p:stCondLst>
                                    <p:cond delay="0"/>
                                  </p:stCondLst>
                                  <p:childTnLst>
                                    <p:set>
                                      <p:cBhvr>
                                        <p:cTn id="1284" dur="1" fill="hold">
                                          <p:stCondLst>
                                            <p:cond delay="0"/>
                                          </p:stCondLst>
                                        </p:cTn>
                                        <p:tgtEl>
                                          <p:spTgt spid="555"/>
                                        </p:tgtEl>
                                        <p:attrNameLst>
                                          <p:attrName>style.visibility</p:attrName>
                                        </p:attrNameLst>
                                      </p:cBhvr>
                                      <p:to>
                                        <p:strVal val="visible"/>
                                      </p:to>
                                    </p:set>
                                    <p:animEffect filter="fade" transition="in">
                                      <p:cBhvr additive="repl">
                                        <p:cTn id="1285" dur="15"/>
                                        <p:tgtEl>
                                          <p:spTgt spid="555"/>
                                        </p:tgtEl>
                                      </p:cBhvr>
                                    </p:animEffect>
                                  </p:childTnLst>
                                </p:cTn>
                              </p:par>
                            </p:childTnLst>
                          </p:cTn>
                        </p:par>
                        <p:par>
                          <p:cTn id="1286" fill="hold">
                            <p:stCondLst>
                              <p:cond delay="2790"/>
                            </p:stCondLst>
                            <p:childTnLst>
                              <p:par>
                                <p:cTn id="1287" nodeType="afterEffect" fill="hold" presetClass="entr" presetID="10">
                                  <p:stCondLst>
                                    <p:cond delay="0"/>
                                  </p:stCondLst>
                                  <p:childTnLst>
                                    <p:set>
                                      <p:cBhvr>
                                        <p:cTn id="1288" dur="1" fill="hold">
                                          <p:stCondLst>
                                            <p:cond delay="0"/>
                                          </p:stCondLst>
                                        </p:cTn>
                                        <p:tgtEl>
                                          <p:spTgt spid="556"/>
                                        </p:tgtEl>
                                        <p:attrNameLst>
                                          <p:attrName>style.visibility</p:attrName>
                                        </p:attrNameLst>
                                      </p:cBhvr>
                                      <p:to>
                                        <p:strVal val="visible"/>
                                      </p:to>
                                    </p:set>
                                    <p:animEffect filter="fade" transition="in">
                                      <p:cBhvr additive="repl">
                                        <p:cTn id="1289" dur="15"/>
                                        <p:tgtEl>
                                          <p:spTgt spid="556"/>
                                        </p:tgtEl>
                                      </p:cBhvr>
                                    </p:animEffect>
                                  </p:childTnLst>
                                </p:cTn>
                              </p:par>
                            </p:childTnLst>
                          </p:cTn>
                        </p:par>
                        <p:par>
                          <p:cTn id="1290" fill="hold">
                            <p:stCondLst>
                              <p:cond delay="2805"/>
                            </p:stCondLst>
                            <p:childTnLst>
                              <p:par>
                                <p:cTn id="1291" nodeType="afterEffect" fill="hold" presetClass="entr" presetID="10">
                                  <p:stCondLst>
                                    <p:cond delay="0"/>
                                  </p:stCondLst>
                                  <p:childTnLst>
                                    <p:set>
                                      <p:cBhvr>
                                        <p:cTn id="1292" dur="1" fill="hold">
                                          <p:stCondLst>
                                            <p:cond delay="0"/>
                                          </p:stCondLst>
                                        </p:cTn>
                                        <p:tgtEl>
                                          <p:spTgt spid="557"/>
                                        </p:tgtEl>
                                        <p:attrNameLst>
                                          <p:attrName>style.visibility</p:attrName>
                                        </p:attrNameLst>
                                      </p:cBhvr>
                                      <p:to>
                                        <p:strVal val="visible"/>
                                      </p:to>
                                    </p:set>
                                    <p:animEffect filter="fade" transition="in">
                                      <p:cBhvr additive="repl">
                                        <p:cTn id="1293" dur="15"/>
                                        <p:tgtEl>
                                          <p:spTgt spid="557"/>
                                        </p:tgtEl>
                                      </p:cBhvr>
                                    </p:animEffect>
                                  </p:childTnLst>
                                </p:cTn>
                              </p:par>
                            </p:childTnLst>
                          </p:cTn>
                        </p:par>
                        <p:par>
                          <p:cTn id="1294" fill="hold">
                            <p:stCondLst>
                              <p:cond delay="2820"/>
                            </p:stCondLst>
                            <p:childTnLst>
                              <p:par>
                                <p:cTn id="1295" nodeType="afterEffect" fill="hold" presetClass="entr" presetID="10">
                                  <p:stCondLst>
                                    <p:cond delay="0"/>
                                  </p:stCondLst>
                                  <p:childTnLst>
                                    <p:set>
                                      <p:cBhvr>
                                        <p:cTn id="1296" dur="1" fill="hold">
                                          <p:stCondLst>
                                            <p:cond delay="0"/>
                                          </p:stCondLst>
                                        </p:cTn>
                                        <p:tgtEl>
                                          <p:spTgt spid="558"/>
                                        </p:tgtEl>
                                        <p:attrNameLst>
                                          <p:attrName>style.visibility</p:attrName>
                                        </p:attrNameLst>
                                      </p:cBhvr>
                                      <p:to>
                                        <p:strVal val="visible"/>
                                      </p:to>
                                    </p:set>
                                    <p:animEffect filter="fade" transition="in">
                                      <p:cBhvr additive="repl">
                                        <p:cTn id="1297" dur="15"/>
                                        <p:tgtEl>
                                          <p:spTgt spid="558"/>
                                        </p:tgtEl>
                                      </p:cBhvr>
                                    </p:animEffect>
                                  </p:childTnLst>
                                </p:cTn>
                              </p:par>
                            </p:childTnLst>
                          </p:cTn>
                        </p:par>
                        <p:par>
                          <p:cTn id="1298" fill="hold">
                            <p:stCondLst>
                              <p:cond delay="2835"/>
                            </p:stCondLst>
                            <p:childTnLst>
                              <p:par>
                                <p:cTn id="1299" nodeType="afterEffect" fill="hold" presetClass="entr" presetID="10">
                                  <p:stCondLst>
                                    <p:cond delay="0"/>
                                  </p:stCondLst>
                                  <p:childTnLst>
                                    <p:set>
                                      <p:cBhvr>
                                        <p:cTn id="1300" dur="1" fill="hold">
                                          <p:stCondLst>
                                            <p:cond delay="0"/>
                                          </p:stCondLst>
                                        </p:cTn>
                                        <p:tgtEl>
                                          <p:spTgt spid="559"/>
                                        </p:tgtEl>
                                        <p:attrNameLst>
                                          <p:attrName>style.visibility</p:attrName>
                                        </p:attrNameLst>
                                      </p:cBhvr>
                                      <p:to>
                                        <p:strVal val="visible"/>
                                      </p:to>
                                    </p:set>
                                    <p:animEffect filter="fade" transition="in">
                                      <p:cBhvr additive="repl">
                                        <p:cTn id="1301" dur="15"/>
                                        <p:tgtEl>
                                          <p:spTgt spid="559"/>
                                        </p:tgtEl>
                                      </p:cBhvr>
                                    </p:animEffect>
                                  </p:childTnLst>
                                </p:cTn>
                              </p:par>
                            </p:childTnLst>
                          </p:cTn>
                        </p:par>
                        <p:par>
                          <p:cTn id="1302" fill="hold">
                            <p:stCondLst>
                              <p:cond delay="2850"/>
                            </p:stCondLst>
                            <p:childTnLst>
                              <p:par>
                                <p:cTn id="1303" nodeType="afterEffect" fill="hold" presetClass="entr" presetID="10">
                                  <p:stCondLst>
                                    <p:cond delay="0"/>
                                  </p:stCondLst>
                                  <p:childTnLst>
                                    <p:set>
                                      <p:cBhvr>
                                        <p:cTn id="1304" dur="1" fill="hold">
                                          <p:stCondLst>
                                            <p:cond delay="0"/>
                                          </p:stCondLst>
                                        </p:cTn>
                                        <p:tgtEl>
                                          <p:spTgt spid="560"/>
                                        </p:tgtEl>
                                        <p:attrNameLst>
                                          <p:attrName>style.visibility</p:attrName>
                                        </p:attrNameLst>
                                      </p:cBhvr>
                                      <p:to>
                                        <p:strVal val="visible"/>
                                      </p:to>
                                    </p:set>
                                    <p:animEffect filter="fade" transition="in">
                                      <p:cBhvr additive="repl">
                                        <p:cTn id="1305" dur="15"/>
                                        <p:tgtEl>
                                          <p:spTgt spid="560"/>
                                        </p:tgtEl>
                                      </p:cBhvr>
                                    </p:animEffect>
                                  </p:childTnLst>
                                </p:cTn>
                              </p:par>
                            </p:childTnLst>
                          </p:cTn>
                        </p:par>
                        <p:par>
                          <p:cTn id="1306" fill="hold">
                            <p:stCondLst>
                              <p:cond delay="2865"/>
                            </p:stCondLst>
                            <p:childTnLst>
                              <p:par>
                                <p:cTn id="1307" nodeType="afterEffect" fill="hold" presetClass="entr" presetID="10">
                                  <p:stCondLst>
                                    <p:cond delay="0"/>
                                  </p:stCondLst>
                                  <p:childTnLst>
                                    <p:set>
                                      <p:cBhvr>
                                        <p:cTn id="1308" dur="1" fill="hold">
                                          <p:stCondLst>
                                            <p:cond delay="0"/>
                                          </p:stCondLst>
                                        </p:cTn>
                                        <p:tgtEl>
                                          <p:spTgt spid="561"/>
                                        </p:tgtEl>
                                        <p:attrNameLst>
                                          <p:attrName>style.visibility</p:attrName>
                                        </p:attrNameLst>
                                      </p:cBhvr>
                                      <p:to>
                                        <p:strVal val="visible"/>
                                      </p:to>
                                    </p:set>
                                    <p:animEffect filter="fade" transition="in">
                                      <p:cBhvr additive="repl">
                                        <p:cTn id="1309" dur="15"/>
                                        <p:tgtEl>
                                          <p:spTgt spid="561"/>
                                        </p:tgtEl>
                                      </p:cBhvr>
                                    </p:animEffect>
                                  </p:childTnLst>
                                </p:cTn>
                              </p:par>
                            </p:childTnLst>
                          </p:cTn>
                        </p:par>
                        <p:par>
                          <p:cTn id="1310" fill="hold">
                            <p:stCondLst>
                              <p:cond delay="2880"/>
                            </p:stCondLst>
                            <p:childTnLst>
                              <p:par>
                                <p:cTn id="1311" nodeType="afterEffect" fill="hold" presetClass="entr" presetID="10">
                                  <p:stCondLst>
                                    <p:cond delay="0"/>
                                  </p:stCondLst>
                                  <p:childTnLst>
                                    <p:set>
                                      <p:cBhvr>
                                        <p:cTn id="1312" dur="1" fill="hold">
                                          <p:stCondLst>
                                            <p:cond delay="0"/>
                                          </p:stCondLst>
                                        </p:cTn>
                                        <p:tgtEl>
                                          <p:spTgt spid="562"/>
                                        </p:tgtEl>
                                        <p:attrNameLst>
                                          <p:attrName>style.visibility</p:attrName>
                                        </p:attrNameLst>
                                      </p:cBhvr>
                                      <p:to>
                                        <p:strVal val="visible"/>
                                      </p:to>
                                    </p:set>
                                    <p:animEffect filter="fade" transition="in">
                                      <p:cBhvr additive="repl">
                                        <p:cTn id="1313" dur="15"/>
                                        <p:tgtEl>
                                          <p:spTgt spid="562"/>
                                        </p:tgtEl>
                                      </p:cBhvr>
                                    </p:animEffect>
                                  </p:childTnLst>
                                </p:cTn>
                              </p:par>
                            </p:childTnLst>
                          </p:cTn>
                        </p:par>
                        <p:par>
                          <p:cTn id="1314" fill="hold">
                            <p:stCondLst>
                              <p:cond delay="2895"/>
                            </p:stCondLst>
                            <p:childTnLst>
                              <p:par>
                                <p:cTn id="1315" nodeType="afterEffect" fill="hold" presetClass="entr" presetID="10">
                                  <p:stCondLst>
                                    <p:cond delay="0"/>
                                  </p:stCondLst>
                                  <p:childTnLst>
                                    <p:set>
                                      <p:cBhvr>
                                        <p:cTn id="1316" dur="1" fill="hold">
                                          <p:stCondLst>
                                            <p:cond delay="0"/>
                                          </p:stCondLst>
                                        </p:cTn>
                                        <p:tgtEl>
                                          <p:spTgt spid="563"/>
                                        </p:tgtEl>
                                        <p:attrNameLst>
                                          <p:attrName>style.visibility</p:attrName>
                                        </p:attrNameLst>
                                      </p:cBhvr>
                                      <p:to>
                                        <p:strVal val="visible"/>
                                      </p:to>
                                    </p:set>
                                    <p:animEffect filter="fade" transition="in">
                                      <p:cBhvr additive="repl">
                                        <p:cTn id="1317" dur="15"/>
                                        <p:tgtEl>
                                          <p:spTgt spid="563"/>
                                        </p:tgtEl>
                                      </p:cBhvr>
                                    </p:animEffect>
                                  </p:childTnLst>
                                </p:cTn>
                              </p:par>
                            </p:childTnLst>
                          </p:cTn>
                        </p:par>
                        <p:par>
                          <p:cTn id="1318" fill="hold">
                            <p:stCondLst>
                              <p:cond delay="2910"/>
                            </p:stCondLst>
                            <p:childTnLst>
                              <p:par>
                                <p:cTn id="1319" nodeType="afterEffect" fill="hold" presetClass="entr" presetID="10">
                                  <p:stCondLst>
                                    <p:cond delay="0"/>
                                  </p:stCondLst>
                                  <p:childTnLst>
                                    <p:set>
                                      <p:cBhvr>
                                        <p:cTn id="1320" dur="1" fill="hold">
                                          <p:stCondLst>
                                            <p:cond delay="0"/>
                                          </p:stCondLst>
                                        </p:cTn>
                                        <p:tgtEl>
                                          <p:spTgt spid="564"/>
                                        </p:tgtEl>
                                        <p:attrNameLst>
                                          <p:attrName>style.visibility</p:attrName>
                                        </p:attrNameLst>
                                      </p:cBhvr>
                                      <p:to>
                                        <p:strVal val="visible"/>
                                      </p:to>
                                    </p:set>
                                    <p:animEffect filter="fade" transition="in">
                                      <p:cBhvr additive="repl">
                                        <p:cTn id="1321" dur="15"/>
                                        <p:tgtEl>
                                          <p:spTgt spid="564"/>
                                        </p:tgtEl>
                                      </p:cBhvr>
                                    </p:animEffect>
                                  </p:childTnLst>
                                </p:cTn>
                              </p:par>
                            </p:childTnLst>
                          </p:cTn>
                        </p:par>
                        <p:par>
                          <p:cTn id="1322" fill="hold">
                            <p:stCondLst>
                              <p:cond delay="2925"/>
                            </p:stCondLst>
                            <p:childTnLst>
                              <p:par>
                                <p:cTn id="1323" nodeType="afterEffect" fill="hold" presetClass="entr" presetID="10">
                                  <p:stCondLst>
                                    <p:cond delay="0"/>
                                  </p:stCondLst>
                                  <p:childTnLst>
                                    <p:set>
                                      <p:cBhvr>
                                        <p:cTn id="1324" dur="1" fill="hold">
                                          <p:stCondLst>
                                            <p:cond delay="0"/>
                                          </p:stCondLst>
                                        </p:cTn>
                                        <p:tgtEl>
                                          <p:spTgt spid="565"/>
                                        </p:tgtEl>
                                        <p:attrNameLst>
                                          <p:attrName>style.visibility</p:attrName>
                                        </p:attrNameLst>
                                      </p:cBhvr>
                                      <p:to>
                                        <p:strVal val="visible"/>
                                      </p:to>
                                    </p:set>
                                    <p:animEffect filter="fade" transition="in">
                                      <p:cBhvr additive="repl">
                                        <p:cTn id="1325" dur="15"/>
                                        <p:tgtEl>
                                          <p:spTgt spid="565"/>
                                        </p:tgtEl>
                                      </p:cBhvr>
                                    </p:animEffect>
                                  </p:childTnLst>
                                </p:cTn>
                              </p:par>
                            </p:childTnLst>
                          </p:cTn>
                        </p:par>
                        <p:par>
                          <p:cTn id="1326" fill="hold">
                            <p:stCondLst>
                              <p:cond delay="2940"/>
                            </p:stCondLst>
                            <p:childTnLst>
                              <p:par>
                                <p:cTn id="1327" nodeType="afterEffect" fill="hold" presetClass="entr" presetID="10">
                                  <p:stCondLst>
                                    <p:cond delay="0"/>
                                  </p:stCondLst>
                                  <p:childTnLst>
                                    <p:set>
                                      <p:cBhvr>
                                        <p:cTn id="1328" dur="1" fill="hold">
                                          <p:stCondLst>
                                            <p:cond delay="0"/>
                                          </p:stCondLst>
                                        </p:cTn>
                                        <p:tgtEl>
                                          <p:spTgt spid="566"/>
                                        </p:tgtEl>
                                        <p:attrNameLst>
                                          <p:attrName>style.visibility</p:attrName>
                                        </p:attrNameLst>
                                      </p:cBhvr>
                                      <p:to>
                                        <p:strVal val="visible"/>
                                      </p:to>
                                    </p:set>
                                    <p:animEffect filter="fade" transition="in">
                                      <p:cBhvr additive="repl">
                                        <p:cTn id="1329" dur="15"/>
                                        <p:tgtEl>
                                          <p:spTgt spid="566"/>
                                        </p:tgtEl>
                                      </p:cBhvr>
                                    </p:animEffect>
                                  </p:childTnLst>
                                </p:cTn>
                              </p:par>
                            </p:childTnLst>
                          </p:cTn>
                        </p:par>
                        <p:par>
                          <p:cTn id="1330" fill="hold">
                            <p:stCondLst>
                              <p:cond delay="2955"/>
                            </p:stCondLst>
                            <p:childTnLst>
                              <p:par>
                                <p:cTn id="1331" nodeType="afterEffect" fill="hold" presetClass="entr" presetID="10">
                                  <p:stCondLst>
                                    <p:cond delay="0"/>
                                  </p:stCondLst>
                                  <p:childTnLst>
                                    <p:set>
                                      <p:cBhvr>
                                        <p:cTn id="1332" dur="1" fill="hold">
                                          <p:stCondLst>
                                            <p:cond delay="0"/>
                                          </p:stCondLst>
                                        </p:cTn>
                                        <p:tgtEl>
                                          <p:spTgt spid="567"/>
                                        </p:tgtEl>
                                        <p:attrNameLst>
                                          <p:attrName>style.visibility</p:attrName>
                                        </p:attrNameLst>
                                      </p:cBhvr>
                                      <p:to>
                                        <p:strVal val="visible"/>
                                      </p:to>
                                    </p:set>
                                    <p:animEffect filter="fade" transition="in">
                                      <p:cBhvr additive="repl">
                                        <p:cTn id="1333" dur="15"/>
                                        <p:tgtEl>
                                          <p:spTgt spid="567"/>
                                        </p:tgtEl>
                                      </p:cBhvr>
                                    </p:animEffect>
                                  </p:childTnLst>
                                </p:cTn>
                              </p:par>
                            </p:childTnLst>
                          </p:cTn>
                        </p:par>
                        <p:par>
                          <p:cTn id="1334" fill="hold">
                            <p:stCondLst>
                              <p:cond delay="2970"/>
                            </p:stCondLst>
                            <p:childTnLst>
                              <p:par>
                                <p:cTn id="1335" nodeType="afterEffect" fill="hold" presetClass="entr" presetID="10">
                                  <p:stCondLst>
                                    <p:cond delay="0"/>
                                  </p:stCondLst>
                                  <p:childTnLst>
                                    <p:set>
                                      <p:cBhvr>
                                        <p:cTn id="1336" dur="1" fill="hold">
                                          <p:stCondLst>
                                            <p:cond delay="0"/>
                                          </p:stCondLst>
                                        </p:cTn>
                                        <p:tgtEl>
                                          <p:spTgt spid="568"/>
                                        </p:tgtEl>
                                        <p:attrNameLst>
                                          <p:attrName>style.visibility</p:attrName>
                                        </p:attrNameLst>
                                      </p:cBhvr>
                                      <p:to>
                                        <p:strVal val="visible"/>
                                      </p:to>
                                    </p:set>
                                    <p:animEffect filter="fade" transition="in">
                                      <p:cBhvr additive="repl">
                                        <p:cTn id="1337" dur="15"/>
                                        <p:tgtEl>
                                          <p:spTgt spid="568"/>
                                        </p:tgtEl>
                                      </p:cBhvr>
                                    </p:animEffect>
                                  </p:childTnLst>
                                </p:cTn>
                              </p:par>
                            </p:childTnLst>
                          </p:cTn>
                        </p:par>
                        <p:par>
                          <p:cTn id="1338" fill="hold">
                            <p:stCondLst>
                              <p:cond delay="2985"/>
                            </p:stCondLst>
                            <p:childTnLst>
                              <p:par>
                                <p:cTn id="1339" nodeType="afterEffect" fill="hold" presetClass="entr" presetID="10">
                                  <p:stCondLst>
                                    <p:cond delay="0"/>
                                  </p:stCondLst>
                                  <p:childTnLst>
                                    <p:set>
                                      <p:cBhvr>
                                        <p:cTn id="1340" dur="1" fill="hold">
                                          <p:stCondLst>
                                            <p:cond delay="0"/>
                                          </p:stCondLst>
                                        </p:cTn>
                                        <p:tgtEl>
                                          <p:spTgt spid="569"/>
                                        </p:tgtEl>
                                        <p:attrNameLst>
                                          <p:attrName>style.visibility</p:attrName>
                                        </p:attrNameLst>
                                      </p:cBhvr>
                                      <p:to>
                                        <p:strVal val="visible"/>
                                      </p:to>
                                    </p:set>
                                    <p:animEffect filter="fade" transition="in">
                                      <p:cBhvr additive="repl">
                                        <p:cTn id="1341" dur="15"/>
                                        <p:tgtEl>
                                          <p:spTgt spid="569"/>
                                        </p:tgtEl>
                                      </p:cBhvr>
                                    </p:animEffect>
                                  </p:childTnLst>
                                </p:cTn>
                              </p:par>
                            </p:childTnLst>
                          </p:cTn>
                        </p:par>
                        <p:par>
                          <p:cTn id="1342" fill="hold">
                            <p:stCondLst>
                              <p:cond delay="3000"/>
                            </p:stCondLst>
                            <p:childTnLst>
                              <p:par>
                                <p:cTn id="1343" nodeType="afterEffect" fill="hold" presetClass="entr" presetID="10">
                                  <p:stCondLst>
                                    <p:cond delay="0"/>
                                  </p:stCondLst>
                                  <p:childTnLst>
                                    <p:set>
                                      <p:cBhvr>
                                        <p:cTn id="1344" dur="1" fill="hold">
                                          <p:stCondLst>
                                            <p:cond delay="0"/>
                                          </p:stCondLst>
                                        </p:cTn>
                                        <p:tgtEl>
                                          <p:spTgt spid="570"/>
                                        </p:tgtEl>
                                        <p:attrNameLst>
                                          <p:attrName>style.visibility</p:attrName>
                                        </p:attrNameLst>
                                      </p:cBhvr>
                                      <p:to>
                                        <p:strVal val="visible"/>
                                      </p:to>
                                    </p:set>
                                    <p:animEffect filter="fade" transition="in">
                                      <p:cBhvr additive="repl">
                                        <p:cTn id="1345" dur="15"/>
                                        <p:tgtEl>
                                          <p:spTgt spid="570"/>
                                        </p:tgtEl>
                                      </p:cBhvr>
                                    </p:animEffect>
                                  </p:childTnLst>
                                </p:cTn>
                              </p:par>
                            </p:childTnLst>
                          </p:cTn>
                        </p:par>
                        <p:par>
                          <p:cTn id="1346" fill="hold">
                            <p:stCondLst>
                              <p:cond delay="3015"/>
                            </p:stCondLst>
                            <p:childTnLst>
                              <p:par>
                                <p:cTn id="1347" nodeType="afterEffect" fill="hold" presetClass="entr" presetID="10">
                                  <p:stCondLst>
                                    <p:cond delay="0"/>
                                  </p:stCondLst>
                                  <p:childTnLst>
                                    <p:set>
                                      <p:cBhvr>
                                        <p:cTn id="1348" dur="1" fill="hold">
                                          <p:stCondLst>
                                            <p:cond delay="0"/>
                                          </p:stCondLst>
                                        </p:cTn>
                                        <p:tgtEl>
                                          <p:spTgt spid="571"/>
                                        </p:tgtEl>
                                        <p:attrNameLst>
                                          <p:attrName>style.visibility</p:attrName>
                                        </p:attrNameLst>
                                      </p:cBhvr>
                                      <p:to>
                                        <p:strVal val="visible"/>
                                      </p:to>
                                    </p:set>
                                    <p:animEffect filter="fade" transition="in">
                                      <p:cBhvr additive="repl">
                                        <p:cTn id="1349" dur="15"/>
                                        <p:tgtEl>
                                          <p:spTgt spid="571"/>
                                        </p:tgtEl>
                                      </p:cBhvr>
                                    </p:animEffect>
                                  </p:childTnLst>
                                </p:cTn>
                              </p:par>
                            </p:childTnLst>
                          </p:cTn>
                        </p:par>
                        <p:par>
                          <p:cTn id="1350" fill="hold">
                            <p:stCondLst>
                              <p:cond delay="3030"/>
                            </p:stCondLst>
                            <p:childTnLst>
                              <p:par>
                                <p:cTn id="1351" nodeType="afterEffect" fill="hold" presetClass="entr" presetID="10">
                                  <p:stCondLst>
                                    <p:cond delay="0"/>
                                  </p:stCondLst>
                                  <p:childTnLst>
                                    <p:set>
                                      <p:cBhvr>
                                        <p:cTn id="1352" dur="1" fill="hold">
                                          <p:stCondLst>
                                            <p:cond delay="0"/>
                                          </p:stCondLst>
                                        </p:cTn>
                                        <p:tgtEl>
                                          <p:spTgt spid="572"/>
                                        </p:tgtEl>
                                        <p:attrNameLst>
                                          <p:attrName>style.visibility</p:attrName>
                                        </p:attrNameLst>
                                      </p:cBhvr>
                                      <p:to>
                                        <p:strVal val="visible"/>
                                      </p:to>
                                    </p:set>
                                    <p:animEffect filter="fade" transition="in">
                                      <p:cBhvr additive="repl">
                                        <p:cTn id="1353" dur="15"/>
                                        <p:tgtEl>
                                          <p:spTgt spid="572"/>
                                        </p:tgtEl>
                                      </p:cBhvr>
                                    </p:animEffect>
                                  </p:childTnLst>
                                </p:cTn>
                              </p:par>
                            </p:childTnLst>
                          </p:cTn>
                        </p:par>
                        <p:par>
                          <p:cTn id="1354" fill="hold">
                            <p:stCondLst>
                              <p:cond delay="3045"/>
                            </p:stCondLst>
                            <p:childTnLst>
                              <p:par>
                                <p:cTn id="1355" nodeType="afterEffect" fill="hold" presetClass="entr" presetID="10">
                                  <p:stCondLst>
                                    <p:cond delay="0"/>
                                  </p:stCondLst>
                                  <p:childTnLst>
                                    <p:set>
                                      <p:cBhvr>
                                        <p:cTn id="1356" dur="1" fill="hold">
                                          <p:stCondLst>
                                            <p:cond delay="0"/>
                                          </p:stCondLst>
                                        </p:cTn>
                                        <p:tgtEl>
                                          <p:spTgt spid="573"/>
                                        </p:tgtEl>
                                        <p:attrNameLst>
                                          <p:attrName>style.visibility</p:attrName>
                                        </p:attrNameLst>
                                      </p:cBhvr>
                                      <p:to>
                                        <p:strVal val="visible"/>
                                      </p:to>
                                    </p:set>
                                    <p:animEffect filter="fade" transition="in">
                                      <p:cBhvr additive="repl">
                                        <p:cTn id="1357" dur="15"/>
                                        <p:tgtEl>
                                          <p:spTgt spid="573"/>
                                        </p:tgtEl>
                                      </p:cBhvr>
                                    </p:animEffect>
                                  </p:childTnLst>
                                </p:cTn>
                              </p:par>
                            </p:childTnLst>
                          </p:cTn>
                        </p:par>
                        <p:par>
                          <p:cTn id="1358" fill="hold">
                            <p:stCondLst>
                              <p:cond delay="3060"/>
                            </p:stCondLst>
                            <p:childTnLst>
                              <p:par>
                                <p:cTn id="1359" nodeType="afterEffect" fill="hold" presetClass="entr" presetID="10">
                                  <p:stCondLst>
                                    <p:cond delay="0"/>
                                  </p:stCondLst>
                                  <p:childTnLst>
                                    <p:set>
                                      <p:cBhvr>
                                        <p:cTn id="1360" dur="1" fill="hold">
                                          <p:stCondLst>
                                            <p:cond delay="0"/>
                                          </p:stCondLst>
                                        </p:cTn>
                                        <p:tgtEl>
                                          <p:spTgt spid="574"/>
                                        </p:tgtEl>
                                        <p:attrNameLst>
                                          <p:attrName>style.visibility</p:attrName>
                                        </p:attrNameLst>
                                      </p:cBhvr>
                                      <p:to>
                                        <p:strVal val="visible"/>
                                      </p:to>
                                    </p:set>
                                    <p:animEffect filter="fade" transition="in">
                                      <p:cBhvr additive="repl">
                                        <p:cTn id="1361" dur="15"/>
                                        <p:tgtEl>
                                          <p:spTgt spid="574"/>
                                        </p:tgtEl>
                                      </p:cBhvr>
                                    </p:animEffect>
                                  </p:childTnLst>
                                </p:cTn>
                              </p:par>
                            </p:childTnLst>
                          </p:cTn>
                        </p:par>
                        <p:par>
                          <p:cTn id="1362" fill="hold">
                            <p:stCondLst>
                              <p:cond delay="3075"/>
                            </p:stCondLst>
                            <p:childTnLst>
                              <p:par>
                                <p:cTn id="1363" nodeType="afterEffect" fill="hold" presetClass="entr" presetID="10">
                                  <p:stCondLst>
                                    <p:cond delay="0"/>
                                  </p:stCondLst>
                                  <p:childTnLst>
                                    <p:set>
                                      <p:cBhvr>
                                        <p:cTn id="1364" dur="1" fill="hold">
                                          <p:stCondLst>
                                            <p:cond delay="0"/>
                                          </p:stCondLst>
                                        </p:cTn>
                                        <p:tgtEl>
                                          <p:spTgt spid="575"/>
                                        </p:tgtEl>
                                        <p:attrNameLst>
                                          <p:attrName>style.visibility</p:attrName>
                                        </p:attrNameLst>
                                      </p:cBhvr>
                                      <p:to>
                                        <p:strVal val="visible"/>
                                      </p:to>
                                    </p:set>
                                    <p:animEffect filter="fade" transition="in">
                                      <p:cBhvr additive="repl">
                                        <p:cTn id="1365" dur="15"/>
                                        <p:tgtEl>
                                          <p:spTgt spid="575"/>
                                        </p:tgtEl>
                                      </p:cBhvr>
                                    </p:animEffect>
                                  </p:childTnLst>
                                </p:cTn>
                              </p:par>
                            </p:childTnLst>
                          </p:cTn>
                        </p:par>
                        <p:par>
                          <p:cTn id="1366" fill="hold">
                            <p:stCondLst>
                              <p:cond delay="3090"/>
                            </p:stCondLst>
                            <p:childTnLst>
                              <p:par>
                                <p:cTn id="1367" nodeType="afterEffect" fill="hold" presetClass="entr" presetID="10">
                                  <p:stCondLst>
                                    <p:cond delay="0"/>
                                  </p:stCondLst>
                                  <p:childTnLst>
                                    <p:set>
                                      <p:cBhvr>
                                        <p:cTn id="1368" dur="1" fill="hold">
                                          <p:stCondLst>
                                            <p:cond delay="0"/>
                                          </p:stCondLst>
                                        </p:cTn>
                                        <p:tgtEl>
                                          <p:spTgt spid="576"/>
                                        </p:tgtEl>
                                        <p:attrNameLst>
                                          <p:attrName>style.visibility</p:attrName>
                                        </p:attrNameLst>
                                      </p:cBhvr>
                                      <p:to>
                                        <p:strVal val="visible"/>
                                      </p:to>
                                    </p:set>
                                    <p:animEffect filter="fade" transition="in">
                                      <p:cBhvr additive="repl">
                                        <p:cTn id="1369" dur="15"/>
                                        <p:tgtEl>
                                          <p:spTgt spid="576"/>
                                        </p:tgtEl>
                                      </p:cBhvr>
                                    </p:animEffect>
                                  </p:childTnLst>
                                </p:cTn>
                              </p:par>
                            </p:childTnLst>
                          </p:cTn>
                        </p:par>
                        <p:par>
                          <p:cTn id="1370" fill="hold">
                            <p:stCondLst>
                              <p:cond delay="3105"/>
                            </p:stCondLst>
                            <p:childTnLst>
                              <p:par>
                                <p:cTn id="1371" nodeType="afterEffect" fill="hold" presetClass="entr" presetID="10">
                                  <p:stCondLst>
                                    <p:cond delay="0"/>
                                  </p:stCondLst>
                                  <p:childTnLst>
                                    <p:set>
                                      <p:cBhvr>
                                        <p:cTn id="1372" dur="1" fill="hold">
                                          <p:stCondLst>
                                            <p:cond delay="0"/>
                                          </p:stCondLst>
                                        </p:cTn>
                                        <p:tgtEl>
                                          <p:spTgt spid="577"/>
                                        </p:tgtEl>
                                        <p:attrNameLst>
                                          <p:attrName>style.visibility</p:attrName>
                                        </p:attrNameLst>
                                      </p:cBhvr>
                                      <p:to>
                                        <p:strVal val="visible"/>
                                      </p:to>
                                    </p:set>
                                    <p:animEffect filter="fade" transition="in">
                                      <p:cBhvr additive="repl">
                                        <p:cTn id="1373" dur="15"/>
                                        <p:tgtEl>
                                          <p:spTgt spid="577"/>
                                        </p:tgtEl>
                                      </p:cBhvr>
                                    </p:animEffect>
                                  </p:childTnLst>
                                </p:cTn>
                              </p:par>
                            </p:childTnLst>
                          </p:cTn>
                        </p:par>
                        <p:par>
                          <p:cTn id="1374" fill="hold">
                            <p:stCondLst>
                              <p:cond delay="3120"/>
                            </p:stCondLst>
                            <p:childTnLst>
                              <p:par>
                                <p:cTn id="1375" nodeType="afterEffect" fill="hold" presetClass="entr" presetID="10">
                                  <p:stCondLst>
                                    <p:cond delay="0"/>
                                  </p:stCondLst>
                                  <p:childTnLst>
                                    <p:set>
                                      <p:cBhvr>
                                        <p:cTn id="1376" dur="1" fill="hold">
                                          <p:stCondLst>
                                            <p:cond delay="0"/>
                                          </p:stCondLst>
                                        </p:cTn>
                                        <p:tgtEl>
                                          <p:spTgt spid="578"/>
                                        </p:tgtEl>
                                        <p:attrNameLst>
                                          <p:attrName>style.visibility</p:attrName>
                                        </p:attrNameLst>
                                      </p:cBhvr>
                                      <p:to>
                                        <p:strVal val="visible"/>
                                      </p:to>
                                    </p:set>
                                    <p:animEffect filter="fade" transition="in">
                                      <p:cBhvr additive="repl">
                                        <p:cTn id="1377" dur="15"/>
                                        <p:tgtEl>
                                          <p:spTgt spid="578"/>
                                        </p:tgtEl>
                                      </p:cBhvr>
                                    </p:animEffect>
                                  </p:childTnLst>
                                </p:cTn>
                              </p:par>
                            </p:childTnLst>
                          </p:cTn>
                        </p:par>
                        <p:par>
                          <p:cTn id="1378" fill="hold">
                            <p:stCondLst>
                              <p:cond delay="3135"/>
                            </p:stCondLst>
                            <p:childTnLst>
                              <p:par>
                                <p:cTn id="1379" nodeType="afterEffect" fill="hold" presetClass="entr" presetID="10">
                                  <p:stCondLst>
                                    <p:cond delay="0"/>
                                  </p:stCondLst>
                                  <p:childTnLst>
                                    <p:set>
                                      <p:cBhvr>
                                        <p:cTn id="1380" dur="1" fill="hold">
                                          <p:stCondLst>
                                            <p:cond delay="0"/>
                                          </p:stCondLst>
                                        </p:cTn>
                                        <p:tgtEl>
                                          <p:spTgt spid="579"/>
                                        </p:tgtEl>
                                        <p:attrNameLst>
                                          <p:attrName>style.visibility</p:attrName>
                                        </p:attrNameLst>
                                      </p:cBhvr>
                                      <p:to>
                                        <p:strVal val="visible"/>
                                      </p:to>
                                    </p:set>
                                    <p:animEffect filter="fade" transition="in">
                                      <p:cBhvr additive="repl">
                                        <p:cTn id="1381" dur="15"/>
                                        <p:tgtEl>
                                          <p:spTgt spid="579"/>
                                        </p:tgtEl>
                                      </p:cBhvr>
                                    </p:animEffect>
                                  </p:childTnLst>
                                </p:cTn>
                              </p:par>
                            </p:childTnLst>
                          </p:cTn>
                        </p:par>
                        <p:par>
                          <p:cTn id="1382" fill="hold">
                            <p:stCondLst>
                              <p:cond delay="3150"/>
                            </p:stCondLst>
                            <p:childTnLst>
                              <p:par>
                                <p:cTn id="1383" nodeType="afterEffect" fill="hold" presetClass="entr" presetID="10">
                                  <p:stCondLst>
                                    <p:cond delay="0"/>
                                  </p:stCondLst>
                                  <p:childTnLst>
                                    <p:set>
                                      <p:cBhvr>
                                        <p:cTn id="1384" dur="1" fill="hold">
                                          <p:stCondLst>
                                            <p:cond delay="0"/>
                                          </p:stCondLst>
                                        </p:cTn>
                                        <p:tgtEl>
                                          <p:spTgt spid="580"/>
                                        </p:tgtEl>
                                        <p:attrNameLst>
                                          <p:attrName>style.visibility</p:attrName>
                                        </p:attrNameLst>
                                      </p:cBhvr>
                                      <p:to>
                                        <p:strVal val="visible"/>
                                      </p:to>
                                    </p:set>
                                    <p:animEffect filter="fade" transition="in">
                                      <p:cBhvr additive="repl">
                                        <p:cTn id="1385" dur="15"/>
                                        <p:tgtEl>
                                          <p:spTgt spid="580"/>
                                        </p:tgtEl>
                                      </p:cBhvr>
                                    </p:animEffect>
                                  </p:childTnLst>
                                </p:cTn>
                              </p:par>
                            </p:childTnLst>
                          </p:cTn>
                        </p:par>
                        <p:par>
                          <p:cTn id="1386" fill="hold">
                            <p:stCondLst>
                              <p:cond delay="3165"/>
                            </p:stCondLst>
                            <p:childTnLst>
                              <p:par>
                                <p:cTn id="1387" nodeType="afterEffect" fill="hold" presetClass="entr" presetID="10">
                                  <p:stCondLst>
                                    <p:cond delay="0"/>
                                  </p:stCondLst>
                                  <p:childTnLst>
                                    <p:set>
                                      <p:cBhvr>
                                        <p:cTn id="1388" dur="1" fill="hold">
                                          <p:stCondLst>
                                            <p:cond delay="0"/>
                                          </p:stCondLst>
                                        </p:cTn>
                                        <p:tgtEl>
                                          <p:spTgt spid="581"/>
                                        </p:tgtEl>
                                        <p:attrNameLst>
                                          <p:attrName>style.visibility</p:attrName>
                                        </p:attrNameLst>
                                      </p:cBhvr>
                                      <p:to>
                                        <p:strVal val="visible"/>
                                      </p:to>
                                    </p:set>
                                    <p:animEffect filter="fade" transition="in">
                                      <p:cBhvr additive="repl">
                                        <p:cTn id="1389" dur="15"/>
                                        <p:tgtEl>
                                          <p:spTgt spid="581"/>
                                        </p:tgtEl>
                                      </p:cBhvr>
                                    </p:animEffect>
                                  </p:childTnLst>
                                </p:cTn>
                              </p:par>
                            </p:childTnLst>
                          </p:cTn>
                        </p:par>
                        <p:par>
                          <p:cTn id="1390" fill="hold">
                            <p:stCondLst>
                              <p:cond delay="3180"/>
                            </p:stCondLst>
                            <p:childTnLst>
                              <p:par>
                                <p:cTn id="1391" nodeType="afterEffect" fill="hold" presetClass="entr" presetID="10">
                                  <p:stCondLst>
                                    <p:cond delay="0"/>
                                  </p:stCondLst>
                                  <p:childTnLst>
                                    <p:set>
                                      <p:cBhvr>
                                        <p:cTn id="1392" dur="1" fill="hold">
                                          <p:stCondLst>
                                            <p:cond delay="0"/>
                                          </p:stCondLst>
                                        </p:cTn>
                                        <p:tgtEl>
                                          <p:spTgt spid="582"/>
                                        </p:tgtEl>
                                        <p:attrNameLst>
                                          <p:attrName>style.visibility</p:attrName>
                                        </p:attrNameLst>
                                      </p:cBhvr>
                                      <p:to>
                                        <p:strVal val="visible"/>
                                      </p:to>
                                    </p:set>
                                    <p:animEffect filter="fade" transition="in">
                                      <p:cBhvr additive="repl">
                                        <p:cTn id="1393" dur="15"/>
                                        <p:tgtEl>
                                          <p:spTgt spid="582"/>
                                        </p:tgtEl>
                                      </p:cBhvr>
                                    </p:animEffect>
                                  </p:childTnLst>
                                </p:cTn>
                              </p:par>
                            </p:childTnLst>
                          </p:cTn>
                        </p:par>
                        <p:par>
                          <p:cTn id="1394" fill="hold">
                            <p:stCondLst>
                              <p:cond delay="3195"/>
                            </p:stCondLst>
                            <p:childTnLst>
                              <p:par>
                                <p:cTn id="1395" nodeType="afterEffect" fill="hold" presetClass="entr" presetID="10">
                                  <p:stCondLst>
                                    <p:cond delay="0"/>
                                  </p:stCondLst>
                                  <p:childTnLst>
                                    <p:set>
                                      <p:cBhvr>
                                        <p:cTn id="1396" dur="1" fill="hold">
                                          <p:stCondLst>
                                            <p:cond delay="0"/>
                                          </p:stCondLst>
                                        </p:cTn>
                                        <p:tgtEl>
                                          <p:spTgt spid="583"/>
                                        </p:tgtEl>
                                        <p:attrNameLst>
                                          <p:attrName>style.visibility</p:attrName>
                                        </p:attrNameLst>
                                      </p:cBhvr>
                                      <p:to>
                                        <p:strVal val="visible"/>
                                      </p:to>
                                    </p:set>
                                    <p:animEffect filter="fade" transition="in">
                                      <p:cBhvr additive="repl">
                                        <p:cTn id="1397" dur="15"/>
                                        <p:tgtEl>
                                          <p:spTgt spid="583"/>
                                        </p:tgtEl>
                                      </p:cBhvr>
                                    </p:animEffect>
                                  </p:childTnLst>
                                </p:cTn>
                              </p:par>
                            </p:childTnLst>
                          </p:cTn>
                        </p:par>
                        <p:par>
                          <p:cTn id="1398" fill="hold">
                            <p:stCondLst>
                              <p:cond delay="3210"/>
                            </p:stCondLst>
                            <p:childTnLst>
                              <p:par>
                                <p:cTn id="1399" nodeType="afterEffect" fill="hold" presetClass="entr" presetID="10">
                                  <p:stCondLst>
                                    <p:cond delay="0"/>
                                  </p:stCondLst>
                                  <p:childTnLst>
                                    <p:set>
                                      <p:cBhvr>
                                        <p:cTn id="1400" dur="1" fill="hold">
                                          <p:stCondLst>
                                            <p:cond delay="0"/>
                                          </p:stCondLst>
                                        </p:cTn>
                                        <p:tgtEl>
                                          <p:spTgt spid="584"/>
                                        </p:tgtEl>
                                        <p:attrNameLst>
                                          <p:attrName>style.visibility</p:attrName>
                                        </p:attrNameLst>
                                      </p:cBhvr>
                                      <p:to>
                                        <p:strVal val="visible"/>
                                      </p:to>
                                    </p:set>
                                    <p:animEffect filter="fade" transition="in">
                                      <p:cBhvr additive="repl">
                                        <p:cTn id="1401" dur="15"/>
                                        <p:tgtEl>
                                          <p:spTgt spid="584"/>
                                        </p:tgtEl>
                                      </p:cBhvr>
                                    </p:animEffect>
                                  </p:childTnLst>
                                </p:cTn>
                              </p:par>
                            </p:childTnLst>
                          </p:cTn>
                        </p:par>
                        <p:par>
                          <p:cTn id="1402" fill="hold">
                            <p:stCondLst>
                              <p:cond delay="3225"/>
                            </p:stCondLst>
                            <p:childTnLst>
                              <p:par>
                                <p:cTn id="1403" nodeType="afterEffect" fill="hold" presetClass="entr" presetID="10">
                                  <p:stCondLst>
                                    <p:cond delay="0"/>
                                  </p:stCondLst>
                                  <p:childTnLst>
                                    <p:set>
                                      <p:cBhvr>
                                        <p:cTn id="1404" dur="1" fill="hold">
                                          <p:stCondLst>
                                            <p:cond delay="0"/>
                                          </p:stCondLst>
                                        </p:cTn>
                                        <p:tgtEl>
                                          <p:spTgt spid="585"/>
                                        </p:tgtEl>
                                        <p:attrNameLst>
                                          <p:attrName>style.visibility</p:attrName>
                                        </p:attrNameLst>
                                      </p:cBhvr>
                                      <p:to>
                                        <p:strVal val="visible"/>
                                      </p:to>
                                    </p:set>
                                    <p:animEffect filter="fade" transition="in">
                                      <p:cBhvr additive="repl">
                                        <p:cTn id="1405" dur="15"/>
                                        <p:tgtEl>
                                          <p:spTgt spid="585"/>
                                        </p:tgtEl>
                                      </p:cBhvr>
                                    </p:animEffect>
                                  </p:childTnLst>
                                </p:cTn>
                              </p:par>
                            </p:childTnLst>
                          </p:cTn>
                        </p:par>
                        <p:par>
                          <p:cTn id="1406" fill="hold">
                            <p:stCondLst>
                              <p:cond delay="3240"/>
                            </p:stCondLst>
                            <p:childTnLst>
                              <p:par>
                                <p:cTn id="1407" nodeType="afterEffect" fill="hold" presetClass="entr" presetID="10">
                                  <p:stCondLst>
                                    <p:cond delay="0"/>
                                  </p:stCondLst>
                                  <p:childTnLst>
                                    <p:set>
                                      <p:cBhvr>
                                        <p:cTn id="1408" dur="1" fill="hold">
                                          <p:stCondLst>
                                            <p:cond delay="0"/>
                                          </p:stCondLst>
                                        </p:cTn>
                                        <p:tgtEl>
                                          <p:spTgt spid="586"/>
                                        </p:tgtEl>
                                        <p:attrNameLst>
                                          <p:attrName>style.visibility</p:attrName>
                                        </p:attrNameLst>
                                      </p:cBhvr>
                                      <p:to>
                                        <p:strVal val="visible"/>
                                      </p:to>
                                    </p:set>
                                    <p:animEffect filter="fade" transition="in">
                                      <p:cBhvr additive="repl">
                                        <p:cTn id="1409" dur="15"/>
                                        <p:tgtEl>
                                          <p:spTgt spid="586"/>
                                        </p:tgtEl>
                                      </p:cBhvr>
                                    </p:animEffect>
                                  </p:childTnLst>
                                </p:cTn>
                              </p:par>
                            </p:childTnLst>
                          </p:cTn>
                        </p:par>
                        <p:par>
                          <p:cTn id="1410" fill="hold">
                            <p:stCondLst>
                              <p:cond delay="3255"/>
                            </p:stCondLst>
                            <p:childTnLst>
                              <p:par>
                                <p:cTn id="1411" nodeType="afterEffect" fill="hold" presetClass="entr" presetID="10">
                                  <p:stCondLst>
                                    <p:cond delay="0"/>
                                  </p:stCondLst>
                                  <p:childTnLst>
                                    <p:set>
                                      <p:cBhvr>
                                        <p:cTn id="1412" dur="1" fill="hold">
                                          <p:stCondLst>
                                            <p:cond delay="0"/>
                                          </p:stCondLst>
                                        </p:cTn>
                                        <p:tgtEl>
                                          <p:spTgt spid="587"/>
                                        </p:tgtEl>
                                        <p:attrNameLst>
                                          <p:attrName>style.visibility</p:attrName>
                                        </p:attrNameLst>
                                      </p:cBhvr>
                                      <p:to>
                                        <p:strVal val="visible"/>
                                      </p:to>
                                    </p:set>
                                    <p:animEffect filter="fade" transition="in">
                                      <p:cBhvr additive="repl">
                                        <p:cTn id="1413" dur="15"/>
                                        <p:tgtEl>
                                          <p:spTgt spid="587"/>
                                        </p:tgtEl>
                                      </p:cBhvr>
                                    </p:animEffect>
                                  </p:childTnLst>
                                </p:cTn>
                              </p:par>
                            </p:childTnLst>
                          </p:cTn>
                        </p:par>
                        <p:par>
                          <p:cTn id="1414" fill="hold">
                            <p:stCondLst>
                              <p:cond delay="3270"/>
                            </p:stCondLst>
                            <p:childTnLst>
                              <p:par>
                                <p:cTn id="1415" nodeType="afterEffect" fill="hold" presetClass="entr" presetID="10">
                                  <p:stCondLst>
                                    <p:cond delay="0"/>
                                  </p:stCondLst>
                                  <p:childTnLst>
                                    <p:set>
                                      <p:cBhvr>
                                        <p:cTn id="1416" dur="1" fill="hold">
                                          <p:stCondLst>
                                            <p:cond delay="0"/>
                                          </p:stCondLst>
                                        </p:cTn>
                                        <p:tgtEl>
                                          <p:spTgt spid="588"/>
                                        </p:tgtEl>
                                        <p:attrNameLst>
                                          <p:attrName>style.visibility</p:attrName>
                                        </p:attrNameLst>
                                      </p:cBhvr>
                                      <p:to>
                                        <p:strVal val="visible"/>
                                      </p:to>
                                    </p:set>
                                    <p:animEffect filter="fade" transition="in">
                                      <p:cBhvr additive="repl">
                                        <p:cTn id="1417" dur="15"/>
                                        <p:tgtEl>
                                          <p:spTgt spid="588"/>
                                        </p:tgtEl>
                                      </p:cBhvr>
                                    </p:animEffect>
                                  </p:childTnLst>
                                </p:cTn>
                              </p:par>
                            </p:childTnLst>
                          </p:cTn>
                        </p:par>
                        <p:par>
                          <p:cTn id="1418" fill="hold">
                            <p:stCondLst>
                              <p:cond delay="3285"/>
                            </p:stCondLst>
                            <p:childTnLst>
                              <p:par>
                                <p:cTn id="1419" nodeType="afterEffect" fill="hold" presetClass="entr" presetID="10">
                                  <p:stCondLst>
                                    <p:cond delay="0"/>
                                  </p:stCondLst>
                                  <p:childTnLst>
                                    <p:set>
                                      <p:cBhvr>
                                        <p:cTn id="1420" dur="1" fill="hold">
                                          <p:stCondLst>
                                            <p:cond delay="0"/>
                                          </p:stCondLst>
                                        </p:cTn>
                                        <p:tgtEl>
                                          <p:spTgt spid="589"/>
                                        </p:tgtEl>
                                        <p:attrNameLst>
                                          <p:attrName>style.visibility</p:attrName>
                                        </p:attrNameLst>
                                      </p:cBhvr>
                                      <p:to>
                                        <p:strVal val="visible"/>
                                      </p:to>
                                    </p:set>
                                    <p:animEffect filter="fade" transition="in">
                                      <p:cBhvr additive="repl">
                                        <p:cTn id="1421" dur="15"/>
                                        <p:tgtEl>
                                          <p:spTgt spid="589"/>
                                        </p:tgtEl>
                                      </p:cBhvr>
                                    </p:animEffect>
                                  </p:childTnLst>
                                </p:cTn>
                              </p:par>
                            </p:childTnLst>
                          </p:cTn>
                        </p:par>
                        <p:par>
                          <p:cTn id="1422" fill="hold">
                            <p:stCondLst>
                              <p:cond delay="3300"/>
                            </p:stCondLst>
                            <p:childTnLst>
                              <p:par>
                                <p:cTn id="1423" nodeType="afterEffect" fill="hold" presetClass="entr" presetID="10">
                                  <p:stCondLst>
                                    <p:cond delay="0"/>
                                  </p:stCondLst>
                                  <p:childTnLst>
                                    <p:set>
                                      <p:cBhvr>
                                        <p:cTn id="1424" dur="1" fill="hold">
                                          <p:stCondLst>
                                            <p:cond delay="0"/>
                                          </p:stCondLst>
                                        </p:cTn>
                                        <p:tgtEl>
                                          <p:spTgt spid="590"/>
                                        </p:tgtEl>
                                        <p:attrNameLst>
                                          <p:attrName>style.visibility</p:attrName>
                                        </p:attrNameLst>
                                      </p:cBhvr>
                                      <p:to>
                                        <p:strVal val="visible"/>
                                      </p:to>
                                    </p:set>
                                    <p:animEffect filter="fade" transition="in">
                                      <p:cBhvr additive="repl">
                                        <p:cTn id="1425" dur="15"/>
                                        <p:tgtEl>
                                          <p:spTgt spid="590"/>
                                        </p:tgtEl>
                                      </p:cBhvr>
                                    </p:animEffect>
                                  </p:childTnLst>
                                </p:cTn>
                              </p:par>
                            </p:childTnLst>
                          </p:cTn>
                        </p:par>
                        <p:par>
                          <p:cTn id="1426" fill="hold">
                            <p:stCondLst>
                              <p:cond delay="3315"/>
                            </p:stCondLst>
                            <p:childTnLst>
                              <p:par>
                                <p:cTn id="1427" nodeType="afterEffect" fill="hold" presetClass="entr" presetID="10">
                                  <p:stCondLst>
                                    <p:cond delay="0"/>
                                  </p:stCondLst>
                                  <p:childTnLst>
                                    <p:set>
                                      <p:cBhvr>
                                        <p:cTn id="1428" dur="1" fill="hold">
                                          <p:stCondLst>
                                            <p:cond delay="0"/>
                                          </p:stCondLst>
                                        </p:cTn>
                                        <p:tgtEl>
                                          <p:spTgt spid="591"/>
                                        </p:tgtEl>
                                        <p:attrNameLst>
                                          <p:attrName>style.visibility</p:attrName>
                                        </p:attrNameLst>
                                      </p:cBhvr>
                                      <p:to>
                                        <p:strVal val="visible"/>
                                      </p:to>
                                    </p:set>
                                    <p:animEffect filter="fade" transition="in">
                                      <p:cBhvr additive="repl">
                                        <p:cTn id="1429" dur="15"/>
                                        <p:tgtEl>
                                          <p:spTgt spid="591"/>
                                        </p:tgtEl>
                                      </p:cBhvr>
                                    </p:animEffect>
                                  </p:childTnLst>
                                </p:cTn>
                              </p:par>
                            </p:childTnLst>
                          </p:cTn>
                        </p:par>
                        <p:par>
                          <p:cTn id="1430" fill="hold">
                            <p:stCondLst>
                              <p:cond delay="3330"/>
                            </p:stCondLst>
                            <p:childTnLst>
                              <p:par>
                                <p:cTn id="1431" nodeType="afterEffect" fill="hold" presetClass="entr" presetID="10">
                                  <p:stCondLst>
                                    <p:cond delay="0"/>
                                  </p:stCondLst>
                                  <p:childTnLst>
                                    <p:set>
                                      <p:cBhvr>
                                        <p:cTn id="1432" dur="1" fill="hold">
                                          <p:stCondLst>
                                            <p:cond delay="0"/>
                                          </p:stCondLst>
                                        </p:cTn>
                                        <p:tgtEl>
                                          <p:spTgt spid="592"/>
                                        </p:tgtEl>
                                        <p:attrNameLst>
                                          <p:attrName>style.visibility</p:attrName>
                                        </p:attrNameLst>
                                      </p:cBhvr>
                                      <p:to>
                                        <p:strVal val="visible"/>
                                      </p:to>
                                    </p:set>
                                    <p:animEffect filter="fade" transition="in">
                                      <p:cBhvr additive="repl">
                                        <p:cTn id="1433" dur="15"/>
                                        <p:tgtEl>
                                          <p:spTgt spid="592"/>
                                        </p:tgtEl>
                                      </p:cBhvr>
                                    </p:animEffect>
                                  </p:childTnLst>
                                </p:cTn>
                              </p:par>
                            </p:childTnLst>
                          </p:cTn>
                        </p:par>
                        <p:par>
                          <p:cTn id="1434" fill="hold">
                            <p:stCondLst>
                              <p:cond delay="3345"/>
                            </p:stCondLst>
                            <p:childTnLst>
                              <p:par>
                                <p:cTn id="1435" nodeType="afterEffect" fill="hold" presetClass="entr" presetID="10">
                                  <p:stCondLst>
                                    <p:cond delay="0"/>
                                  </p:stCondLst>
                                  <p:childTnLst>
                                    <p:set>
                                      <p:cBhvr>
                                        <p:cTn id="1436" dur="1" fill="hold">
                                          <p:stCondLst>
                                            <p:cond delay="0"/>
                                          </p:stCondLst>
                                        </p:cTn>
                                        <p:tgtEl>
                                          <p:spTgt spid="593"/>
                                        </p:tgtEl>
                                        <p:attrNameLst>
                                          <p:attrName>style.visibility</p:attrName>
                                        </p:attrNameLst>
                                      </p:cBhvr>
                                      <p:to>
                                        <p:strVal val="visible"/>
                                      </p:to>
                                    </p:set>
                                    <p:animEffect filter="fade" transition="in">
                                      <p:cBhvr additive="repl">
                                        <p:cTn id="1437" dur="15"/>
                                        <p:tgtEl>
                                          <p:spTgt spid="593"/>
                                        </p:tgtEl>
                                      </p:cBhvr>
                                    </p:animEffect>
                                  </p:childTnLst>
                                </p:cTn>
                              </p:par>
                            </p:childTnLst>
                          </p:cTn>
                        </p:par>
                        <p:par>
                          <p:cTn id="1438" fill="hold">
                            <p:stCondLst>
                              <p:cond delay="3360"/>
                            </p:stCondLst>
                            <p:childTnLst>
                              <p:par>
                                <p:cTn id="1439" nodeType="afterEffect" fill="hold" presetClass="entr" presetID="10">
                                  <p:stCondLst>
                                    <p:cond delay="0"/>
                                  </p:stCondLst>
                                  <p:childTnLst>
                                    <p:set>
                                      <p:cBhvr>
                                        <p:cTn id="1440" dur="1" fill="hold">
                                          <p:stCondLst>
                                            <p:cond delay="0"/>
                                          </p:stCondLst>
                                        </p:cTn>
                                        <p:tgtEl>
                                          <p:spTgt spid="594"/>
                                        </p:tgtEl>
                                        <p:attrNameLst>
                                          <p:attrName>style.visibility</p:attrName>
                                        </p:attrNameLst>
                                      </p:cBhvr>
                                      <p:to>
                                        <p:strVal val="visible"/>
                                      </p:to>
                                    </p:set>
                                    <p:animEffect filter="fade" transition="in">
                                      <p:cBhvr additive="repl">
                                        <p:cTn id="1441" dur="15"/>
                                        <p:tgtEl>
                                          <p:spTgt spid="594"/>
                                        </p:tgtEl>
                                      </p:cBhvr>
                                    </p:animEffect>
                                  </p:childTnLst>
                                </p:cTn>
                              </p:par>
                            </p:childTnLst>
                          </p:cTn>
                        </p:par>
                        <p:par>
                          <p:cTn id="1442" fill="hold">
                            <p:stCondLst>
                              <p:cond delay="3375"/>
                            </p:stCondLst>
                            <p:childTnLst>
                              <p:par>
                                <p:cTn id="1443" nodeType="afterEffect" fill="hold" presetClass="entr" presetID="10">
                                  <p:stCondLst>
                                    <p:cond delay="0"/>
                                  </p:stCondLst>
                                  <p:childTnLst>
                                    <p:set>
                                      <p:cBhvr>
                                        <p:cTn id="1444" dur="1" fill="hold">
                                          <p:stCondLst>
                                            <p:cond delay="0"/>
                                          </p:stCondLst>
                                        </p:cTn>
                                        <p:tgtEl>
                                          <p:spTgt spid="595"/>
                                        </p:tgtEl>
                                        <p:attrNameLst>
                                          <p:attrName>style.visibility</p:attrName>
                                        </p:attrNameLst>
                                      </p:cBhvr>
                                      <p:to>
                                        <p:strVal val="visible"/>
                                      </p:to>
                                    </p:set>
                                    <p:animEffect filter="fade" transition="in">
                                      <p:cBhvr additive="repl">
                                        <p:cTn id="1445" dur="15"/>
                                        <p:tgtEl>
                                          <p:spTgt spid="595"/>
                                        </p:tgtEl>
                                      </p:cBhvr>
                                    </p:animEffect>
                                  </p:childTnLst>
                                </p:cTn>
                              </p:par>
                            </p:childTnLst>
                          </p:cTn>
                        </p:par>
                        <p:par>
                          <p:cTn id="1446" fill="hold">
                            <p:stCondLst>
                              <p:cond delay="3390"/>
                            </p:stCondLst>
                            <p:childTnLst>
                              <p:par>
                                <p:cTn id="1447" nodeType="afterEffect" fill="hold" presetClass="entr" presetID="10">
                                  <p:stCondLst>
                                    <p:cond delay="0"/>
                                  </p:stCondLst>
                                  <p:childTnLst>
                                    <p:set>
                                      <p:cBhvr>
                                        <p:cTn id="1448" dur="1" fill="hold">
                                          <p:stCondLst>
                                            <p:cond delay="0"/>
                                          </p:stCondLst>
                                        </p:cTn>
                                        <p:tgtEl>
                                          <p:spTgt spid="596"/>
                                        </p:tgtEl>
                                        <p:attrNameLst>
                                          <p:attrName>style.visibility</p:attrName>
                                        </p:attrNameLst>
                                      </p:cBhvr>
                                      <p:to>
                                        <p:strVal val="visible"/>
                                      </p:to>
                                    </p:set>
                                    <p:animEffect filter="fade" transition="in">
                                      <p:cBhvr additive="repl">
                                        <p:cTn id="1449" dur="15"/>
                                        <p:tgtEl>
                                          <p:spTgt spid="596"/>
                                        </p:tgtEl>
                                      </p:cBhvr>
                                    </p:animEffect>
                                  </p:childTnLst>
                                </p:cTn>
                              </p:par>
                            </p:childTnLst>
                          </p:cTn>
                        </p:par>
                        <p:par>
                          <p:cTn id="1450" fill="hold">
                            <p:stCondLst>
                              <p:cond delay="3405"/>
                            </p:stCondLst>
                            <p:childTnLst>
                              <p:par>
                                <p:cTn id="1451" nodeType="afterEffect" fill="hold" presetClass="entr" presetID="10">
                                  <p:stCondLst>
                                    <p:cond delay="0"/>
                                  </p:stCondLst>
                                  <p:childTnLst>
                                    <p:set>
                                      <p:cBhvr>
                                        <p:cTn id="1452" dur="1" fill="hold">
                                          <p:stCondLst>
                                            <p:cond delay="0"/>
                                          </p:stCondLst>
                                        </p:cTn>
                                        <p:tgtEl>
                                          <p:spTgt spid="597"/>
                                        </p:tgtEl>
                                        <p:attrNameLst>
                                          <p:attrName>style.visibility</p:attrName>
                                        </p:attrNameLst>
                                      </p:cBhvr>
                                      <p:to>
                                        <p:strVal val="visible"/>
                                      </p:to>
                                    </p:set>
                                    <p:animEffect filter="fade" transition="in">
                                      <p:cBhvr additive="repl">
                                        <p:cTn id="1453" dur="15"/>
                                        <p:tgtEl>
                                          <p:spTgt spid="597"/>
                                        </p:tgtEl>
                                      </p:cBhvr>
                                    </p:animEffect>
                                  </p:childTnLst>
                                </p:cTn>
                              </p:par>
                            </p:childTnLst>
                          </p:cTn>
                        </p:par>
                        <p:par>
                          <p:cTn id="1454" fill="hold">
                            <p:stCondLst>
                              <p:cond delay="3420"/>
                            </p:stCondLst>
                            <p:childTnLst>
                              <p:par>
                                <p:cTn id="1455" nodeType="afterEffect" fill="hold" presetClass="entr" presetID="10">
                                  <p:stCondLst>
                                    <p:cond delay="0"/>
                                  </p:stCondLst>
                                  <p:childTnLst>
                                    <p:set>
                                      <p:cBhvr>
                                        <p:cTn id="1456" dur="1" fill="hold">
                                          <p:stCondLst>
                                            <p:cond delay="0"/>
                                          </p:stCondLst>
                                        </p:cTn>
                                        <p:tgtEl>
                                          <p:spTgt spid="598"/>
                                        </p:tgtEl>
                                        <p:attrNameLst>
                                          <p:attrName>style.visibility</p:attrName>
                                        </p:attrNameLst>
                                      </p:cBhvr>
                                      <p:to>
                                        <p:strVal val="visible"/>
                                      </p:to>
                                    </p:set>
                                    <p:animEffect filter="fade" transition="in">
                                      <p:cBhvr additive="repl">
                                        <p:cTn id="1457" dur="15"/>
                                        <p:tgtEl>
                                          <p:spTgt spid="598"/>
                                        </p:tgtEl>
                                      </p:cBhvr>
                                    </p:animEffect>
                                  </p:childTnLst>
                                </p:cTn>
                              </p:par>
                            </p:childTnLst>
                          </p:cTn>
                        </p:par>
                        <p:par>
                          <p:cTn id="1458" fill="hold">
                            <p:stCondLst>
                              <p:cond delay="3435"/>
                            </p:stCondLst>
                            <p:childTnLst>
                              <p:par>
                                <p:cTn id="1459" nodeType="afterEffect" fill="hold" presetClass="entr" presetID="10">
                                  <p:stCondLst>
                                    <p:cond delay="0"/>
                                  </p:stCondLst>
                                  <p:childTnLst>
                                    <p:set>
                                      <p:cBhvr>
                                        <p:cTn id="1460" dur="1" fill="hold">
                                          <p:stCondLst>
                                            <p:cond delay="0"/>
                                          </p:stCondLst>
                                        </p:cTn>
                                        <p:tgtEl>
                                          <p:spTgt spid="599"/>
                                        </p:tgtEl>
                                        <p:attrNameLst>
                                          <p:attrName>style.visibility</p:attrName>
                                        </p:attrNameLst>
                                      </p:cBhvr>
                                      <p:to>
                                        <p:strVal val="visible"/>
                                      </p:to>
                                    </p:set>
                                    <p:animEffect filter="fade" transition="in">
                                      <p:cBhvr additive="repl">
                                        <p:cTn id="1461" dur="15"/>
                                        <p:tgtEl>
                                          <p:spTgt spid="599"/>
                                        </p:tgtEl>
                                      </p:cBhvr>
                                    </p:animEffect>
                                  </p:childTnLst>
                                </p:cTn>
                              </p:par>
                            </p:childTnLst>
                          </p:cTn>
                        </p:par>
                        <p:par>
                          <p:cTn id="1462" fill="hold">
                            <p:stCondLst>
                              <p:cond delay="3450"/>
                            </p:stCondLst>
                            <p:childTnLst>
                              <p:par>
                                <p:cTn id="1463" nodeType="afterEffect" fill="hold" presetClass="entr" presetID="10">
                                  <p:stCondLst>
                                    <p:cond delay="0"/>
                                  </p:stCondLst>
                                  <p:childTnLst>
                                    <p:set>
                                      <p:cBhvr>
                                        <p:cTn id="1464" dur="1" fill="hold">
                                          <p:stCondLst>
                                            <p:cond delay="0"/>
                                          </p:stCondLst>
                                        </p:cTn>
                                        <p:tgtEl>
                                          <p:spTgt spid="600"/>
                                        </p:tgtEl>
                                        <p:attrNameLst>
                                          <p:attrName>style.visibility</p:attrName>
                                        </p:attrNameLst>
                                      </p:cBhvr>
                                      <p:to>
                                        <p:strVal val="visible"/>
                                      </p:to>
                                    </p:set>
                                    <p:animEffect filter="fade" transition="in">
                                      <p:cBhvr additive="repl">
                                        <p:cTn id="1465" dur="15"/>
                                        <p:tgtEl>
                                          <p:spTgt spid="600"/>
                                        </p:tgtEl>
                                      </p:cBhvr>
                                    </p:animEffect>
                                  </p:childTnLst>
                                </p:cTn>
                              </p:par>
                            </p:childTnLst>
                          </p:cTn>
                        </p:par>
                        <p:par>
                          <p:cTn id="1466" fill="hold">
                            <p:stCondLst>
                              <p:cond delay="3465"/>
                            </p:stCondLst>
                            <p:childTnLst>
                              <p:par>
                                <p:cTn id="1467" nodeType="afterEffect" fill="hold" presetClass="entr" presetID="10">
                                  <p:stCondLst>
                                    <p:cond delay="0"/>
                                  </p:stCondLst>
                                  <p:childTnLst>
                                    <p:set>
                                      <p:cBhvr>
                                        <p:cTn id="1468" dur="1" fill="hold">
                                          <p:stCondLst>
                                            <p:cond delay="0"/>
                                          </p:stCondLst>
                                        </p:cTn>
                                        <p:tgtEl>
                                          <p:spTgt spid="601"/>
                                        </p:tgtEl>
                                        <p:attrNameLst>
                                          <p:attrName>style.visibility</p:attrName>
                                        </p:attrNameLst>
                                      </p:cBhvr>
                                      <p:to>
                                        <p:strVal val="visible"/>
                                      </p:to>
                                    </p:set>
                                    <p:animEffect filter="fade" transition="in">
                                      <p:cBhvr additive="repl">
                                        <p:cTn id="1469" dur="15"/>
                                        <p:tgtEl>
                                          <p:spTgt spid="601"/>
                                        </p:tgtEl>
                                      </p:cBhvr>
                                    </p:animEffect>
                                  </p:childTnLst>
                                </p:cTn>
                              </p:par>
                            </p:childTnLst>
                          </p:cTn>
                        </p:par>
                        <p:par>
                          <p:cTn id="1470" fill="hold">
                            <p:stCondLst>
                              <p:cond delay="3480"/>
                            </p:stCondLst>
                            <p:childTnLst>
                              <p:par>
                                <p:cTn id="1471" nodeType="afterEffect" fill="hold" presetClass="entr" presetID="10">
                                  <p:stCondLst>
                                    <p:cond delay="0"/>
                                  </p:stCondLst>
                                  <p:childTnLst>
                                    <p:set>
                                      <p:cBhvr>
                                        <p:cTn id="1472" dur="1" fill="hold">
                                          <p:stCondLst>
                                            <p:cond delay="0"/>
                                          </p:stCondLst>
                                        </p:cTn>
                                        <p:tgtEl>
                                          <p:spTgt spid="602"/>
                                        </p:tgtEl>
                                        <p:attrNameLst>
                                          <p:attrName>style.visibility</p:attrName>
                                        </p:attrNameLst>
                                      </p:cBhvr>
                                      <p:to>
                                        <p:strVal val="visible"/>
                                      </p:to>
                                    </p:set>
                                    <p:animEffect filter="fade" transition="in">
                                      <p:cBhvr additive="repl">
                                        <p:cTn id="1473" dur="15"/>
                                        <p:tgtEl>
                                          <p:spTgt spid="602"/>
                                        </p:tgtEl>
                                      </p:cBhvr>
                                    </p:animEffect>
                                  </p:childTnLst>
                                </p:cTn>
                              </p:par>
                            </p:childTnLst>
                          </p:cTn>
                        </p:par>
                        <p:par>
                          <p:cTn id="1474" fill="hold">
                            <p:stCondLst>
                              <p:cond delay="3495"/>
                            </p:stCondLst>
                            <p:childTnLst>
                              <p:par>
                                <p:cTn id="1475" nodeType="afterEffect" fill="hold" presetClass="entr" presetID="10">
                                  <p:stCondLst>
                                    <p:cond delay="0"/>
                                  </p:stCondLst>
                                  <p:childTnLst>
                                    <p:set>
                                      <p:cBhvr>
                                        <p:cTn id="1476" dur="1" fill="hold">
                                          <p:stCondLst>
                                            <p:cond delay="0"/>
                                          </p:stCondLst>
                                        </p:cTn>
                                        <p:tgtEl>
                                          <p:spTgt spid="603"/>
                                        </p:tgtEl>
                                        <p:attrNameLst>
                                          <p:attrName>style.visibility</p:attrName>
                                        </p:attrNameLst>
                                      </p:cBhvr>
                                      <p:to>
                                        <p:strVal val="visible"/>
                                      </p:to>
                                    </p:set>
                                    <p:animEffect filter="fade" transition="in">
                                      <p:cBhvr additive="repl">
                                        <p:cTn id="1477" dur="15"/>
                                        <p:tgtEl>
                                          <p:spTgt spid="603"/>
                                        </p:tgtEl>
                                      </p:cBhvr>
                                    </p:animEffect>
                                  </p:childTnLst>
                                </p:cTn>
                              </p:par>
                            </p:childTnLst>
                          </p:cTn>
                        </p:par>
                        <p:par>
                          <p:cTn id="1478" fill="hold">
                            <p:stCondLst>
                              <p:cond delay="3510"/>
                            </p:stCondLst>
                            <p:childTnLst>
                              <p:par>
                                <p:cTn id="1479" nodeType="afterEffect" fill="hold" presetClass="entr" presetID="10">
                                  <p:stCondLst>
                                    <p:cond delay="0"/>
                                  </p:stCondLst>
                                  <p:childTnLst>
                                    <p:set>
                                      <p:cBhvr>
                                        <p:cTn id="1480" dur="1" fill="hold">
                                          <p:stCondLst>
                                            <p:cond delay="0"/>
                                          </p:stCondLst>
                                        </p:cTn>
                                        <p:tgtEl>
                                          <p:spTgt spid="604"/>
                                        </p:tgtEl>
                                        <p:attrNameLst>
                                          <p:attrName>style.visibility</p:attrName>
                                        </p:attrNameLst>
                                      </p:cBhvr>
                                      <p:to>
                                        <p:strVal val="visible"/>
                                      </p:to>
                                    </p:set>
                                    <p:animEffect filter="fade" transition="in">
                                      <p:cBhvr additive="repl">
                                        <p:cTn id="1481" dur="15"/>
                                        <p:tgtEl>
                                          <p:spTgt spid="604"/>
                                        </p:tgtEl>
                                      </p:cBhvr>
                                    </p:animEffect>
                                  </p:childTnLst>
                                </p:cTn>
                              </p:par>
                            </p:childTnLst>
                          </p:cTn>
                        </p:par>
                        <p:par>
                          <p:cTn id="1482" fill="hold">
                            <p:stCondLst>
                              <p:cond delay="3525"/>
                            </p:stCondLst>
                            <p:childTnLst>
                              <p:par>
                                <p:cTn id="1483" nodeType="afterEffect" fill="hold" presetClass="entr" presetID="10">
                                  <p:stCondLst>
                                    <p:cond delay="0"/>
                                  </p:stCondLst>
                                  <p:childTnLst>
                                    <p:set>
                                      <p:cBhvr>
                                        <p:cTn id="1484" dur="1" fill="hold">
                                          <p:stCondLst>
                                            <p:cond delay="0"/>
                                          </p:stCondLst>
                                        </p:cTn>
                                        <p:tgtEl>
                                          <p:spTgt spid="605"/>
                                        </p:tgtEl>
                                        <p:attrNameLst>
                                          <p:attrName>style.visibility</p:attrName>
                                        </p:attrNameLst>
                                      </p:cBhvr>
                                      <p:to>
                                        <p:strVal val="visible"/>
                                      </p:to>
                                    </p:set>
                                    <p:animEffect filter="fade" transition="in">
                                      <p:cBhvr additive="repl">
                                        <p:cTn id="1485" dur="15"/>
                                        <p:tgtEl>
                                          <p:spTgt spid="605"/>
                                        </p:tgtEl>
                                      </p:cBhvr>
                                    </p:animEffect>
                                  </p:childTnLst>
                                </p:cTn>
                              </p:par>
                            </p:childTnLst>
                          </p:cTn>
                        </p:par>
                        <p:par>
                          <p:cTn id="1486" fill="hold">
                            <p:stCondLst>
                              <p:cond delay="3540"/>
                            </p:stCondLst>
                            <p:childTnLst>
                              <p:par>
                                <p:cTn id="1487" nodeType="afterEffect" fill="hold" presetClass="entr" presetID="10">
                                  <p:stCondLst>
                                    <p:cond delay="0"/>
                                  </p:stCondLst>
                                  <p:childTnLst>
                                    <p:set>
                                      <p:cBhvr>
                                        <p:cTn id="1488" dur="1" fill="hold">
                                          <p:stCondLst>
                                            <p:cond delay="0"/>
                                          </p:stCondLst>
                                        </p:cTn>
                                        <p:tgtEl>
                                          <p:spTgt spid="606"/>
                                        </p:tgtEl>
                                        <p:attrNameLst>
                                          <p:attrName>style.visibility</p:attrName>
                                        </p:attrNameLst>
                                      </p:cBhvr>
                                      <p:to>
                                        <p:strVal val="visible"/>
                                      </p:to>
                                    </p:set>
                                    <p:animEffect filter="fade" transition="in">
                                      <p:cBhvr additive="repl">
                                        <p:cTn id="1489" dur="15"/>
                                        <p:tgtEl>
                                          <p:spTgt spid="606"/>
                                        </p:tgtEl>
                                      </p:cBhvr>
                                    </p:animEffect>
                                  </p:childTnLst>
                                </p:cTn>
                              </p:par>
                            </p:childTnLst>
                          </p:cTn>
                        </p:par>
                        <p:par>
                          <p:cTn id="1490" fill="hold">
                            <p:stCondLst>
                              <p:cond delay="3555"/>
                            </p:stCondLst>
                            <p:childTnLst>
                              <p:par>
                                <p:cTn id="1491" nodeType="afterEffect" fill="hold" presetClass="entr" presetID="10">
                                  <p:stCondLst>
                                    <p:cond delay="0"/>
                                  </p:stCondLst>
                                  <p:childTnLst>
                                    <p:set>
                                      <p:cBhvr>
                                        <p:cTn id="1492" dur="1" fill="hold">
                                          <p:stCondLst>
                                            <p:cond delay="0"/>
                                          </p:stCondLst>
                                        </p:cTn>
                                        <p:tgtEl>
                                          <p:spTgt spid="607"/>
                                        </p:tgtEl>
                                        <p:attrNameLst>
                                          <p:attrName>style.visibility</p:attrName>
                                        </p:attrNameLst>
                                      </p:cBhvr>
                                      <p:to>
                                        <p:strVal val="visible"/>
                                      </p:to>
                                    </p:set>
                                    <p:animEffect filter="fade" transition="in">
                                      <p:cBhvr additive="repl">
                                        <p:cTn id="1493" dur="15"/>
                                        <p:tgtEl>
                                          <p:spTgt spid="607"/>
                                        </p:tgtEl>
                                      </p:cBhvr>
                                    </p:animEffect>
                                  </p:childTnLst>
                                </p:cTn>
                              </p:par>
                            </p:childTnLst>
                          </p:cTn>
                        </p:par>
                        <p:par>
                          <p:cTn id="1494" fill="hold">
                            <p:stCondLst>
                              <p:cond delay="3570"/>
                            </p:stCondLst>
                            <p:childTnLst>
                              <p:par>
                                <p:cTn id="1495" nodeType="afterEffect" fill="hold" presetClass="entr" presetID="10">
                                  <p:stCondLst>
                                    <p:cond delay="0"/>
                                  </p:stCondLst>
                                  <p:childTnLst>
                                    <p:set>
                                      <p:cBhvr>
                                        <p:cTn id="1496" dur="1" fill="hold">
                                          <p:stCondLst>
                                            <p:cond delay="0"/>
                                          </p:stCondLst>
                                        </p:cTn>
                                        <p:tgtEl>
                                          <p:spTgt spid="608"/>
                                        </p:tgtEl>
                                        <p:attrNameLst>
                                          <p:attrName>style.visibility</p:attrName>
                                        </p:attrNameLst>
                                      </p:cBhvr>
                                      <p:to>
                                        <p:strVal val="visible"/>
                                      </p:to>
                                    </p:set>
                                    <p:animEffect filter="fade" transition="in">
                                      <p:cBhvr additive="repl">
                                        <p:cTn id="1497" dur="15"/>
                                        <p:tgtEl>
                                          <p:spTgt spid="608"/>
                                        </p:tgtEl>
                                      </p:cBhvr>
                                    </p:animEffect>
                                  </p:childTnLst>
                                </p:cTn>
                              </p:par>
                            </p:childTnLst>
                          </p:cTn>
                        </p:par>
                        <p:par>
                          <p:cTn id="1498" fill="hold">
                            <p:stCondLst>
                              <p:cond delay="3585"/>
                            </p:stCondLst>
                            <p:childTnLst>
                              <p:par>
                                <p:cTn id="1499" nodeType="afterEffect" fill="hold" presetClass="entr" presetID="10">
                                  <p:stCondLst>
                                    <p:cond delay="0"/>
                                  </p:stCondLst>
                                  <p:childTnLst>
                                    <p:set>
                                      <p:cBhvr>
                                        <p:cTn id="1500" dur="1" fill="hold">
                                          <p:stCondLst>
                                            <p:cond delay="0"/>
                                          </p:stCondLst>
                                        </p:cTn>
                                        <p:tgtEl>
                                          <p:spTgt spid="609"/>
                                        </p:tgtEl>
                                        <p:attrNameLst>
                                          <p:attrName>style.visibility</p:attrName>
                                        </p:attrNameLst>
                                      </p:cBhvr>
                                      <p:to>
                                        <p:strVal val="visible"/>
                                      </p:to>
                                    </p:set>
                                    <p:animEffect filter="fade" transition="in">
                                      <p:cBhvr additive="repl">
                                        <p:cTn id="1501" dur="15"/>
                                        <p:tgtEl>
                                          <p:spTgt spid="609"/>
                                        </p:tgtEl>
                                      </p:cBhvr>
                                    </p:animEffect>
                                  </p:childTnLst>
                                </p:cTn>
                              </p:par>
                            </p:childTnLst>
                          </p:cTn>
                        </p:par>
                      </p:childTnLst>
                    </p:cTn>
                  </p:par>
                  <p:par>
                    <p:cTn id="1502" fill="hold">
                      <p:stCondLst>
                        <p:cond delay="indefinite"/>
                      </p:stCondLst>
                      <p:childTnLst>
                        <p:par>
                          <p:cTn id="1503" fill="hold">
                            <p:stCondLst>
                              <p:cond delay="0"/>
                            </p:stCondLst>
                            <p:childTnLst>
                              <p:par>
                                <p:cTn id="1504" nodeType="clickEffect" fill="hold" presetClass="entr" presetID="10">
                                  <p:stCondLst>
                                    <p:cond delay="0"/>
                                  </p:stCondLst>
                                  <p:childTnLst>
                                    <p:set>
                                      <p:cBhvr>
                                        <p:cTn id="1505" dur="1" fill="hold">
                                          <p:stCondLst>
                                            <p:cond delay="0"/>
                                          </p:stCondLst>
                                        </p:cTn>
                                        <p:tgtEl>
                                          <p:spTgt spid="610"/>
                                        </p:tgtEl>
                                        <p:attrNameLst>
                                          <p:attrName>style.visibility</p:attrName>
                                        </p:attrNameLst>
                                      </p:cBhvr>
                                      <p:to>
                                        <p:strVal val="visible"/>
                                      </p:to>
                                    </p:set>
                                    <p:animEffect filter="fade" transition="in">
                                      <p:cBhvr additive="repl">
                                        <p:cTn id="1506" dur="15"/>
                                        <p:tgtEl>
                                          <p:spTgt spid="610"/>
                                        </p:tgtEl>
                                      </p:cBhvr>
                                    </p:animEffect>
                                  </p:childTnLst>
                                </p:cTn>
                              </p:par>
                            </p:childTnLst>
                          </p:cTn>
                        </p:par>
                        <p:par>
                          <p:cTn id="1507" fill="hold">
                            <p:stCondLst>
                              <p:cond delay="15"/>
                            </p:stCondLst>
                            <p:childTnLst>
                              <p:par>
                                <p:cTn id="1508" nodeType="afterEffect" fill="hold" presetClass="entr" presetID="10">
                                  <p:stCondLst>
                                    <p:cond delay="0"/>
                                  </p:stCondLst>
                                  <p:childTnLst>
                                    <p:set>
                                      <p:cBhvr>
                                        <p:cTn id="1509" dur="1" fill="hold">
                                          <p:stCondLst>
                                            <p:cond delay="0"/>
                                          </p:stCondLst>
                                        </p:cTn>
                                        <p:tgtEl>
                                          <p:spTgt spid="611"/>
                                        </p:tgtEl>
                                        <p:attrNameLst>
                                          <p:attrName>style.visibility</p:attrName>
                                        </p:attrNameLst>
                                      </p:cBhvr>
                                      <p:to>
                                        <p:strVal val="visible"/>
                                      </p:to>
                                    </p:set>
                                    <p:animEffect filter="fade" transition="in">
                                      <p:cBhvr additive="repl">
                                        <p:cTn id="1510" dur="15"/>
                                        <p:tgtEl>
                                          <p:spTgt spid="611"/>
                                        </p:tgtEl>
                                      </p:cBhvr>
                                    </p:animEffect>
                                  </p:childTnLst>
                                </p:cTn>
                              </p:par>
                            </p:childTnLst>
                          </p:cTn>
                        </p:par>
                        <p:par>
                          <p:cTn id="1511" fill="hold">
                            <p:stCondLst>
                              <p:cond delay="30"/>
                            </p:stCondLst>
                            <p:childTnLst>
                              <p:par>
                                <p:cTn id="1512" nodeType="afterEffect" fill="hold" presetClass="entr" presetID="10">
                                  <p:stCondLst>
                                    <p:cond delay="0"/>
                                  </p:stCondLst>
                                  <p:childTnLst>
                                    <p:set>
                                      <p:cBhvr>
                                        <p:cTn id="1513" dur="1" fill="hold">
                                          <p:stCondLst>
                                            <p:cond delay="0"/>
                                          </p:stCondLst>
                                        </p:cTn>
                                        <p:tgtEl>
                                          <p:spTgt spid="612"/>
                                        </p:tgtEl>
                                        <p:attrNameLst>
                                          <p:attrName>style.visibility</p:attrName>
                                        </p:attrNameLst>
                                      </p:cBhvr>
                                      <p:to>
                                        <p:strVal val="visible"/>
                                      </p:to>
                                    </p:set>
                                    <p:animEffect filter="fade" transition="in">
                                      <p:cBhvr additive="repl">
                                        <p:cTn id="1514" dur="15"/>
                                        <p:tgtEl>
                                          <p:spTgt spid="612"/>
                                        </p:tgtEl>
                                      </p:cBhvr>
                                    </p:animEffect>
                                  </p:childTnLst>
                                </p:cTn>
                              </p:par>
                            </p:childTnLst>
                          </p:cTn>
                        </p:par>
                        <p:par>
                          <p:cTn id="1515" fill="hold">
                            <p:stCondLst>
                              <p:cond delay="45"/>
                            </p:stCondLst>
                            <p:childTnLst>
                              <p:par>
                                <p:cTn id="1516" nodeType="afterEffect" fill="hold" presetClass="entr" presetID="10">
                                  <p:stCondLst>
                                    <p:cond delay="0"/>
                                  </p:stCondLst>
                                  <p:childTnLst>
                                    <p:set>
                                      <p:cBhvr>
                                        <p:cTn id="1517" dur="1" fill="hold">
                                          <p:stCondLst>
                                            <p:cond delay="0"/>
                                          </p:stCondLst>
                                        </p:cTn>
                                        <p:tgtEl>
                                          <p:spTgt spid="613"/>
                                        </p:tgtEl>
                                        <p:attrNameLst>
                                          <p:attrName>style.visibility</p:attrName>
                                        </p:attrNameLst>
                                      </p:cBhvr>
                                      <p:to>
                                        <p:strVal val="visible"/>
                                      </p:to>
                                    </p:set>
                                    <p:animEffect filter="fade" transition="in">
                                      <p:cBhvr additive="repl">
                                        <p:cTn id="1518" dur="15"/>
                                        <p:tgtEl>
                                          <p:spTgt spid="613"/>
                                        </p:tgtEl>
                                      </p:cBhvr>
                                    </p:animEffect>
                                  </p:childTnLst>
                                </p:cTn>
                              </p:par>
                            </p:childTnLst>
                          </p:cTn>
                        </p:par>
                        <p:par>
                          <p:cTn id="1519" fill="hold">
                            <p:stCondLst>
                              <p:cond delay="60"/>
                            </p:stCondLst>
                            <p:childTnLst>
                              <p:par>
                                <p:cTn id="1520" nodeType="afterEffect" fill="hold" presetClass="entr" presetID="10">
                                  <p:stCondLst>
                                    <p:cond delay="0"/>
                                  </p:stCondLst>
                                  <p:childTnLst>
                                    <p:set>
                                      <p:cBhvr>
                                        <p:cTn id="1521" dur="1" fill="hold">
                                          <p:stCondLst>
                                            <p:cond delay="0"/>
                                          </p:stCondLst>
                                        </p:cTn>
                                        <p:tgtEl>
                                          <p:spTgt spid="614"/>
                                        </p:tgtEl>
                                        <p:attrNameLst>
                                          <p:attrName>style.visibility</p:attrName>
                                        </p:attrNameLst>
                                      </p:cBhvr>
                                      <p:to>
                                        <p:strVal val="visible"/>
                                      </p:to>
                                    </p:set>
                                    <p:animEffect filter="fade" transition="in">
                                      <p:cBhvr additive="repl">
                                        <p:cTn id="1522" dur="15"/>
                                        <p:tgtEl>
                                          <p:spTgt spid="614"/>
                                        </p:tgtEl>
                                      </p:cBhvr>
                                    </p:animEffect>
                                  </p:childTnLst>
                                </p:cTn>
                              </p:par>
                            </p:childTnLst>
                          </p:cTn>
                        </p:par>
                        <p:par>
                          <p:cTn id="1523" fill="hold">
                            <p:stCondLst>
                              <p:cond delay="75"/>
                            </p:stCondLst>
                            <p:childTnLst>
                              <p:par>
                                <p:cTn id="1524" nodeType="afterEffect" fill="hold" presetClass="entr" presetID="10">
                                  <p:stCondLst>
                                    <p:cond delay="0"/>
                                  </p:stCondLst>
                                  <p:childTnLst>
                                    <p:set>
                                      <p:cBhvr>
                                        <p:cTn id="1525" dur="1" fill="hold">
                                          <p:stCondLst>
                                            <p:cond delay="0"/>
                                          </p:stCondLst>
                                        </p:cTn>
                                        <p:tgtEl>
                                          <p:spTgt spid="615"/>
                                        </p:tgtEl>
                                        <p:attrNameLst>
                                          <p:attrName>style.visibility</p:attrName>
                                        </p:attrNameLst>
                                      </p:cBhvr>
                                      <p:to>
                                        <p:strVal val="visible"/>
                                      </p:to>
                                    </p:set>
                                    <p:animEffect filter="fade" transition="in">
                                      <p:cBhvr additive="repl">
                                        <p:cTn id="1526" dur="15"/>
                                        <p:tgtEl>
                                          <p:spTgt spid="615"/>
                                        </p:tgtEl>
                                      </p:cBhvr>
                                    </p:animEffect>
                                  </p:childTnLst>
                                </p:cTn>
                              </p:par>
                            </p:childTnLst>
                          </p:cTn>
                        </p:par>
                        <p:par>
                          <p:cTn id="1527" fill="hold">
                            <p:stCondLst>
                              <p:cond delay="90"/>
                            </p:stCondLst>
                            <p:childTnLst>
                              <p:par>
                                <p:cTn id="1528" nodeType="afterEffect" fill="hold" presetClass="entr" presetID="10">
                                  <p:stCondLst>
                                    <p:cond delay="0"/>
                                  </p:stCondLst>
                                  <p:childTnLst>
                                    <p:set>
                                      <p:cBhvr>
                                        <p:cTn id="1529" dur="1" fill="hold">
                                          <p:stCondLst>
                                            <p:cond delay="0"/>
                                          </p:stCondLst>
                                        </p:cTn>
                                        <p:tgtEl>
                                          <p:spTgt spid="616"/>
                                        </p:tgtEl>
                                        <p:attrNameLst>
                                          <p:attrName>style.visibility</p:attrName>
                                        </p:attrNameLst>
                                      </p:cBhvr>
                                      <p:to>
                                        <p:strVal val="visible"/>
                                      </p:to>
                                    </p:set>
                                    <p:animEffect filter="fade" transition="in">
                                      <p:cBhvr additive="repl">
                                        <p:cTn id="1530" dur="15"/>
                                        <p:tgtEl>
                                          <p:spTgt spid="616"/>
                                        </p:tgtEl>
                                      </p:cBhvr>
                                    </p:animEffect>
                                  </p:childTnLst>
                                </p:cTn>
                              </p:par>
                            </p:childTnLst>
                          </p:cTn>
                        </p:par>
                        <p:par>
                          <p:cTn id="1531" fill="hold">
                            <p:stCondLst>
                              <p:cond delay="105"/>
                            </p:stCondLst>
                            <p:childTnLst>
                              <p:par>
                                <p:cTn id="1532" nodeType="afterEffect" fill="hold" presetClass="entr" presetID="10">
                                  <p:stCondLst>
                                    <p:cond delay="0"/>
                                  </p:stCondLst>
                                  <p:childTnLst>
                                    <p:set>
                                      <p:cBhvr>
                                        <p:cTn id="1533" dur="1" fill="hold">
                                          <p:stCondLst>
                                            <p:cond delay="0"/>
                                          </p:stCondLst>
                                        </p:cTn>
                                        <p:tgtEl>
                                          <p:spTgt spid="617"/>
                                        </p:tgtEl>
                                        <p:attrNameLst>
                                          <p:attrName>style.visibility</p:attrName>
                                        </p:attrNameLst>
                                      </p:cBhvr>
                                      <p:to>
                                        <p:strVal val="visible"/>
                                      </p:to>
                                    </p:set>
                                    <p:animEffect filter="fade" transition="in">
                                      <p:cBhvr additive="repl">
                                        <p:cTn id="1534" dur="15"/>
                                        <p:tgtEl>
                                          <p:spTgt spid="617"/>
                                        </p:tgtEl>
                                      </p:cBhvr>
                                    </p:animEffect>
                                  </p:childTnLst>
                                </p:cTn>
                              </p:par>
                            </p:childTnLst>
                          </p:cTn>
                        </p:par>
                        <p:par>
                          <p:cTn id="1535" fill="hold">
                            <p:stCondLst>
                              <p:cond delay="120"/>
                            </p:stCondLst>
                            <p:childTnLst>
                              <p:par>
                                <p:cTn id="1536" nodeType="afterEffect" fill="hold" presetClass="entr" presetID="10">
                                  <p:stCondLst>
                                    <p:cond delay="0"/>
                                  </p:stCondLst>
                                  <p:childTnLst>
                                    <p:set>
                                      <p:cBhvr>
                                        <p:cTn id="1537" dur="1" fill="hold">
                                          <p:stCondLst>
                                            <p:cond delay="0"/>
                                          </p:stCondLst>
                                        </p:cTn>
                                        <p:tgtEl>
                                          <p:spTgt spid="618"/>
                                        </p:tgtEl>
                                        <p:attrNameLst>
                                          <p:attrName>style.visibility</p:attrName>
                                        </p:attrNameLst>
                                      </p:cBhvr>
                                      <p:to>
                                        <p:strVal val="visible"/>
                                      </p:to>
                                    </p:set>
                                    <p:animEffect filter="fade" transition="in">
                                      <p:cBhvr additive="repl">
                                        <p:cTn id="1538" dur="15"/>
                                        <p:tgtEl>
                                          <p:spTgt spid="618"/>
                                        </p:tgtEl>
                                      </p:cBhvr>
                                    </p:animEffect>
                                  </p:childTnLst>
                                </p:cTn>
                              </p:par>
                            </p:childTnLst>
                          </p:cTn>
                        </p:par>
                        <p:par>
                          <p:cTn id="1539" fill="hold">
                            <p:stCondLst>
                              <p:cond delay="135"/>
                            </p:stCondLst>
                            <p:childTnLst>
                              <p:par>
                                <p:cTn id="1540" nodeType="afterEffect" fill="hold" presetClass="entr" presetID="10">
                                  <p:stCondLst>
                                    <p:cond delay="0"/>
                                  </p:stCondLst>
                                  <p:childTnLst>
                                    <p:set>
                                      <p:cBhvr>
                                        <p:cTn id="1541" dur="1" fill="hold">
                                          <p:stCondLst>
                                            <p:cond delay="0"/>
                                          </p:stCondLst>
                                        </p:cTn>
                                        <p:tgtEl>
                                          <p:spTgt spid="619"/>
                                        </p:tgtEl>
                                        <p:attrNameLst>
                                          <p:attrName>style.visibility</p:attrName>
                                        </p:attrNameLst>
                                      </p:cBhvr>
                                      <p:to>
                                        <p:strVal val="visible"/>
                                      </p:to>
                                    </p:set>
                                    <p:animEffect filter="fade" transition="in">
                                      <p:cBhvr additive="repl">
                                        <p:cTn id="1542" dur="15"/>
                                        <p:tgtEl>
                                          <p:spTgt spid="619"/>
                                        </p:tgtEl>
                                      </p:cBhvr>
                                    </p:animEffect>
                                  </p:childTnLst>
                                </p:cTn>
                              </p:par>
                            </p:childTnLst>
                          </p:cTn>
                        </p:par>
                        <p:par>
                          <p:cTn id="1543" fill="hold">
                            <p:stCondLst>
                              <p:cond delay="150"/>
                            </p:stCondLst>
                            <p:childTnLst>
                              <p:par>
                                <p:cTn id="1544" nodeType="afterEffect" fill="hold" presetClass="entr" presetID="10">
                                  <p:stCondLst>
                                    <p:cond delay="0"/>
                                  </p:stCondLst>
                                  <p:childTnLst>
                                    <p:set>
                                      <p:cBhvr>
                                        <p:cTn id="1545" dur="1" fill="hold">
                                          <p:stCondLst>
                                            <p:cond delay="0"/>
                                          </p:stCondLst>
                                        </p:cTn>
                                        <p:tgtEl>
                                          <p:spTgt spid="620"/>
                                        </p:tgtEl>
                                        <p:attrNameLst>
                                          <p:attrName>style.visibility</p:attrName>
                                        </p:attrNameLst>
                                      </p:cBhvr>
                                      <p:to>
                                        <p:strVal val="visible"/>
                                      </p:to>
                                    </p:set>
                                    <p:animEffect filter="fade" transition="in">
                                      <p:cBhvr additive="repl">
                                        <p:cTn id="1546" dur="15"/>
                                        <p:tgtEl>
                                          <p:spTgt spid="620"/>
                                        </p:tgtEl>
                                      </p:cBhvr>
                                    </p:animEffect>
                                  </p:childTnLst>
                                </p:cTn>
                              </p:par>
                            </p:childTnLst>
                          </p:cTn>
                        </p:par>
                        <p:par>
                          <p:cTn id="1547" fill="hold">
                            <p:stCondLst>
                              <p:cond delay="165"/>
                            </p:stCondLst>
                            <p:childTnLst>
                              <p:par>
                                <p:cTn id="1548" nodeType="afterEffect" fill="hold" presetClass="entr" presetID="10">
                                  <p:stCondLst>
                                    <p:cond delay="0"/>
                                  </p:stCondLst>
                                  <p:childTnLst>
                                    <p:set>
                                      <p:cBhvr>
                                        <p:cTn id="1549" dur="1" fill="hold">
                                          <p:stCondLst>
                                            <p:cond delay="0"/>
                                          </p:stCondLst>
                                        </p:cTn>
                                        <p:tgtEl>
                                          <p:spTgt spid="621"/>
                                        </p:tgtEl>
                                        <p:attrNameLst>
                                          <p:attrName>style.visibility</p:attrName>
                                        </p:attrNameLst>
                                      </p:cBhvr>
                                      <p:to>
                                        <p:strVal val="visible"/>
                                      </p:to>
                                    </p:set>
                                    <p:animEffect filter="fade" transition="in">
                                      <p:cBhvr additive="repl">
                                        <p:cTn id="1550" dur="15"/>
                                        <p:tgtEl>
                                          <p:spTgt spid="621"/>
                                        </p:tgtEl>
                                      </p:cBhvr>
                                    </p:animEffect>
                                  </p:childTnLst>
                                </p:cTn>
                              </p:par>
                            </p:childTnLst>
                          </p:cTn>
                        </p:par>
                        <p:par>
                          <p:cTn id="1551" fill="hold">
                            <p:stCondLst>
                              <p:cond delay="180"/>
                            </p:stCondLst>
                            <p:childTnLst>
                              <p:par>
                                <p:cTn id="1552" nodeType="afterEffect" fill="hold" presetClass="entr" presetID="10">
                                  <p:stCondLst>
                                    <p:cond delay="0"/>
                                  </p:stCondLst>
                                  <p:childTnLst>
                                    <p:set>
                                      <p:cBhvr>
                                        <p:cTn id="1553" dur="1" fill="hold">
                                          <p:stCondLst>
                                            <p:cond delay="0"/>
                                          </p:stCondLst>
                                        </p:cTn>
                                        <p:tgtEl>
                                          <p:spTgt spid="622"/>
                                        </p:tgtEl>
                                        <p:attrNameLst>
                                          <p:attrName>style.visibility</p:attrName>
                                        </p:attrNameLst>
                                      </p:cBhvr>
                                      <p:to>
                                        <p:strVal val="visible"/>
                                      </p:to>
                                    </p:set>
                                    <p:animEffect filter="fade" transition="in">
                                      <p:cBhvr additive="repl">
                                        <p:cTn id="1554" dur="15"/>
                                        <p:tgtEl>
                                          <p:spTgt spid="622"/>
                                        </p:tgtEl>
                                      </p:cBhvr>
                                    </p:animEffect>
                                  </p:childTnLst>
                                </p:cTn>
                              </p:par>
                            </p:childTnLst>
                          </p:cTn>
                        </p:par>
                        <p:par>
                          <p:cTn id="1555" fill="hold">
                            <p:stCondLst>
                              <p:cond delay="195"/>
                            </p:stCondLst>
                            <p:childTnLst>
                              <p:par>
                                <p:cTn id="1556" nodeType="afterEffect" fill="hold" presetClass="entr" presetID="10">
                                  <p:stCondLst>
                                    <p:cond delay="0"/>
                                  </p:stCondLst>
                                  <p:childTnLst>
                                    <p:set>
                                      <p:cBhvr>
                                        <p:cTn id="1557" dur="1" fill="hold">
                                          <p:stCondLst>
                                            <p:cond delay="0"/>
                                          </p:stCondLst>
                                        </p:cTn>
                                        <p:tgtEl>
                                          <p:spTgt spid="623"/>
                                        </p:tgtEl>
                                        <p:attrNameLst>
                                          <p:attrName>style.visibility</p:attrName>
                                        </p:attrNameLst>
                                      </p:cBhvr>
                                      <p:to>
                                        <p:strVal val="visible"/>
                                      </p:to>
                                    </p:set>
                                    <p:animEffect filter="fade" transition="in">
                                      <p:cBhvr additive="repl">
                                        <p:cTn id="1558" dur="15"/>
                                        <p:tgtEl>
                                          <p:spTgt spid="623"/>
                                        </p:tgtEl>
                                      </p:cBhvr>
                                    </p:animEffect>
                                  </p:childTnLst>
                                </p:cTn>
                              </p:par>
                            </p:childTnLst>
                          </p:cTn>
                        </p:par>
                        <p:par>
                          <p:cTn id="1559" fill="hold">
                            <p:stCondLst>
                              <p:cond delay="210"/>
                            </p:stCondLst>
                            <p:childTnLst>
                              <p:par>
                                <p:cTn id="1560" nodeType="afterEffect" fill="hold" presetClass="entr" presetID="10">
                                  <p:stCondLst>
                                    <p:cond delay="0"/>
                                  </p:stCondLst>
                                  <p:childTnLst>
                                    <p:set>
                                      <p:cBhvr>
                                        <p:cTn id="1561" dur="1" fill="hold">
                                          <p:stCondLst>
                                            <p:cond delay="0"/>
                                          </p:stCondLst>
                                        </p:cTn>
                                        <p:tgtEl>
                                          <p:spTgt spid="624"/>
                                        </p:tgtEl>
                                        <p:attrNameLst>
                                          <p:attrName>style.visibility</p:attrName>
                                        </p:attrNameLst>
                                      </p:cBhvr>
                                      <p:to>
                                        <p:strVal val="visible"/>
                                      </p:to>
                                    </p:set>
                                    <p:animEffect filter="fade" transition="in">
                                      <p:cBhvr additive="repl">
                                        <p:cTn id="1562" dur="15"/>
                                        <p:tgtEl>
                                          <p:spTgt spid="624"/>
                                        </p:tgtEl>
                                      </p:cBhvr>
                                    </p:animEffect>
                                  </p:childTnLst>
                                </p:cTn>
                              </p:par>
                            </p:childTnLst>
                          </p:cTn>
                        </p:par>
                        <p:par>
                          <p:cTn id="1563" fill="hold">
                            <p:stCondLst>
                              <p:cond delay="225"/>
                            </p:stCondLst>
                            <p:childTnLst>
                              <p:par>
                                <p:cTn id="1564" nodeType="afterEffect" fill="hold" presetClass="entr" presetID="10">
                                  <p:stCondLst>
                                    <p:cond delay="0"/>
                                  </p:stCondLst>
                                  <p:childTnLst>
                                    <p:set>
                                      <p:cBhvr>
                                        <p:cTn id="1565" dur="1" fill="hold">
                                          <p:stCondLst>
                                            <p:cond delay="0"/>
                                          </p:stCondLst>
                                        </p:cTn>
                                        <p:tgtEl>
                                          <p:spTgt spid="625"/>
                                        </p:tgtEl>
                                        <p:attrNameLst>
                                          <p:attrName>style.visibility</p:attrName>
                                        </p:attrNameLst>
                                      </p:cBhvr>
                                      <p:to>
                                        <p:strVal val="visible"/>
                                      </p:to>
                                    </p:set>
                                    <p:animEffect filter="fade" transition="in">
                                      <p:cBhvr additive="repl">
                                        <p:cTn id="1566" dur="15"/>
                                        <p:tgtEl>
                                          <p:spTgt spid="625"/>
                                        </p:tgtEl>
                                      </p:cBhvr>
                                    </p:animEffect>
                                  </p:childTnLst>
                                </p:cTn>
                              </p:par>
                            </p:childTnLst>
                          </p:cTn>
                        </p:par>
                        <p:par>
                          <p:cTn id="1567" fill="hold">
                            <p:stCondLst>
                              <p:cond delay="240"/>
                            </p:stCondLst>
                            <p:childTnLst>
                              <p:par>
                                <p:cTn id="1568" nodeType="afterEffect" fill="hold" presetClass="entr" presetID="10">
                                  <p:stCondLst>
                                    <p:cond delay="0"/>
                                  </p:stCondLst>
                                  <p:childTnLst>
                                    <p:set>
                                      <p:cBhvr>
                                        <p:cTn id="1569" dur="1" fill="hold">
                                          <p:stCondLst>
                                            <p:cond delay="0"/>
                                          </p:stCondLst>
                                        </p:cTn>
                                        <p:tgtEl>
                                          <p:spTgt spid="626"/>
                                        </p:tgtEl>
                                        <p:attrNameLst>
                                          <p:attrName>style.visibility</p:attrName>
                                        </p:attrNameLst>
                                      </p:cBhvr>
                                      <p:to>
                                        <p:strVal val="visible"/>
                                      </p:to>
                                    </p:set>
                                    <p:animEffect filter="fade" transition="in">
                                      <p:cBhvr additive="repl">
                                        <p:cTn id="1570" dur="15"/>
                                        <p:tgtEl>
                                          <p:spTgt spid="626"/>
                                        </p:tgtEl>
                                      </p:cBhvr>
                                    </p:animEffect>
                                  </p:childTnLst>
                                </p:cTn>
                              </p:par>
                            </p:childTnLst>
                          </p:cTn>
                        </p:par>
                        <p:par>
                          <p:cTn id="1571" fill="hold">
                            <p:stCondLst>
                              <p:cond delay="255"/>
                            </p:stCondLst>
                            <p:childTnLst>
                              <p:par>
                                <p:cTn id="1572" nodeType="afterEffect" fill="hold" presetClass="entr" presetID="10">
                                  <p:stCondLst>
                                    <p:cond delay="0"/>
                                  </p:stCondLst>
                                  <p:childTnLst>
                                    <p:set>
                                      <p:cBhvr>
                                        <p:cTn id="1573" dur="1" fill="hold">
                                          <p:stCondLst>
                                            <p:cond delay="0"/>
                                          </p:stCondLst>
                                        </p:cTn>
                                        <p:tgtEl>
                                          <p:spTgt spid="627"/>
                                        </p:tgtEl>
                                        <p:attrNameLst>
                                          <p:attrName>style.visibility</p:attrName>
                                        </p:attrNameLst>
                                      </p:cBhvr>
                                      <p:to>
                                        <p:strVal val="visible"/>
                                      </p:to>
                                    </p:set>
                                    <p:animEffect filter="fade" transition="in">
                                      <p:cBhvr additive="repl">
                                        <p:cTn id="1574" dur="15"/>
                                        <p:tgtEl>
                                          <p:spTgt spid="627"/>
                                        </p:tgtEl>
                                      </p:cBhvr>
                                    </p:animEffect>
                                  </p:childTnLst>
                                </p:cTn>
                              </p:par>
                            </p:childTnLst>
                          </p:cTn>
                        </p:par>
                        <p:par>
                          <p:cTn id="1575" fill="hold">
                            <p:stCondLst>
                              <p:cond delay="270"/>
                            </p:stCondLst>
                            <p:childTnLst>
                              <p:par>
                                <p:cTn id="1576" nodeType="afterEffect" fill="hold" presetClass="entr" presetID="10">
                                  <p:stCondLst>
                                    <p:cond delay="0"/>
                                  </p:stCondLst>
                                  <p:childTnLst>
                                    <p:set>
                                      <p:cBhvr>
                                        <p:cTn id="1577" dur="1" fill="hold">
                                          <p:stCondLst>
                                            <p:cond delay="0"/>
                                          </p:stCondLst>
                                        </p:cTn>
                                        <p:tgtEl>
                                          <p:spTgt spid="628"/>
                                        </p:tgtEl>
                                        <p:attrNameLst>
                                          <p:attrName>style.visibility</p:attrName>
                                        </p:attrNameLst>
                                      </p:cBhvr>
                                      <p:to>
                                        <p:strVal val="visible"/>
                                      </p:to>
                                    </p:set>
                                    <p:animEffect filter="fade" transition="in">
                                      <p:cBhvr additive="repl">
                                        <p:cTn id="1578" dur="15"/>
                                        <p:tgtEl>
                                          <p:spTgt spid="628"/>
                                        </p:tgtEl>
                                      </p:cBhvr>
                                    </p:animEffect>
                                  </p:childTnLst>
                                </p:cTn>
                              </p:par>
                            </p:childTnLst>
                          </p:cTn>
                        </p:par>
                        <p:par>
                          <p:cTn id="1579" fill="hold">
                            <p:stCondLst>
                              <p:cond delay="285"/>
                            </p:stCondLst>
                            <p:childTnLst>
                              <p:par>
                                <p:cTn id="1580" nodeType="afterEffect" fill="hold" presetClass="entr" presetID="10">
                                  <p:stCondLst>
                                    <p:cond delay="0"/>
                                  </p:stCondLst>
                                  <p:childTnLst>
                                    <p:set>
                                      <p:cBhvr>
                                        <p:cTn id="1581" dur="1" fill="hold">
                                          <p:stCondLst>
                                            <p:cond delay="0"/>
                                          </p:stCondLst>
                                        </p:cTn>
                                        <p:tgtEl>
                                          <p:spTgt spid="629"/>
                                        </p:tgtEl>
                                        <p:attrNameLst>
                                          <p:attrName>style.visibility</p:attrName>
                                        </p:attrNameLst>
                                      </p:cBhvr>
                                      <p:to>
                                        <p:strVal val="visible"/>
                                      </p:to>
                                    </p:set>
                                    <p:animEffect filter="fade" transition="in">
                                      <p:cBhvr additive="repl">
                                        <p:cTn id="1582" dur="15"/>
                                        <p:tgtEl>
                                          <p:spTgt spid="629"/>
                                        </p:tgtEl>
                                      </p:cBhvr>
                                    </p:animEffect>
                                  </p:childTnLst>
                                </p:cTn>
                              </p:par>
                            </p:childTnLst>
                          </p:cTn>
                        </p:par>
                        <p:par>
                          <p:cTn id="1583" fill="hold">
                            <p:stCondLst>
                              <p:cond delay="300"/>
                            </p:stCondLst>
                            <p:childTnLst>
                              <p:par>
                                <p:cTn id="1584" nodeType="afterEffect" fill="hold" presetClass="entr" presetID="10">
                                  <p:stCondLst>
                                    <p:cond delay="0"/>
                                  </p:stCondLst>
                                  <p:childTnLst>
                                    <p:set>
                                      <p:cBhvr>
                                        <p:cTn id="1585" dur="1" fill="hold">
                                          <p:stCondLst>
                                            <p:cond delay="0"/>
                                          </p:stCondLst>
                                        </p:cTn>
                                        <p:tgtEl>
                                          <p:spTgt spid="630"/>
                                        </p:tgtEl>
                                        <p:attrNameLst>
                                          <p:attrName>style.visibility</p:attrName>
                                        </p:attrNameLst>
                                      </p:cBhvr>
                                      <p:to>
                                        <p:strVal val="visible"/>
                                      </p:to>
                                    </p:set>
                                    <p:animEffect filter="fade" transition="in">
                                      <p:cBhvr additive="repl">
                                        <p:cTn id="1586" dur="15"/>
                                        <p:tgtEl>
                                          <p:spTgt spid="630"/>
                                        </p:tgtEl>
                                      </p:cBhvr>
                                    </p:animEffect>
                                  </p:childTnLst>
                                </p:cTn>
                              </p:par>
                            </p:childTnLst>
                          </p:cTn>
                        </p:par>
                        <p:par>
                          <p:cTn id="1587" fill="hold">
                            <p:stCondLst>
                              <p:cond delay="315"/>
                            </p:stCondLst>
                            <p:childTnLst>
                              <p:par>
                                <p:cTn id="1588" nodeType="afterEffect" fill="hold" presetClass="entr" presetID="10">
                                  <p:stCondLst>
                                    <p:cond delay="0"/>
                                  </p:stCondLst>
                                  <p:childTnLst>
                                    <p:set>
                                      <p:cBhvr>
                                        <p:cTn id="1589" dur="1" fill="hold">
                                          <p:stCondLst>
                                            <p:cond delay="0"/>
                                          </p:stCondLst>
                                        </p:cTn>
                                        <p:tgtEl>
                                          <p:spTgt spid="631"/>
                                        </p:tgtEl>
                                        <p:attrNameLst>
                                          <p:attrName>style.visibility</p:attrName>
                                        </p:attrNameLst>
                                      </p:cBhvr>
                                      <p:to>
                                        <p:strVal val="visible"/>
                                      </p:to>
                                    </p:set>
                                    <p:animEffect filter="fade" transition="in">
                                      <p:cBhvr additive="repl">
                                        <p:cTn id="1590" dur="15"/>
                                        <p:tgtEl>
                                          <p:spTgt spid="631"/>
                                        </p:tgtEl>
                                      </p:cBhvr>
                                    </p:animEffect>
                                  </p:childTnLst>
                                </p:cTn>
                              </p:par>
                            </p:childTnLst>
                          </p:cTn>
                        </p:par>
                        <p:par>
                          <p:cTn id="1591" fill="hold">
                            <p:stCondLst>
                              <p:cond delay="330"/>
                            </p:stCondLst>
                            <p:childTnLst>
                              <p:par>
                                <p:cTn id="1592" nodeType="afterEffect" fill="hold" presetClass="entr" presetID="10">
                                  <p:stCondLst>
                                    <p:cond delay="0"/>
                                  </p:stCondLst>
                                  <p:childTnLst>
                                    <p:set>
                                      <p:cBhvr>
                                        <p:cTn id="1593" dur="1" fill="hold">
                                          <p:stCondLst>
                                            <p:cond delay="0"/>
                                          </p:stCondLst>
                                        </p:cTn>
                                        <p:tgtEl>
                                          <p:spTgt spid="632"/>
                                        </p:tgtEl>
                                        <p:attrNameLst>
                                          <p:attrName>style.visibility</p:attrName>
                                        </p:attrNameLst>
                                      </p:cBhvr>
                                      <p:to>
                                        <p:strVal val="visible"/>
                                      </p:to>
                                    </p:set>
                                    <p:animEffect filter="fade" transition="in">
                                      <p:cBhvr additive="repl">
                                        <p:cTn id="1594" dur="15"/>
                                        <p:tgtEl>
                                          <p:spTgt spid="632"/>
                                        </p:tgtEl>
                                      </p:cBhvr>
                                    </p:animEffect>
                                  </p:childTnLst>
                                </p:cTn>
                              </p:par>
                            </p:childTnLst>
                          </p:cTn>
                        </p:par>
                        <p:par>
                          <p:cTn id="1595" fill="hold">
                            <p:stCondLst>
                              <p:cond delay="345"/>
                            </p:stCondLst>
                            <p:childTnLst>
                              <p:par>
                                <p:cTn id="1596" nodeType="afterEffect" fill="hold" presetClass="entr" presetID="10">
                                  <p:stCondLst>
                                    <p:cond delay="0"/>
                                  </p:stCondLst>
                                  <p:childTnLst>
                                    <p:set>
                                      <p:cBhvr>
                                        <p:cTn id="1597" dur="1" fill="hold">
                                          <p:stCondLst>
                                            <p:cond delay="0"/>
                                          </p:stCondLst>
                                        </p:cTn>
                                        <p:tgtEl>
                                          <p:spTgt spid="633"/>
                                        </p:tgtEl>
                                        <p:attrNameLst>
                                          <p:attrName>style.visibility</p:attrName>
                                        </p:attrNameLst>
                                      </p:cBhvr>
                                      <p:to>
                                        <p:strVal val="visible"/>
                                      </p:to>
                                    </p:set>
                                    <p:animEffect filter="fade" transition="in">
                                      <p:cBhvr additive="repl">
                                        <p:cTn id="1598" dur="15"/>
                                        <p:tgtEl>
                                          <p:spTgt spid="633"/>
                                        </p:tgtEl>
                                      </p:cBhvr>
                                    </p:animEffect>
                                  </p:childTnLst>
                                </p:cTn>
                              </p:par>
                            </p:childTnLst>
                          </p:cTn>
                        </p:par>
                        <p:par>
                          <p:cTn id="1599" fill="hold">
                            <p:stCondLst>
                              <p:cond delay="360"/>
                            </p:stCondLst>
                            <p:childTnLst>
                              <p:par>
                                <p:cTn id="1600" nodeType="afterEffect" fill="hold" presetClass="entr" presetID="10">
                                  <p:stCondLst>
                                    <p:cond delay="0"/>
                                  </p:stCondLst>
                                  <p:childTnLst>
                                    <p:set>
                                      <p:cBhvr>
                                        <p:cTn id="1601" dur="1" fill="hold">
                                          <p:stCondLst>
                                            <p:cond delay="0"/>
                                          </p:stCondLst>
                                        </p:cTn>
                                        <p:tgtEl>
                                          <p:spTgt spid="634"/>
                                        </p:tgtEl>
                                        <p:attrNameLst>
                                          <p:attrName>style.visibility</p:attrName>
                                        </p:attrNameLst>
                                      </p:cBhvr>
                                      <p:to>
                                        <p:strVal val="visible"/>
                                      </p:to>
                                    </p:set>
                                    <p:animEffect filter="fade" transition="in">
                                      <p:cBhvr additive="repl">
                                        <p:cTn id="1602" dur="15"/>
                                        <p:tgtEl>
                                          <p:spTgt spid="634"/>
                                        </p:tgtEl>
                                      </p:cBhvr>
                                    </p:animEffect>
                                  </p:childTnLst>
                                </p:cTn>
                              </p:par>
                            </p:childTnLst>
                          </p:cTn>
                        </p:par>
                        <p:par>
                          <p:cTn id="1603" fill="hold">
                            <p:stCondLst>
                              <p:cond delay="375"/>
                            </p:stCondLst>
                            <p:childTnLst>
                              <p:par>
                                <p:cTn id="1604" nodeType="afterEffect" fill="hold" presetClass="entr" presetID="10">
                                  <p:stCondLst>
                                    <p:cond delay="0"/>
                                  </p:stCondLst>
                                  <p:childTnLst>
                                    <p:set>
                                      <p:cBhvr>
                                        <p:cTn id="1605" dur="1" fill="hold">
                                          <p:stCondLst>
                                            <p:cond delay="0"/>
                                          </p:stCondLst>
                                        </p:cTn>
                                        <p:tgtEl>
                                          <p:spTgt spid="635"/>
                                        </p:tgtEl>
                                        <p:attrNameLst>
                                          <p:attrName>style.visibility</p:attrName>
                                        </p:attrNameLst>
                                      </p:cBhvr>
                                      <p:to>
                                        <p:strVal val="visible"/>
                                      </p:to>
                                    </p:set>
                                    <p:animEffect filter="fade" transition="in">
                                      <p:cBhvr additive="repl">
                                        <p:cTn id="1606" dur="15"/>
                                        <p:tgtEl>
                                          <p:spTgt spid="635"/>
                                        </p:tgtEl>
                                      </p:cBhvr>
                                    </p:animEffect>
                                  </p:childTnLst>
                                </p:cTn>
                              </p:par>
                            </p:childTnLst>
                          </p:cTn>
                        </p:par>
                        <p:par>
                          <p:cTn id="1607" fill="hold">
                            <p:stCondLst>
                              <p:cond delay="390"/>
                            </p:stCondLst>
                            <p:childTnLst>
                              <p:par>
                                <p:cTn id="1608" nodeType="afterEffect" fill="hold" presetClass="entr" presetID="10">
                                  <p:stCondLst>
                                    <p:cond delay="0"/>
                                  </p:stCondLst>
                                  <p:childTnLst>
                                    <p:set>
                                      <p:cBhvr>
                                        <p:cTn id="1609" dur="1" fill="hold">
                                          <p:stCondLst>
                                            <p:cond delay="0"/>
                                          </p:stCondLst>
                                        </p:cTn>
                                        <p:tgtEl>
                                          <p:spTgt spid="636"/>
                                        </p:tgtEl>
                                        <p:attrNameLst>
                                          <p:attrName>style.visibility</p:attrName>
                                        </p:attrNameLst>
                                      </p:cBhvr>
                                      <p:to>
                                        <p:strVal val="visible"/>
                                      </p:to>
                                    </p:set>
                                    <p:animEffect filter="fade" transition="in">
                                      <p:cBhvr additive="repl">
                                        <p:cTn id="1610" dur="15"/>
                                        <p:tgtEl>
                                          <p:spTgt spid="636"/>
                                        </p:tgtEl>
                                      </p:cBhvr>
                                    </p:animEffect>
                                  </p:childTnLst>
                                </p:cTn>
                              </p:par>
                            </p:childTnLst>
                          </p:cTn>
                        </p:par>
                        <p:par>
                          <p:cTn id="1611" fill="hold">
                            <p:stCondLst>
                              <p:cond delay="405"/>
                            </p:stCondLst>
                            <p:childTnLst>
                              <p:par>
                                <p:cTn id="1612" nodeType="afterEffect" fill="hold" presetClass="entr" presetID="10">
                                  <p:stCondLst>
                                    <p:cond delay="0"/>
                                  </p:stCondLst>
                                  <p:childTnLst>
                                    <p:set>
                                      <p:cBhvr>
                                        <p:cTn id="1613" dur="1" fill="hold">
                                          <p:stCondLst>
                                            <p:cond delay="0"/>
                                          </p:stCondLst>
                                        </p:cTn>
                                        <p:tgtEl>
                                          <p:spTgt spid="637"/>
                                        </p:tgtEl>
                                        <p:attrNameLst>
                                          <p:attrName>style.visibility</p:attrName>
                                        </p:attrNameLst>
                                      </p:cBhvr>
                                      <p:to>
                                        <p:strVal val="visible"/>
                                      </p:to>
                                    </p:set>
                                    <p:animEffect filter="fade" transition="in">
                                      <p:cBhvr additive="repl">
                                        <p:cTn id="1614" dur="15"/>
                                        <p:tgtEl>
                                          <p:spTgt spid="637"/>
                                        </p:tgtEl>
                                      </p:cBhvr>
                                    </p:animEffect>
                                  </p:childTnLst>
                                </p:cTn>
                              </p:par>
                            </p:childTnLst>
                          </p:cTn>
                        </p:par>
                        <p:par>
                          <p:cTn id="1615" fill="hold">
                            <p:stCondLst>
                              <p:cond delay="420"/>
                            </p:stCondLst>
                            <p:childTnLst>
                              <p:par>
                                <p:cTn id="1616" nodeType="afterEffect" fill="hold" presetClass="entr" presetID="10">
                                  <p:stCondLst>
                                    <p:cond delay="0"/>
                                  </p:stCondLst>
                                  <p:childTnLst>
                                    <p:set>
                                      <p:cBhvr>
                                        <p:cTn id="1617" dur="1" fill="hold">
                                          <p:stCondLst>
                                            <p:cond delay="0"/>
                                          </p:stCondLst>
                                        </p:cTn>
                                        <p:tgtEl>
                                          <p:spTgt spid="638"/>
                                        </p:tgtEl>
                                        <p:attrNameLst>
                                          <p:attrName>style.visibility</p:attrName>
                                        </p:attrNameLst>
                                      </p:cBhvr>
                                      <p:to>
                                        <p:strVal val="visible"/>
                                      </p:to>
                                    </p:set>
                                    <p:animEffect filter="fade" transition="in">
                                      <p:cBhvr additive="repl">
                                        <p:cTn id="1618" dur="15"/>
                                        <p:tgtEl>
                                          <p:spTgt spid="638"/>
                                        </p:tgtEl>
                                      </p:cBhvr>
                                    </p:animEffect>
                                  </p:childTnLst>
                                </p:cTn>
                              </p:par>
                            </p:childTnLst>
                          </p:cTn>
                        </p:par>
                        <p:par>
                          <p:cTn id="1619" fill="hold">
                            <p:stCondLst>
                              <p:cond delay="435"/>
                            </p:stCondLst>
                            <p:childTnLst>
                              <p:par>
                                <p:cTn id="1620" nodeType="afterEffect" fill="hold" presetClass="entr" presetID="10">
                                  <p:stCondLst>
                                    <p:cond delay="0"/>
                                  </p:stCondLst>
                                  <p:childTnLst>
                                    <p:set>
                                      <p:cBhvr>
                                        <p:cTn id="1621" dur="1" fill="hold">
                                          <p:stCondLst>
                                            <p:cond delay="0"/>
                                          </p:stCondLst>
                                        </p:cTn>
                                        <p:tgtEl>
                                          <p:spTgt spid="639"/>
                                        </p:tgtEl>
                                        <p:attrNameLst>
                                          <p:attrName>style.visibility</p:attrName>
                                        </p:attrNameLst>
                                      </p:cBhvr>
                                      <p:to>
                                        <p:strVal val="visible"/>
                                      </p:to>
                                    </p:set>
                                    <p:animEffect filter="fade" transition="in">
                                      <p:cBhvr additive="repl">
                                        <p:cTn id="1622" dur="15"/>
                                        <p:tgtEl>
                                          <p:spTgt spid="639"/>
                                        </p:tgtEl>
                                      </p:cBhvr>
                                    </p:animEffect>
                                  </p:childTnLst>
                                </p:cTn>
                              </p:par>
                            </p:childTnLst>
                          </p:cTn>
                        </p:par>
                        <p:par>
                          <p:cTn id="1623" fill="hold">
                            <p:stCondLst>
                              <p:cond delay="450"/>
                            </p:stCondLst>
                            <p:childTnLst>
                              <p:par>
                                <p:cTn id="1624" nodeType="afterEffect" fill="hold" presetClass="entr" presetID="10">
                                  <p:stCondLst>
                                    <p:cond delay="0"/>
                                  </p:stCondLst>
                                  <p:childTnLst>
                                    <p:set>
                                      <p:cBhvr>
                                        <p:cTn id="1625" dur="1" fill="hold">
                                          <p:stCondLst>
                                            <p:cond delay="0"/>
                                          </p:stCondLst>
                                        </p:cTn>
                                        <p:tgtEl>
                                          <p:spTgt spid="640"/>
                                        </p:tgtEl>
                                        <p:attrNameLst>
                                          <p:attrName>style.visibility</p:attrName>
                                        </p:attrNameLst>
                                      </p:cBhvr>
                                      <p:to>
                                        <p:strVal val="visible"/>
                                      </p:to>
                                    </p:set>
                                    <p:animEffect filter="fade" transition="in">
                                      <p:cBhvr additive="repl">
                                        <p:cTn id="1626" dur="15"/>
                                        <p:tgtEl>
                                          <p:spTgt spid="640"/>
                                        </p:tgtEl>
                                      </p:cBhvr>
                                    </p:animEffect>
                                  </p:childTnLst>
                                </p:cTn>
                              </p:par>
                            </p:childTnLst>
                          </p:cTn>
                        </p:par>
                        <p:par>
                          <p:cTn id="1627" fill="hold">
                            <p:stCondLst>
                              <p:cond delay="465"/>
                            </p:stCondLst>
                            <p:childTnLst>
                              <p:par>
                                <p:cTn id="1628" nodeType="afterEffect" fill="hold" presetClass="entr" presetID="10">
                                  <p:stCondLst>
                                    <p:cond delay="0"/>
                                  </p:stCondLst>
                                  <p:childTnLst>
                                    <p:set>
                                      <p:cBhvr>
                                        <p:cTn id="1629" dur="1" fill="hold">
                                          <p:stCondLst>
                                            <p:cond delay="0"/>
                                          </p:stCondLst>
                                        </p:cTn>
                                        <p:tgtEl>
                                          <p:spTgt spid="641"/>
                                        </p:tgtEl>
                                        <p:attrNameLst>
                                          <p:attrName>style.visibility</p:attrName>
                                        </p:attrNameLst>
                                      </p:cBhvr>
                                      <p:to>
                                        <p:strVal val="visible"/>
                                      </p:to>
                                    </p:set>
                                    <p:animEffect filter="fade" transition="in">
                                      <p:cBhvr additive="repl">
                                        <p:cTn id="1630" dur="15"/>
                                        <p:tgtEl>
                                          <p:spTgt spid="641"/>
                                        </p:tgtEl>
                                      </p:cBhvr>
                                    </p:animEffect>
                                  </p:childTnLst>
                                </p:cTn>
                              </p:par>
                            </p:childTnLst>
                          </p:cTn>
                        </p:par>
                        <p:par>
                          <p:cTn id="1631" fill="hold">
                            <p:stCondLst>
                              <p:cond delay="480"/>
                            </p:stCondLst>
                            <p:childTnLst>
                              <p:par>
                                <p:cTn id="1632" nodeType="afterEffect" fill="hold" presetClass="entr" presetID="10">
                                  <p:stCondLst>
                                    <p:cond delay="0"/>
                                  </p:stCondLst>
                                  <p:childTnLst>
                                    <p:set>
                                      <p:cBhvr>
                                        <p:cTn id="1633" dur="1" fill="hold">
                                          <p:stCondLst>
                                            <p:cond delay="0"/>
                                          </p:stCondLst>
                                        </p:cTn>
                                        <p:tgtEl>
                                          <p:spTgt spid="642"/>
                                        </p:tgtEl>
                                        <p:attrNameLst>
                                          <p:attrName>style.visibility</p:attrName>
                                        </p:attrNameLst>
                                      </p:cBhvr>
                                      <p:to>
                                        <p:strVal val="visible"/>
                                      </p:to>
                                    </p:set>
                                    <p:animEffect filter="fade" transition="in">
                                      <p:cBhvr additive="repl">
                                        <p:cTn id="1634" dur="15"/>
                                        <p:tgtEl>
                                          <p:spTgt spid="642"/>
                                        </p:tgtEl>
                                      </p:cBhvr>
                                    </p:animEffect>
                                  </p:childTnLst>
                                </p:cTn>
                              </p:par>
                            </p:childTnLst>
                          </p:cTn>
                        </p:par>
                        <p:par>
                          <p:cTn id="1635" fill="hold">
                            <p:stCondLst>
                              <p:cond delay="495"/>
                            </p:stCondLst>
                            <p:childTnLst>
                              <p:par>
                                <p:cTn id="1636" nodeType="afterEffect" fill="hold" presetClass="entr" presetID="10">
                                  <p:stCondLst>
                                    <p:cond delay="0"/>
                                  </p:stCondLst>
                                  <p:childTnLst>
                                    <p:set>
                                      <p:cBhvr>
                                        <p:cTn id="1637" dur="1" fill="hold">
                                          <p:stCondLst>
                                            <p:cond delay="0"/>
                                          </p:stCondLst>
                                        </p:cTn>
                                        <p:tgtEl>
                                          <p:spTgt spid="643"/>
                                        </p:tgtEl>
                                        <p:attrNameLst>
                                          <p:attrName>style.visibility</p:attrName>
                                        </p:attrNameLst>
                                      </p:cBhvr>
                                      <p:to>
                                        <p:strVal val="visible"/>
                                      </p:to>
                                    </p:set>
                                    <p:animEffect filter="fade" transition="in">
                                      <p:cBhvr additive="repl">
                                        <p:cTn id="1638" dur="15"/>
                                        <p:tgtEl>
                                          <p:spTgt spid="643"/>
                                        </p:tgtEl>
                                      </p:cBhvr>
                                    </p:animEffect>
                                  </p:childTnLst>
                                </p:cTn>
                              </p:par>
                            </p:childTnLst>
                          </p:cTn>
                        </p:par>
                        <p:par>
                          <p:cTn id="1639" fill="hold">
                            <p:stCondLst>
                              <p:cond delay="510"/>
                            </p:stCondLst>
                            <p:childTnLst>
                              <p:par>
                                <p:cTn id="1640" nodeType="afterEffect" fill="hold" presetClass="entr" presetID="10">
                                  <p:stCondLst>
                                    <p:cond delay="0"/>
                                  </p:stCondLst>
                                  <p:childTnLst>
                                    <p:set>
                                      <p:cBhvr>
                                        <p:cTn id="1641" dur="1" fill="hold">
                                          <p:stCondLst>
                                            <p:cond delay="0"/>
                                          </p:stCondLst>
                                        </p:cTn>
                                        <p:tgtEl>
                                          <p:spTgt spid="644"/>
                                        </p:tgtEl>
                                        <p:attrNameLst>
                                          <p:attrName>style.visibility</p:attrName>
                                        </p:attrNameLst>
                                      </p:cBhvr>
                                      <p:to>
                                        <p:strVal val="visible"/>
                                      </p:to>
                                    </p:set>
                                    <p:animEffect filter="fade" transition="in">
                                      <p:cBhvr additive="repl">
                                        <p:cTn id="1642" dur="15"/>
                                        <p:tgtEl>
                                          <p:spTgt spid="644"/>
                                        </p:tgtEl>
                                      </p:cBhvr>
                                    </p:animEffect>
                                  </p:childTnLst>
                                </p:cTn>
                              </p:par>
                            </p:childTnLst>
                          </p:cTn>
                        </p:par>
                        <p:par>
                          <p:cTn id="1643" fill="hold">
                            <p:stCondLst>
                              <p:cond delay="525"/>
                            </p:stCondLst>
                            <p:childTnLst>
                              <p:par>
                                <p:cTn id="1644" nodeType="afterEffect" fill="hold" presetClass="entr" presetID="10">
                                  <p:stCondLst>
                                    <p:cond delay="0"/>
                                  </p:stCondLst>
                                  <p:childTnLst>
                                    <p:set>
                                      <p:cBhvr>
                                        <p:cTn id="1645" dur="1" fill="hold">
                                          <p:stCondLst>
                                            <p:cond delay="0"/>
                                          </p:stCondLst>
                                        </p:cTn>
                                        <p:tgtEl>
                                          <p:spTgt spid="645"/>
                                        </p:tgtEl>
                                        <p:attrNameLst>
                                          <p:attrName>style.visibility</p:attrName>
                                        </p:attrNameLst>
                                      </p:cBhvr>
                                      <p:to>
                                        <p:strVal val="visible"/>
                                      </p:to>
                                    </p:set>
                                    <p:animEffect filter="fade" transition="in">
                                      <p:cBhvr additive="repl">
                                        <p:cTn id="1646" dur="15"/>
                                        <p:tgtEl>
                                          <p:spTgt spid="645"/>
                                        </p:tgtEl>
                                      </p:cBhvr>
                                    </p:animEffect>
                                  </p:childTnLst>
                                </p:cTn>
                              </p:par>
                            </p:childTnLst>
                          </p:cTn>
                        </p:par>
                        <p:par>
                          <p:cTn id="1647" fill="hold">
                            <p:stCondLst>
                              <p:cond delay="540"/>
                            </p:stCondLst>
                            <p:childTnLst>
                              <p:par>
                                <p:cTn id="1648" nodeType="afterEffect" fill="hold" presetClass="entr" presetID="10">
                                  <p:stCondLst>
                                    <p:cond delay="0"/>
                                  </p:stCondLst>
                                  <p:childTnLst>
                                    <p:set>
                                      <p:cBhvr>
                                        <p:cTn id="1649" dur="1" fill="hold">
                                          <p:stCondLst>
                                            <p:cond delay="0"/>
                                          </p:stCondLst>
                                        </p:cTn>
                                        <p:tgtEl>
                                          <p:spTgt spid="646"/>
                                        </p:tgtEl>
                                        <p:attrNameLst>
                                          <p:attrName>style.visibility</p:attrName>
                                        </p:attrNameLst>
                                      </p:cBhvr>
                                      <p:to>
                                        <p:strVal val="visible"/>
                                      </p:to>
                                    </p:set>
                                    <p:animEffect filter="fade" transition="in">
                                      <p:cBhvr additive="repl">
                                        <p:cTn id="1650" dur="15"/>
                                        <p:tgtEl>
                                          <p:spTgt spid="646"/>
                                        </p:tgtEl>
                                      </p:cBhvr>
                                    </p:animEffect>
                                  </p:childTnLst>
                                </p:cTn>
                              </p:par>
                            </p:childTnLst>
                          </p:cTn>
                        </p:par>
                        <p:par>
                          <p:cTn id="1651" fill="hold">
                            <p:stCondLst>
                              <p:cond delay="555"/>
                            </p:stCondLst>
                            <p:childTnLst>
                              <p:par>
                                <p:cTn id="1652" nodeType="afterEffect" fill="hold" presetClass="entr" presetID="10">
                                  <p:stCondLst>
                                    <p:cond delay="0"/>
                                  </p:stCondLst>
                                  <p:childTnLst>
                                    <p:set>
                                      <p:cBhvr>
                                        <p:cTn id="1653" dur="1" fill="hold">
                                          <p:stCondLst>
                                            <p:cond delay="0"/>
                                          </p:stCondLst>
                                        </p:cTn>
                                        <p:tgtEl>
                                          <p:spTgt spid="647"/>
                                        </p:tgtEl>
                                        <p:attrNameLst>
                                          <p:attrName>style.visibility</p:attrName>
                                        </p:attrNameLst>
                                      </p:cBhvr>
                                      <p:to>
                                        <p:strVal val="visible"/>
                                      </p:to>
                                    </p:set>
                                    <p:animEffect filter="fade" transition="in">
                                      <p:cBhvr additive="repl">
                                        <p:cTn id="1654" dur="15"/>
                                        <p:tgtEl>
                                          <p:spTgt spid="647"/>
                                        </p:tgtEl>
                                      </p:cBhvr>
                                    </p:animEffect>
                                  </p:childTnLst>
                                </p:cTn>
                              </p:par>
                            </p:childTnLst>
                          </p:cTn>
                        </p:par>
                        <p:par>
                          <p:cTn id="1655" fill="hold">
                            <p:stCondLst>
                              <p:cond delay="570"/>
                            </p:stCondLst>
                            <p:childTnLst>
                              <p:par>
                                <p:cTn id="1656" nodeType="afterEffect" fill="hold" presetClass="entr" presetID="10">
                                  <p:stCondLst>
                                    <p:cond delay="0"/>
                                  </p:stCondLst>
                                  <p:childTnLst>
                                    <p:set>
                                      <p:cBhvr>
                                        <p:cTn id="1657" dur="1" fill="hold">
                                          <p:stCondLst>
                                            <p:cond delay="0"/>
                                          </p:stCondLst>
                                        </p:cTn>
                                        <p:tgtEl>
                                          <p:spTgt spid="648"/>
                                        </p:tgtEl>
                                        <p:attrNameLst>
                                          <p:attrName>style.visibility</p:attrName>
                                        </p:attrNameLst>
                                      </p:cBhvr>
                                      <p:to>
                                        <p:strVal val="visible"/>
                                      </p:to>
                                    </p:set>
                                    <p:animEffect filter="fade" transition="in">
                                      <p:cBhvr additive="repl">
                                        <p:cTn id="1658" dur="15"/>
                                        <p:tgtEl>
                                          <p:spTgt spid="648"/>
                                        </p:tgtEl>
                                      </p:cBhvr>
                                    </p:animEffect>
                                  </p:childTnLst>
                                </p:cTn>
                              </p:par>
                            </p:childTnLst>
                          </p:cTn>
                        </p:par>
                        <p:par>
                          <p:cTn id="1659" fill="hold">
                            <p:stCondLst>
                              <p:cond delay="585"/>
                            </p:stCondLst>
                            <p:childTnLst>
                              <p:par>
                                <p:cTn id="1660" nodeType="afterEffect" fill="hold" presetClass="entr" presetID="10">
                                  <p:stCondLst>
                                    <p:cond delay="0"/>
                                  </p:stCondLst>
                                  <p:childTnLst>
                                    <p:set>
                                      <p:cBhvr>
                                        <p:cTn id="1661" dur="1" fill="hold">
                                          <p:stCondLst>
                                            <p:cond delay="0"/>
                                          </p:stCondLst>
                                        </p:cTn>
                                        <p:tgtEl>
                                          <p:spTgt spid="649"/>
                                        </p:tgtEl>
                                        <p:attrNameLst>
                                          <p:attrName>style.visibility</p:attrName>
                                        </p:attrNameLst>
                                      </p:cBhvr>
                                      <p:to>
                                        <p:strVal val="visible"/>
                                      </p:to>
                                    </p:set>
                                    <p:animEffect filter="fade" transition="in">
                                      <p:cBhvr additive="repl">
                                        <p:cTn id="1662" dur="15"/>
                                        <p:tgtEl>
                                          <p:spTgt spid="649"/>
                                        </p:tgtEl>
                                      </p:cBhvr>
                                    </p:animEffect>
                                  </p:childTnLst>
                                </p:cTn>
                              </p:par>
                            </p:childTnLst>
                          </p:cTn>
                        </p:par>
                        <p:par>
                          <p:cTn id="1663" fill="hold">
                            <p:stCondLst>
                              <p:cond delay="600"/>
                            </p:stCondLst>
                            <p:childTnLst>
                              <p:par>
                                <p:cTn id="1664" nodeType="afterEffect" fill="hold" presetClass="entr" presetID="10">
                                  <p:stCondLst>
                                    <p:cond delay="0"/>
                                  </p:stCondLst>
                                  <p:childTnLst>
                                    <p:set>
                                      <p:cBhvr>
                                        <p:cTn id="1665" dur="1" fill="hold">
                                          <p:stCondLst>
                                            <p:cond delay="0"/>
                                          </p:stCondLst>
                                        </p:cTn>
                                        <p:tgtEl>
                                          <p:spTgt spid="650"/>
                                        </p:tgtEl>
                                        <p:attrNameLst>
                                          <p:attrName>style.visibility</p:attrName>
                                        </p:attrNameLst>
                                      </p:cBhvr>
                                      <p:to>
                                        <p:strVal val="visible"/>
                                      </p:to>
                                    </p:set>
                                    <p:animEffect filter="fade" transition="in">
                                      <p:cBhvr additive="repl">
                                        <p:cTn id="1666" dur="15"/>
                                        <p:tgtEl>
                                          <p:spTgt spid="650"/>
                                        </p:tgtEl>
                                      </p:cBhvr>
                                    </p:animEffect>
                                  </p:childTnLst>
                                </p:cTn>
                              </p:par>
                            </p:childTnLst>
                          </p:cTn>
                        </p:par>
                        <p:par>
                          <p:cTn id="1667" fill="hold">
                            <p:stCondLst>
                              <p:cond delay="615"/>
                            </p:stCondLst>
                            <p:childTnLst>
                              <p:par>
                                <p:cTn id="1668" nodeType="afterEffect" fill="hold" presetClass="entr" presetID="10">
                                  <p:stCondLst>
                                    <p:cond delay="0"/>
                                  </p:stCondLst>
                                  <p:childTnLst>
                                    <p:set>
                                      <p:cBhvr>
                                        <p:cTn id="1669" dur="1" fill="hold">
                                          <p:stCondLst>
                                            <p:cond delay="0"/>
                                          </p:stCondLst>
                                        </p:cTn>
                                        <p:tgtEl>
                                          <p:spTgt spid="651"/>
                                        </p:tgtEl>
                                        <p:attrNameLst>
                                          <p:attrName>style.visibility</p:attrName>
                                        </p:attrNameLst>
                                      </p:cBhvr>
                                      <p:to>
                                        <p:strVal val="visible"/>
                                      </p:to>
                                    </p:set>
                                    <p:animEffect filter="fade" transition="in">
                                      <p:cBhvr additive="repl">
                                        <p:cTn id="1670" dur="15"/>
                                        <p:tgtEl>
                                          <p:spTgt spid="651"/>
                                        </p:tgtEl>
                                      </p:cBhvr>
                                    </p:animEffect>
                                  </p:childTnLst>
                                </p:cTn>
                              </p:par>
                            </p:childTnLst>
                          </p:cTn>
                        </p:par>
                        <p:par>
                          <p:cTn id="1671" fill="hold">
                            <p:stCondLst>
                              <p:cond delay="630"/>
                            </p:stCondLst>
                            <p:childTnLst>
                              <p:par>
                                <p:cTn id="1672" nodeType="afterEffect" fill="hold" presetClass="entr" presetID="10">
                                  <p:stCondLst>
                                    <p:cond delay="0"/>
                                  </p:stCondLst>
                                  <p:childTnLst>
                                    <p:set>
                                      <p:cBhvr>
                                        <p:cTn id="1673" dur="1" fill="hold">
                                          <p:stCondLst>
                                            <p:cond delay="0"/>
                                          </p:stCondLst>
                                        </p:cTn>
                                        <p:tgtEl>
                                          <p:spTgt spid="652"/>
                                        </p:tgtEl>
                                        <p:attrNameLst>
                                          <p:attrName>style.visibility</p:attrName>
                                        </p:attrNameLst>
                                      </p:cBhvr>
                                      <p:to>
                                        <p:strVal val="visible"/>
                                      </p:to>
                                    </p:set>
                                    <p:animEffect filter="fade" transition="in">
                                      <p:cBhvr additive="repl">
                                        <p:cTn id="1674" dur="15"/>
                                        <p:tgtEl>
                                          <p:spTgt spid="652"/>
                                        </p:tgtEl>
                                      </p:cBhvr>
                                    </p:animEffect>
                                  </p:childTnLst>
                                </p:cTn>
                              </p:par>
                            </p:childTnLst>
                          </p:cTn>
                        </p:par>
                        <p:par>
                          <p:cTn id="1675" fill="hold">
                            <p:stCondLst>
                              <p:cond delay="645"/>
                            </p:stCondLst>
                            <p:childTnLst>
                              <p:par>
                                <p:cTn id="1676" nodeType="afterEffect" fill="hold" presetClass="entr" presetID="10">
                                  <p:stCondLst>
                                    <p:cond delay="0"/>
                                  </p:stCondLst>
                                  <p:childTnLst>
                                    <p:set>
                                      <p:cBhvr>
                                        <p:cTn id="1677" dur="1" fill="hold">
                                          <p:stCondLst>
                                            <p:cond delay="0"/>
                                          </p:stCondLst>
                                        </p:cTn>
                                        <p:tgtEl>
                                          <p:spTgt spid="653"/>
                                        </p:tgtEl>
                                        <p:attrNameLst>
                                          <p:attrName>style.visibility</p:attrName>
                                        </p:attrNameLst>
                                      </p:cBhvr>
                                      <p:to>
                                        <p:strVal val="visible"/>
                                      </p:to>
                                    </p:set>
                                    <p:animEffect filter="fade" transition="in">
                                      <p:cBhvr additive="repl">
                                        <p:cTn id="1678" dur="15"/>
                                        <p:tgtEl>
                                          <p:spTgt spid="653"/>
                                        </p:tgtEl>
                                      </p:cBhvr>
                                    </p:animEffect>
                                  </p:childTnLst>
                                </p:cTn>
                              </p:par>
                            </p:childTnLst>
                          </p:cTn>
                        </p:par>
                        <p:par>
                          <p:cTn id="1679" fill="hold">
                            <p:stCondLst>
                              <p:cond delay="660"/>
                            </p:stCondLst>
                            <p:childTnLst>
                              <p:par>
                                <p:cTn id="1680" nodeType="afterEffect" fill="hold" presetClass="entr" presetID="10">
                                  <p:stCondLst>
                                    <p:cond delay="0"/>
                                  </p:stCondLst>
                                  <p:childTnLst>
                                    <p:set>
                                      <p:cBhvr>
                                        <p:cTn id="1681" dur="1" fill="hold">
                                          <p:stCondLst>
                                            <p:cond delay="0"/>
                                          </p:stCondLst>
                                        </p:cTn>
                                        <p:tgtEl>
                                          <p:spTgt spid="654"/>
                                        </p:tgtEl>
                                        <p:attrNameLst>
                                          <p:attrName>style.visibility</p:attrName>
                                        </p:attrNameLst>
                                      </p:cBhvr>
                                      <p:to>
                                        <p:strVal val="visible"/>
                                      </p:to>
                                    </p:set>
                                    <p:animEffect filter="fade" transition="in">
                                      <p:cBhvr additive="repl">
                                        <p:cTn id="1682" dur="15"/>
                                        <p:tgtEl>
                                          <p:spTgt spid="654"/>
                                        </p:tgtEl>
                                      </p:cBhvr>
                                    </p:animEffect>
                                  </p:childTnLst>
                                </p:cTn>
                              </p:par>
                            </p:childTnLst>
                          </p:cTn>
                        </p:par>
                        <p:par>
                          <p:cTn id="1683" fill="hold">
                            <p:stCondLst>
                              <p:cond delay="675"/>
                            </p:stCondLst>
                            <p:childTnLst>
                              <p:par>
                                <p:cTn id="1684" nodeType="afterEffect" fill="hold" presetClass="entr" presetID="10">
                                  <p:stCondLst>
                                    <p:cond delay="0"/>
                                  </p:stCondLst>
                                  <p:childTnLst>
                                    <p:set>
                                      <p:cBhvr>
                                        <p:cTn id="1685" dur="1" fill="hold">
                                          <p:stCondLst>
                                            <p:cond delay="0"/>
                                          </p:stCondLst>
                                        </p:cTn>
                                        <p:tgtEl>
                                          <p:spTgt spid="655"/>
                                        </p:tgtEl>
                                        <p:attrNameLst>
                                          <p:attrName>style.visibility</p:attrName>
                                        </p:attrNameLst>
                                      </p:cBhvr>
                                      <p:to>
                                        <p:strVal val="visible"/>
                                      </p:to>
                                    </p:set>
                                    <p:animEffect filter="fade" transition="in">
                                      <p:cBhvr additive="repl">
                                        <p:cTn id="1686" dur="15"/>
                                        <p:tgtEl>
                                          <p:spTgt spid="655"/>
                                        </p:tgtEl>
                                      </p:cBhvr>
                                    </p:animEffect>
                                  </p:childTnLst>
                                </p:cTn>
                              </p:par>
                            </p:childTnLst>
                          </p:cTn>
                        </p:par>
                        <p:par>
                          <p:cTn id="1687" fill="hold">
                            <p:stCondLst>
                              <p:cond delay="690"/>
                            </p:stCondLst>
                            <p:childTnLst>
                              <p:par>
                                <p:cTn id="1688" nodeType="afterEffect" fill="hold" presetClass="entr" presetID="10">
                                  <p:stCondLst>
                                    <p:cond delay="0"/>
                                  </p:stCondLst>
                                  <p:childTnLst>
                                    <p:set>
                                      <p:cBhvr>
                                        <p:cTn id="1689" dur="1" fill="hold">
                                          <p:stCondLst>
                                            <p:cond delay="0"/>
                                          </p:stCondLst>
                                        </p:cTn>
                                        <p:tgtEl>
                                          <p:spTgt spid="656"/>
                                        </p:tgtEl>
                                        <p:attrNameLst>
                                          <p:attrName>style.visibility</p:attrName>
                                        </p:attrNameLst>
                                      </p:cBhvr>
                                      <p:to>
                                        <p:strVal val="visible"/>
                                      </p:to>
                                    </p:set>
                                    <p:animEffect filter="fade" transition="in">
                                      <p:cBhvr additive="repl">
                                        <p:cTn id="1690" dur="15"/>
                                        <p:tgtEl>
                                          <p:spTgt spid="656"/>
                                        </p:tgtEl>
                                      </p:cBhvr>
                                    </p:animEffect>
                                  </p:childTnLst>
                                </p:cTn>
                              </p:par>
                            </p:childTnLst>
                          </p:cTn>
                        </p:par>
                        <p:par>
                          <p:cTn id="1691" fill="hold">
                            <p:stCondLst>
                              <p:cond delay="705"/>
                            </p:stCondLst>
                            <p:childTnLst>
                              <p:par>
                                <p:cTn id="1692" nodeType="afterEffect" fill="hold" presetClass="entr" presetID="10">
                                  <p:stCondLst>
                                    <p:cond delay="0"/>
                                  </p:stCondLst>
                                  <p:childTnLst>
                                    <p:set>
                                      <p:cBhvr>
                                        <p:cTn id="1693" dur="1" fill="hold">
                                          <p:stCondLst>
                                            <p:cond delay="0"/>
                                          </p:stCondLst>
                                        </p:cTn>
                                        <p:tgtEl>
                                          <p:spTgt spid="657"/>
                                        </p:tgtEl>
                                        <p:attrNameLst>
                                          <p:attrName>style.visibility</p:attrName>
                                        </p:attrNameLst>
                                      </p:cBhvr>
                                      <p:to>
                                        <p:strVal val="visible"/>
                                      </p:to>
                                    </p:set>
                                    <p:animEffect filter="fade" transition="in">
                                      <p:cBhvr additive="repl">
                                        <p:cTn id="1694" dur="15"/>
                                        <p:tgtEl>
                                          <p:spTgt spid="657"/>
                                        </p:tgtEl>
                                      </p:cBhvr>
                                    </p:animEffect>
                                  </p:childTnLst>
                                </p:cTn>
                              </p:par>
                            </p:childTnLst>
                          </p:cTn>
                        </p:par>
                        <p:par>
                          <p:cTn id="1695" fill="hold">
                            <p:stCondLst>
                              <p:cond delay="720"/>
                            </p:stCondLst>
                            <p:childTnLst>
                              <p:par>
                                <p:cTn id="1696" nodeType="afterEffect" fill="hold" presetClass="entr" presetID="10">
                                  <p:stCondLst>
                                    <p:cond delay="0"/>
                                  </p:stCondLst>
                                  <p:childTnLst>
                                    <p:set>
                                      <p:cBhvr>
                                        <p:cTn id="1697" dur="1" fill="hold">
                                          <p:stCondLst>
                                            <p:cond delay="0"/>
                                          </p:stCondLst>
                                        </p:cTn>
                                        <p:tgtEl>
                                          <p:spTgt spid="658"/>
                                        </p:tgtEl>
                                        <p:attrNameLst>
                                          <p:attrName>style.visibility</p:attrName>
                                        </p:attrNameLst>
                                      </p:cBhvr>
                                      <p:to>
                                        <p:strVal val="visible"/>
                                      </p:to>
                                    </p:set>
                                    <p:animEffect filter="fade" transition="in">
                                      <p:cBhvr additive="repl">
                                        <p:cTn id="1698" dur="15"/>
                                        <p:tgtEl>
                                          <p:spTgt spid="658"/>
                                        </p:tgtEl>
                                      </p:cBhvr>
                                    </p:animEffect>
                                  </p:childTnLst>
                                </p:cTn>
                              </p:par>
                            </p:childTnLst>
                          </p:cTn>
                        </p:par>
                        <p:par>
                          <p:cTn id="1699" fill="hold">
                            <p:stCondLst>
                              <p:cond delay="735"/>
                            </p:stCondLst>
                            <p:childTnLst>
                              <p:par>
                                <p:cTn id="1700" nodeType="afterEffect" fill="hold" presetClass="entr" presetID="10">
                                  <p:stCondLst>
                                    <p:cond delay="0"/>
                                  </p:stCondLst>
                                  <p:childTnLst>
                                    <p:set>
                                      <p:cBhvr>
                                        <p:cTn id="1701" dur="1" fill="hold">
                                          <p:stCondLst>
                                            <p:cond delay="0"/>
                                          </p:stCondLst>
                                        </p:cTn>
                                        <p:tgtEl>
                                          <p:spTgt spid="659"/>
                                        </p:tgtEl>
                                        <p:attrNameLst>
                                          <p:attrName>style.visibility</p:attrName>
                                        </p:attrNameLst>
                                      </p:cBhvr>
                                      <p:to>
                                        <p:strVal val="visible"/>
                                      </p:to>
                                    </p:set>
                                    <p:animEffect filter="fade" transition="in">
                                      <p:cBhvr additive="repl">
                                        <p:cTn id="1702" dur="15"/>
                                        <p:tgtEl>
                                          <p:spTgt spid="659"/>
                                        </p:tgtEl>
                                      </p:cBhvr>
                                    </p:animEffect>
                                  </p:childTnLst>
                                </p:cTn>
                              </p:par>
                            </p:childTnLst>
                          </p:cTn>
                        </p:par>
                        <p:par>
                          <p:cTn id="1703" fill="hold">
                            <p:stCondLst>
                              <p:cond delay="750"/>
                            </p:stCondLst>
                            <p:childTnLst>
                              <p:par>
                                <p:cTn id="1704" nodeType="afterEffect" fill="hold" presetClass="entr" presetID="10">
                                  <p:stCondLst>
                                    <p:cond delay="0"/>
                                  </p:stCondLst>
                                  <p:childTnLst>
                                    <p:set>
                                      <p:cBhvr>
                                        <p:cTn id="1705" dur="1" fill="hold">
                                          <p:stCondLst>
                                            <p:cond delay="0"/>
                                          </p:stCondLst>
                                        </p:cTn>
                                        <p:tgtEl>
                                          <p:spTgt spid="660"/>
                                        </p:tgtEl>
                                        <p:attrNameLst>
                                          <p:attrName>style.visibility</p:attrName>
                                        </p:attrNameLst>
                                      </p:cBhvr>
                                      <p:to>
                                        <p:strVal val="visible"/>
                                      </p:to>
                                    </p:set>
                                    <p:animEffect filter="fade" transition="in">
                                      <p:cBhvr additive="repl">
                                        <p:cTn id="1706" dur="15"/>
                                        <p:tgtEl>
                                          <p:spTgt spid="660"/>
                                        </p:tgtEl>
                                      </p:cBhvr>
                                    </p:animEffect>
                                  </p:childTnLst>
                                </p:cTn>
                              </p:par>
                            </p:childTnLst>
                          </p:cTn>
                        </p:par>
                        <p:par>
                          <p:cTn id="1707" fill="hold">
                            <p:stCondLst>
                              <p:cond delay="765"/>
                            </p:stCondLst>
                            <p:childTnLst>
                              <p:par>
                                <p:cTn id="1708" nodeType="afterEffect" fill="hold" presetClass="entr" presetID="10">
                                  <p:stCondLst>
                                    <p:cond delay="0"/>
                                  </p:stCondLst>
                                  <p:childTnLst>
                                    <p:set>
                                      <p:cBhvr>
                                        <p:cTn id="1709" dur="1" fill="hold">
                                          <p:stCondLst>
                                            <p:cond delay="0"/>
                                          </p:stCondLst>
                                        </p:cTn>
                                        <p:tgtEl>
                                          <p:spTgt spid="661"/>
                                        </p:tgtEl>
                                        <p:attrNameLst>
                                          <p:attrName>style.visibility</p:attrName>
                                        </p:attrNameLst>
                                      </p:cBhvr>
                                      <p:to>
                                        <p:strVal val="visible"/>
                                      </p:to>
                                    </p:set>
                                    <p:animEffect filter="fade" transition="in">
                                      <p:cBhvr additive="repl">
                                        <p:cTn id="1710" dur="15"/>
                                        <p:tgtEl>
                                          <p:spTgt spid="661"/>
                                        </p:tgtEl>
                                      </p:cBhvr>
                                    </p:animEffect>
                                  </p:childTnLst>
                                </p:cTn>
                              </p:par>
                            </p:childTnLst>
                          </p:cTn>
                        </p:par>
                        <p:par>
                          <p:cTn id="1711" fill="hold">
                            <p:stCondLst>
                              <p:cond delay="780"/>
                            </p:stCondLst>
                            <p:childTnLst>
                              <p:par>
                                <p:cTn id="1712" nodeType="afterEffect" fill="hold" presetClass="entr" presetID="10">
                                  <p:stCondLst>
                                    <p:cond delay="0"/>
                                  </p:stCondLst>
                                  <p:childTnLst>
                                    <p:set>
                                      <p:cBhvr>
                                        <p:cTn id="1713" dur="1" fill="hold">
                                          <p:stCondLst>
                                            <p:cond delay="0"/>
                                          </p:stCondLst>
                                        </p:cTn>
                                        <p:tgtEl>
                                          <p:spTgt spid="662"/>
                                        </p:tgtEl>
                                        <p:attrNameLst>
                                          <p:attrName>style.visibility</p:attrName>
                                        </p:attrNameLst>
                                      </p:cBhvr>
                                      <p:to>
                                        <p:strVal val="visible"/>
                                      </p:to>
                                    </p:set>
                                    <p:animEffect filter="fade" transition="in">
                                      <p:cBhvr additive="repl">
                                        <p:cTn id="1714" dur="15"/>
                                        <p:tgtEl>
                                          <p:spTgt spid="662"/>
                                        </p:tgtEl>
                                      </p:cBhvr>
                                    </p:animEffect>
                                  </p:childTnLst>
                                </p:cTn>
                              </p:par>
                            </p:childTnLst>
                          </p:cTn>
                        </p:par>
                        <p:par>
                          <p:cTn id="1715" fill="hold">
                            <p:stCondLst>
                              <p:cond delay="795"/>
                            </p:stCondLst>
                            <p:childTnLst>
                              <p:par>
                                <p:cTn id="1716" nodeType="afterEffect" fill="hold" presetClass="entr" presetID="10">
                                  <p:stCondLst>
                                    <p:cond delay="0"/>
                                  </p:stCondLst>
                                  <p:childTnLst>
                                    <p:set>
                                      <p:cBhvr>
                                        <p:cTn id="1717" dur="1" fill="hold">
                                          <p:stCondLst>
                                            <p:cond delay="0"/>
                                          </p:stCondLst>
                                        </p:cTn>
                                        <p:tgtEl>
                                          <p:spTgt spid="663"/>
                                        </p:tgtEl>
                                        <p:attrNameLst>
                                          <p:attrName>style.visibility</p:attrName>
                                        </p:attrNameLst>
                                      </p:cBhvr>
                                      <p:to>
                                        <p:strVal val="visible"/>
                                      </p:to>
                                    </p:set>
                                    <p:animEffect filter="fade" transition="in">
                                      <p:cBhvr additive="repl">
                                        <p:cTn id="1718" dur="15"/>
                                        <p:tgtEl>
                                          <p:spTgt spid="663"/>
                                        </p:tgtEl>
                                      </p:cBhvr>
                                    </p:animEffect>
                                  </p:childTnLst>
                                </p:cTn>
                              </p:par>
                            </p:childTnLst>
                          </p:cTn>
                        </p:par>
                        <p:par>
                          <p:cTn id="1719" fill="hold">
                            <p:stCondLst>
                              <p:cond delay="810"/>
                            </p:stCondLst>
                            <p:childTnLst>
                              <p:par>
                                <p:cTn id="1720" nodeType="afterEffect" fill="hold" presetClass="entr" presetID="10">
                                  <p:stCondLst>
                                    <p:cond delay="0"/>
                                  </p:stCondLst>
                                  <p:childTnLst>
                                    <p:set>
                                      <p:cBhvr>
                                        <p:cTn id="1721" dur="1" fill="hold">
                                          <p:stCondLst>
                                            <p:cond delay="0"/>
                                          </p:stCondLst>
                                        </p:cTn>
                                        <p:tgtEl>
                                          <p:spTgt spid="664"/>
                                        </p:tgtEl>
                                        <p:attrNameLst>
                                          <p:attrName>style.visibility</p:attrName>
                                        </p:attrNameLst>
                                      </p:cBhvr>
                                      <p:to>
                                        <p:strVal val="visible"/>
                                      </p:to>
                                    </p:set>
                                    <p:animEffect filter="fade" transition="in">
                                      <p:cBhvr additive="repl">
                                        <p:cTn id="1722" dur="15"/>
                                        <p:tgtEl>
                                          <p:spTgt spid="664"/>
                                        </p:tgtEl>
                                      </p:cBhvr>
                                    </p:animEffect>
                                  </p:childTnLst>
                                </p:cTn>
                              </p:par>
                            </p:childTnLst>
                          </p:cTn>
                        </p:par>
                        <p:par>
                          <p:cTn id="1723" fill="hold">
                            <p:stCondLst>
                              <p:cond delay="825"/>
                            </p:stCondLst>
                            <p:childTnLst>
                              <p:par>
                                <p:cTn id="1724" nodeType="afterEffect" fill="hold" presetClass="entr" presetID="10">
                                  <p:stCondLst>
                                    <p:cond delay="0"/>
                                  </p:stCondLst>
                                  <p:childTnLst>
                                    <p:set>
                                      <p:cBhvr>
                                        <p:cTn id="1725" dur="1" fill="hold">
                                          <p:stCondLst>
                                            <p:cond delay="0"/>
                                          </p:stCondLst>
                                        </p:cTn>
                                        <p:tgtEl>
                                          <p:spTgt spid="665"/>
                                        </p:tgtEl>
                                        <p:attrNameLst>
                                          <p:attrName>style.visibility</p:attrName>
                                        </p:attrNameLst>
                                      </p:cBhvr>
                                      <p:to>
                                        <p:strVal val="visible"/>
                                      </p:to>
                                    </p:set>
                                    <p:animEffect filter="fade" transition="in">
                                      <p:cBhvr additive="repl">
                                        <p:cTn id="1726" dur="15"/>
                                        <p:tgtEl>
                                          <p:spTgt spid="665"/>
                                        </p:tgtEl>
                                      </p:cBhvr>
                                    </p:animEffect>
                                  </p:childTnLst>
                                </p:cTn>
                              </p:par>
                            </p:childTnLst>
                          </p:cTn>
                        </p:par>
                        <p:par>
                          <p:cTn id="1727" fill="hold">
                            <p:stCondLst>
                              <p:cond delay="840"/>
                            </p:stCondLst>
                            <p:childTnLst>
                              <p:par>
                                <p:cTn id="1728" nodeType="afterEffect" fill="hold" presetClass="entr" presetID="10">
                                  <p:stCondLst>
                                    <p:cond delay="0"/>
                                  </p:stCondLst>
                                  <p:childTnLst>
                                    <p:set>
                                      <p:cBhvr>
                                        <p:cTn id="1729" dur="1" fill="hold">
                                          <p:stCondLst>
                                            <p:cond delay="0"/>
                                          </p:stCondLst>
                                        </p:cTn>
                                        <p:tgtEl>
                                          <p:spTgt spid="666"/>
                                        </p:tgtEl>
                                        <p:attrNameLst>
                                          <p:attrName>style.visibility</p:attrName>
                                        </p:attrNameLst>
                                      </p:cBhvr>
                                      <p:to>
                                        <p:strVal val="visible"/>
                                      </p:to>
                                    </p:set>
                                    <p:animEffect filter="fade" transition="in">
                                      <p:cBhvr additive="repl">
                                        <p:cTn id="1730" dur="15"/>
                                        <p:tgtEl>
                                          <p:spTgt spid="666"/>
                                        </p:tgtEl>
                                      </p:cBhvr>
                                    </p:animEffect>
                                  </p:childTnLst>
                                </p:cTn>
                              </p:par>
                            </p:childTnLst>
                          </p:cTn>
                        </p:par>
                        <p:par>
                          <p:cTn id="1731" fill="hold">
                            <p:stCondLst>
                              <p:cond delay="855"/>
                            </p:stCondLst>
                            <p:childTnLst>
                              <p:par>
                                <p:cTn id="1732" nodeType="afterEffect" fill="hold" presetClass="entr" presetID="10">
                                  <p:stCondLst>
                                    <p:cond delay="0"/>
                                  </p:stCondLst>
                                  <p:childTnLst>
                                    <p:set>
                                      <p:cBhvr>
                                        <p:cTn id="1733" dur="1" fill="hold">
                                          <p:stCondLst>
                                            <p:cond delay="0"/>
                                          </p:stCondLst>
                                        </p:cTn>
                                        <p:tgtEl>
                                          <p:spTgt spid="667"/>
                                        </p:tgtEl>
                                        <p:attrNameLst>
                                          <p:attrName>style.visibility</p:attrName>
                                        </p:attrNameLst>
                                      </p:cBhvr>
                                      <p:to>
                                        <p:strVal val="visible"/>
                                      </p:to>
                                    </p:set>
                                    <p:animEffect filter="fade" transition="in">
                                      <p:cBhvr additive="repl">
                                        <p:cTn id="1734" dur="15"/>
                                        <p:tgtEl>
                                          <p:spTgt spid="667"/>
                                        </p:tgtEl>
                                      </p:cBhvr>
                                    </p:animEffect>
                                  </p:childTnLst>
                                </p:cTn>
                              </p:par>
                            </p:childTnLst>
                          </p:cTn>
                        </p:par>
                        <p:par>
                          <p:cTn id="1735" fill="hold">
                            <p:stCondLst>
                              <p:cond delay="870"/>
                            </p:stCondLst>
                            <p:childTnLst>
                              <p:par>
                                <p:cTn id="1736" nodeType="afterEffect" fill="hold" presetClass="entr" presetID="10">
                                  <p:stCondLst>
                                    <p:cond delay="0"/>
                                  </p:stCondLst>
                                  <p:childTnLst>
                                    <p:set>
                                      <p:cBhvr>
                                        <p:cTn id="1737" dur="1" fill="hold">
                                          <p:stCondLst>
                                            <p:cond delay="0"/>
                                          </p:stCondLst>
                                        </p:cTn>
                                        <p:tgtEl>
                                          <p:spTgt spid="668"/>
                                        </p:tgtEl>
                                        <p:attrNameLst>
                                          <p:attrName>style.visibility</p:attrName>
                                        </p:attrNameLst>
                                      </p:cBhvr>
                                      <p:to>
                                        <p:strVal val="visible"/>
                                      </p:to>
                                    </p:set>
                                    <p:animEffect filter="fade" transition="in">
                                      <p:cBhvr additive="repl">
                                        <p:cTn id="1738" dur="15"/>
                                        <p:tgtEl>
                                          <p:spTgt spid="668"/>
                                        </p:tgtEl>
                                      </p:cBhvr>
                                    </p:animEffect>
                                  </p:childTnLst>
                                </p:cTn>
                              </p:par>
                            </p:childTnLst>
                          </p:cTn>
                        </p:par>
                        <p:par>
                          <p:cTn id="1739" fill="hold">
                            <p:stCondLst>
                              <p:cond delay="885"/>
                            </p:stCondLst>
                            <p:childTnLst>
                              <p:par>
                                <p:cTn id="1740" nodeType="afterEffect" fill="hold" presetClass="entr" presetID="10">
                                  <p:stCondLst>
                                    <p:cond delay="0"/>
                                  </p:stCondLst>
                                  <p:childTnLst>
                                    <p:set>
                                      <p:cBhvr>
                                        <p:cTn id="1741" dur="1" fill="hold">
                                          <p:stCondLst>
                                            <p:cond delay="0"/>
                                          </p:stCondLst>
                                        </p:cTn>
                                        <p:tgtEl>
                                          <p:spTgt spid="669"/>
                                        </p:tgtEl>
                                        <p:attrNameLst>
                                          <p:attrName>style.visibility</p:attrName>
                                        </p:attrNameLst>
                                      </p:cBhvr>
                                      <p:to>
                                        <p:strVal val="visible"/>
                                      </p:to>
                                    </p:set>
                                    <p:animEffect filter="fade" transition="in">
                                      <p:cBhvr additive="repl">
                                        <p:cTn id="1742" dur="15"/>
                                        <p:tgtEl>
                                          <p:spTgt spid="669"/>
                                        </p:tgtEl>
                                      </p:cBhvr>
                                    </p:animEffect>
                                  </p:childTnLst>
                                </p:cTn>
                              </p:par>
                            </p:childTnLst>
                          </p:cTn>
                        </p:par>
                        <p:par>
                          <p:cTn id="1743" fill="hold">
                            <p:stCondLst>
                              <p:cond delay="900"/>
                            </p:stCondLst>
                            <p:childTnLst>
                              <p:par>
                                <p:cTn id="1744" nodeType="afterEffect" fill="hold" presetClass="entr" presetID="10">
                                  <p:stCondLst>
                                    <p:cond delay="0"/>
                                  </p:stCondLst>
                                  <p:childTnLst>
                                    <p:set>
                                      <p:cBhvr>
                                        <p:cTn id="1745" dur="1" fill="hold">
                                          <p:stCondLst>
                                            <p:cond delay="0"/>
                                          </p:stCondLst>
                                        </p:cTn>
                                        <p:tgtEl>
                                          <p:spTgt spid="670"/>
                                        </p:tgtEl>
                                        <p:attrNameLst>
                                          <p:attrName>style.visibility</p:attrName>
                                        </p:attrNameLst>
                                      </p:cBhvr>
                                      <p:to>
                                        <p:strVal val="visible"/>
                                      </p:to>
                                    </p:set>
                                    <p:animEffect filter="fade" transition="in">
                                      <p:cBhvr additive="repl">
                                        <p:cTn id="1746" dur="15"/>
                                        <p:tgtEl>
                                          <p:spTgt spid="670"/>
                                        </p:tgtEl>
                                      </p:cBhvr>
                                    </p:animEffect>
                                  </p:childTnLst>
                                </p:cTn>
                              </p:par>
                            </p:childTnLst>
                          </p:cTn>
                        </p:par>
                        <p:par>
                          <p:cTn id="1747" fill="hold">
                            <p:stCondLst>
                              <p:cond delay="915"/>
                            </p:stCondLst>
                            <p:childTnLst>
                              <p:par>
                                <p:cTn id="1748" nodeType="afterEffect" fill="hold" presetClass="entr" presetID="10">
                                  <p:stCondLst>
                                    <p:cond delay="0"/>
                                  </p:stCondLst>
                                  <p:childTnLst>
                                    <p:set>
                                      <p:cBhvr>
                                        <p:cTn id="1749" dur="1" fill="hold">
                                          <p:stCondLst>
                                            <p:cond delay="0"/>
                                          </p:stCondLst>
                                        </p:cTn>
                                        <p:tgtEl>
                                          <p:spTgt spid="671"/>
                                        </p:tgtEl>
                                        <p:attrNameLst>
                                          <p:attrName>style.visibility</p:attrName>
                                        </p:attrNameLst>
                                      </p:cBhvr>
                                      <p:to>
                                        <p:strVal val="visible"/>
                                      </p:to>
                                    </p:set>
                                    <p:animEffect filter="fade" transition="in">
                                      <p:cBhvr additive="repl">
                                        <p:cTn id="1750" dur="15"/>
                                        <p:tgtEl>
                                          <p:spTgt spid="671"/>
                                        </p:tgtEl>
                                      </p:cBhvr>
                                    </p:animEffect>
                                  </p:childTnLst>
                                </p:cTn>
                              </p:par>
                            </p:childTnLst>
                          </p:cTn>
                        </p:par>
                        <p:par>
                          <p:cTn id="1751" fill="hold">
                            <p:stCondLst>
                              <p:cond delay="930"/>
                            </p:stCondLst>
                            <p:childTnLst>
                              <p:par>
                                <p:cTn id="1752" nodeType="afterEffect" fill="hold" presetClass="entr" presetID="10">
                                  <p:stCondLst>
                                    <p:cond delay="0"/>
                                  </p:stCondLst>
                                  <p:childTnLst>
                                    <p:set>
                                      <p:cBhvr>
                                        <p:cTn id="1753" dur="1" fill="hold">
                                          <p:stCondLst>
                                            <p:cond delay="0"/>
                                          </p:stCondLst>
                                        </p:cTn>
                                        <p:tgtEl>
                                          <p:spTgt spid="672"/>
                                        </p:tgtEl>
                                        <p:attrNameLst>
                                          <p:attrName>style.visibility</p:attrName>
                                        </p:attrNameLst>
                                      </p:cBhvr>
                                      <p:to>
                                        <p:strVal val="visible"/>
                                      </p:to>
                                    </p:set>
                                    <p:animEffect filter="fade" transition="in">
                                      <p:cBhvr additive="repl">
                                        <p:cTn id="1754" dur="15"/>
                                        <p:tgtEl>
                                          <p:spTgt spid="672"/>
                                        </p:tgtEl>
                                      </p:cBhvr>
                                    </p:animEffect>
                                  </p:childTnLst>
                                </p:cTn>
                              </p:par>
                            </p:childTnLst>
                          </p:cTn>
                        </p:par>
                        <p:par>
                          <p:cTn id="1755" fill="hold">
                            <p:stCondLst>
                              <p:cond delay="945"/>
                            </p:stCondLst>
                            <p:childTnLst>
                              <p:par>
                                <p:cTn id="1756" nodeType="afterEffect" fill="hold" presetClass="entr" presetID="10">
                                  <p:stCondLst>
                                    <p:cond delay="0"/>
                                  </p:stCondLst>
                                  <p:childTnLst>
                                    <p:set>
                                      <p:cBhvr>
                                        <p:cTn id="1757" dur="1" fill="hold">
                                          <p:stCondLst>
                                            <p:cond delay="0"/>
                                          </p:stCondLst>
                                        </p:cTn>
                                        <p:tgtEl>
                                          <p:spTgt spid="673"/>
                                        </p:tgtEl>
                                        <p:attrNameLst>
                                          <p:attrName>style.visibility</p:attrName>
                                        </p:attrNameLst>
                                      </p:cBhvr>
                                      <p:to>
                                        <p:strVal val="visible"/>
                                      </p:to>
                                    </p:set>
                                    <p:animEffect filter="fade" transition="in">
                                      <p:cBhvr additive="repl">
                                        <p:cTn id="1758" dur="15"/>
                                        <p:tgtEl>
                                          <p:spTgt spid="673"/>
                                        </p:tgtEl>
                                      </p:cBhvr>
                                    </p:animEffect>
                                  </p:childTnLst>
                                </p:cTn>
                              </p:par>
                            </p:childTnLst>
                          </p:cTn>
                        </p:par>
                        <p:par>
                          <p:cTn id="1759" fill="hold">
                            <p:stCondLst>
                              <p:cond delay="960"/>
                            </p:stCondLst>
                            <p:childTnLst>
                              <p:par>
                                <p:cTn id="1760" nodeType="afterEffect" fill="hold" presetClass="entr" presetID="10">
                                  <p:stCondLst>
                                    <p:cond delay="0"/>
                                  </p:stCondLst>
                                  <p:childTnLst>
                                    <p:set>
                                      <p:cBhvr>
                                        <p:cTn id="1761" dur="1" fill="hold">
                                          <p:stCondLst>
                                            <p:cond delay="0"/>
                                          </p:stCondLst>
                                        </p:cTn>
                                        <p:tgtEl>
                                          <p:spTgt spid="674"/>
                                        </p:tgtEl>
                                        <p:attrNameLst>
                                          <p:attrName>style.visibility</p:attrName>
                                        </p:attrNameLst>
                                      </p:cBhvr>
                                      <p:to>
                                        <p:strVal val="visible"/>
                                      </p:to>
                                    </p:set>
                                    <p:animEffect filter="fade" transition="in">
                                      <p:cBhvr additive="repl">
                                        <p:cTn id="1762" dur="15"/>
                                        <p:tgtEl>
                                          <p:spTgt spid="674"/>
                                        </p:tgtEl>
                                      </p:cBhvr>
                                    </p:animEffect>
                                  </p:childTnLst>
                                </p:cTn>
                              </p:par>
                            </p:childTnLst>
                          </p:cTn>
                        </p:par>
                        <p:par>
                          <p:cTn id="1763" fill="hold">
                            <p:stCondLst>
                              <p:cond delay="975"/>
                            </p:stCondLst>
                            <p:childTnLst>
                              <p:par>
                                <p:cTn id="1764" nodeType="afterEffect" fill="hold" presetClass="entr" presetID="10">
                                  <p:stCondLst>
                                    <p:cond delay="0"/>
                                  </p:stCondLst>
                                  <p:childTnLst>
                                    <p:set>
                                      <p:cBhvr>
                                        <p:cTn id="1765" dur="1" fill="hold">
                                          <p:stCondLst>
                                            <p:cond delay="0"/>
                                          </p:stCondLst>
                                        </p:cTn>
                                        <p:tgtEl>
                                          <p:spTgt spid="675"/>
                                        </p:tgtEl>
                                        <p:attrNameLst>
                                          <p:attrName>style.visibility</p:attrName>
                                        </p:attrNameLst>
                                      </p:cBhvr>
                                      <p:to>
                                        <p:strVal val="visible"/>
                                      </p:to>
                                    </p:set>
                                    <p:animEffect filter="fade" transition="in">
                                      <p:cBhvr additive="repl">
                                        <p:cTn id="1766" dur="15"/>
                                        <p:tgtEl>
                                          <p:spTgt spid="675"/>
                                        </p:tgtEl>
                                      </p:cBhvr>
                                    </p:animEffect>
                                  </p:childTnLst>
                                </p:cTn>
                              </p:par>
                            </p:childTnLst>
                          </p:cTn>
                        </p:par>
                        <p:par>
                          <p:cTn id="1767" fill="hold">
                            <p:stCondLst>
                              <p:cond delay="990"/>
                            </p:stCondLst>
                            <p:childTnLst>
                              <p:par>
                                <p:cTn id="1768" nodeType="afterEffect" fill="hold" presetClass="entr" presetID="10">
                                  <p:stCondLst>
                                    <p:cond delay="0"/>
                                  </p:stCondLst>
                                  <p:childTnLst>
                                    <p:set>
                                      <p:cBhvr>
                                        <p:cTn id="1769" dur="1" fill="hold">
                                          <p:stCondLst>
                                            <p:cond delay="0"/>
                                          </p:stCondLst>
                                        </p:cTn>
                                        <p:tgtEl>
                                          <p:spTgt spid="676"/>
                                        </p:tgtEl>
                                        <p:attrNameLst>
                                          <p:attrName>style.visibility</p:attrName>
                                        </p:attrNameLst>
                                      </p:cBhvr>
                                      <p:to>
                                        <p:strVal val="visible"/>
                                      </p:to>
                                    </p:set>
                                    <p:animEffect filter="fade" transition="in">
                                      <p:cBhvr additive="repl">
                                        <p:cTn id="1770" dur="15"/>
                                        <p:tgtEl>
                                          <p:spTgt spid="676"/>
                                        </p:tgtEl>
                                      </p:cBhvr>
                                    </p:animEffect>
                                  </p:childTnLst>
                                </p:cTn>
                              </p:par>
                            </p:childTnLst>
                          </p:cTn>
                        </p:par>
                        <p:par>
                          <p:cTn id="1771" fill="hold">
                            <p:stCondLst>
                              <p:cond delay="1004"/>
                            </p:stCondLst>
                            <p:childTnLst>
                              <p:par>
                                <p:cTn id="1772" nodeType="afterEffect" fill="hold" presetClass="entr" presetID="10">
                                  <p:stCondLst>
                                    <p:cond delay="0"/>
                                  </p:stCondLst>
                                  <p:childTnLst>
                                    <p:set>
                                      <p:cBhvr>
                                        <p:cTn id="1773" dur="1" fill="hold">
                                          <p:stCondLst>
                                            <p:cond delay="0"/>
                                          </p:stCondLst>
                                        </p:cTn>
                                        <p:tgtEl>
                                          <p:spTgt spid="677"/>
                                        </p:tgtEl>
                                        <p:attrNameLst>
                                          <p:attrName>style.visibility</p:attrName>
                                        </p:attrNameLst>
                                      </p:cBhvr>
                                      <p:to>
                                        <p:strVal val="visible"/>
                                      </p:to>
                                    </p:set>
                                    <p:animEffect filter="fade" transition="in">
                                      <p:cBhvr additive="repl">
                                        <p:cTn id="1774" dur="15"/>
                                        <p:tgtEl>
                                          <p:spTgt spid="677"/>
                                        </p:tgtEl>
                                      </p:cBhvr>
                                    </p:animEffect>
                                  </p:childTnLst>
                                </p:cTn>
                              </p:par>
                            </p:childTnLst>
                          </p:cTn>
                        </p:par>
                        <p:par>
                          <p:cTn id="1775" fill="hold">
                            <p:stCondLst>
                              <p:cond delay="1020"/>
                            </p:stCondLst>
                            <p:childTnLst>
                              <p:par>
                                <p:cTn id="1776" nodeType="afterEffect" fill="hold" presetClass="entr" presetID="10">
                                  <p:stCondLst>
                                    <p:cond delay="0"/>
                                  </p:stCondLst>
                                  <p:childTnLst>
                                    <p:set>
                                      <p:cBhvr>
                                        <p:cTn id="1777" dur="1" fill="hold">
                                          <p:stCondLst>
                                            <p:cond delay="0"/>
                                          </p:stCondLst>
                                        </p:cTn>
                                        <p:tgtEl>
                                          <p:spTgt spid="678"/>
                                        </p:tgtEl>
                                        <p:attrNameLst>
                                          <p:attrName>style.visibility</p:attrName>
                                        </p:attrNameLst>
                                      </p:cBhvr>
                                      <p:to>
                                        <p:strVal val="visible"/>
                                      </p:to>
                                    </p:set>
                                    <p:animEffect filter="fade" transition="in">
                                      <p:cBhvr additive="repl">
                                        <p:cTn id="1778" dur="15"/>
                                        <p:tgtEl>
                                          <p:spTgt spid="678"/>
                                        </p:tgtEl>
                                      </p:cBhvr>
                                    </p:animEffect>
                                  </p:childTnLst>
                                </p:cTn>
                              </p:par>
                            </p:childTnLst>
                          </p:cTn>
                        </p:par>
                        <p:par>
                          <p:cTn id="1779" fill="hold">
                            <p:stCondLst>
                              <p:cond delay="1035"/>
                            </p:stCondLst>
                            <p:childTnLst>
                              <p:par>
                                <p:cTn id="1780" nodeType="afterEffect" fill="hold" presetClass="entr" presetID="10">
                                  <p:stCondLst>
                                    <p:cond delay="0"/>
                                  </p:stCondLst>
                                  <p:childTnLst>
                                    <p:set>
                                      <p:cBhvr>
                                        <p:cTn id="1781" dur="1" fill="hold">
                                          <p:stCondLst>
                                            <p:cond delay="0"/>
                                          </p:stCondLst>
                                        </p:cTn>
                                        <p:tgtEl>
                                          <p:spTgt spid="679"/>
                                        </p:tgtEl>
                                        <p:attrNameLst>
                                          <p:attrName>style.visibility</p:attrName>
                                        </p:attrNameLst>
                                      </p:cBhvr>
                                      <p:to>
                                        <p:strVal val="visible"/>
                                      </p:to>
                                    </p:set>
                                    <p:animEffect filter="fade" transition="in">
                                      <p:cBhvr additive="repl">
                                        <p:cTn id="1782" dur="15"/>
                                        <p:tgtEl>
                                          <p:spTgt spid="679"/>
                                        </p:tgtEl>
                                      </p:cBhvr>
                                    </p:animEffect>
                                  </p:childTnLst>
                                </p:cTn>
                              </p:par>
                            </p:childTnLst>
                          </p:cTn>
                        </p:par>
                        <p:par>
                          <p:cTn id="1783" fill="hold">
                            <p:stCondLst>
                              <p:cond delay="1050"/>
                            </p:stCondLst>
                            <p:childTnLst>
                              <p:par>
                                <p:cTn id="1784" nodeType="afterEffect" fill="hold" presetClass="entr" presetID="10">
                                  <p:stCondLst>
                                    <p:cond delay="0"/>
                                  </p:stCondLst>
                                  <p:childTnLst>
                                    <p:set>
                                      <p:cBhvr>
                                        <p:cTn id="1785" dur="1" fill="hold">
                                          <p:stCondLst>
                                            <p:cond delay="0"/>
                                          </p:stCondLst>
                                        </p:cTn>
                                        <p:tgtEl>
                                          <p:spTgt spid="680"/>
                                        </p:tgtEl>
                                        <p:attrNameLst>
                                          <p:attrName>style.visibility</p:attrName>
                                        </p:attrNameLst>
                                      </p:cBhvr>
                                      <p:to>
                                        <p:strVal val="visible"/>
                                      </p:to>
                                    </p:set>
                                    <p:animEffect filter="fade" transition="in">
                                      <p:cBhvr additive="repl">
                                        <p:cTn id="1786" dur="15"/>
                                        <p:tgtEl>
                                          <p:spTgt spid="680"/>
                                        </p:tgtEl>
                                      </p:cBhvr>
                                    </p:animEffect>
                                  </p:childTnLst>
                                </p:cTn>
                              </p:par>
                            </p:childTnLst>
                          </p:cTn>
                        </p:par>
                        <p:par>
                          <p:cTn id="1787" fill="hold">
                            <p:stCondLst>
                              <p:cond delay="1065"/>
                            </p:stCondLst>
                            <p:childTnLst>
                              <p:par>
                                <p:cTn id="1788" nodeType="afterEffect" fill="hold" presetClass="entr" presetID="10">
                                  <p:stCondLst>
                                    <p:cond delay="0"/>
                                  </p:stCondLst>
                                  <p:childTnLst>
                                    <p:set>
                                      <p:cBhvr>
                                        <p:cTn id="1789" dur="1" fill="hold">
                                          <p:stCondLst>
                                            <p:cond delay="0"/>
                                          </p:stCondLst>
                                        </p:cTn>
                                        <p:tgtEl>
                                          <p:spTgt spid="681"/>
                                        </p:tgtEl>
                                        <p:attrNameLst>
                                          <p:attrName>style.visibility</p:attrName>
                                        </p:attrNameLst>
                                      </p:cBhvr>
                                      <p:to>
                                        <p:strVal val="visible"/>
                                      </p:to>
                                    </p:set>
                                    <p:animEffect filter="fade" transition="in">
                                      <p:cBhvr additive="repl">
                                        <p:cTn id="1790" dur="15"/>
                                        <p:tgtEl>
                                          <p:spTgt spid="681"/>
                                        </p:tgtEl>
                                      </p:cBhvr>
                                    </p:animEffect>
                                  </p:childTnLst>
                                </p:cTn>
                              </p:par>
                            </p:childTnLst>
                          </p:cTn>
                        </p:par>
                        <p:par>
                          <p:cTn id="1791" fill="hold">
                            <p:stCondLst>
                              <p:cond delay="1080"/>
                            </p:stCondLst>
                            <p:childTnLst>
                              <p:par>
                                <p:cTn id="1792" nodeType="afterEffect" fill="hold" presetClass="entr" presetID="10">
                                  <p:stCondLst>
                                    <p:cond delay="0"/>
                                  </p:stCondLst>
                                  <p:childTnLst>
                                    <p:set>
                                      <p:cBhvr>
                                        <p:cTn id="1793" dur="1" fill="hold">
                                          <p:stCondLst>
                                            <p:cond delay="0"/>
                                          </p:stCondLst>
                                        </p:cTn>
                                        <p:tgtEl>
                                          <p:spTgt spid="682"/>
                                        </p:tgtEl>
                                        <p:attrNameLst>
                                          <p:attrName>style.visibility</p:attrName>
                                        </p:attrNameLst>
                                      </p:cBhvr>
                                      <p:to>
                                        <p:strVal val="visible"/>
                                      </p:to>
                                    </p:set>
                                    <p:animEffect filter="fade" transition="in">
                                      <p:cBhvr additive="repl">
                                        <p:cTn id="1794" dur="15"/>
                                        <p:tgtEl>
                                          <p:spTgt spid="682"/>
                                        </p:tgtEl>
                                      </p:cBhvr>
                                    </p:animEffect>
                                  </p:childTnLst>
                                </p:cTn>
                              </p:par>
                            </p:childTnLst>
                          </p:cTn>
                        </p:par>
                        <p:par>
                          <p:cTn id="1795" fill="hold">
                            <p:stCondLst>
                              <p:cond delay="1095"/>
                            </p:stCondLst>
                            <p:childTnLst>
                              <p:par>
                                <p:cTn id="1796" nodeType="afterEffect" fill="hold" presetClass="entr" presetID="10">
                                  <p:stCondLst>
                                    <p:cond delay="0"/>
                                  </p:stCondLst>
                                  <p:childTnLst>
                                    <p:set>
                                      <p:cBhvr>
                                        <p:cTn id="1797" dur="1" fill="hold">
                                          <p:stCondLst>
                                            <p:cond delay="0"/>
                                          </p:stCondLst>
                                        </p:cTn>
                                        <p:tgtEl>
                                          <p:spTgt spid="683"/>
                                        </p:tgtEl>
                                        <p:attrNameLst>
                                          <p:attrName>style.visibility</p:attrName>
                                        </p:attrNameLst>
                                      </p:cBhvr>
                                      <p:to>
                                        <p:strVal val="visible"/>
                                      </p:to>
                                    </p:set>
                                    <p:animEffect filter="fade" transition="in">
                                      <p:cBhvr additive="repl">
                                        <p:cTn id="1798" dur="15"/>
                                        <p:tgtEl>
                                          <p:spTgt spid="683"/>
                                        </p:tgtEl>
                                      </p:cBhvr>
                                    </p:animEffect>
                                  </p:childTnLst>
                                </p:cTn>
                              </p:par>
                            </p:childTnLst>
                          </p:cTn>
                        </p:par>
                        <p:par>
                          <p:cTn id="1799" fill="hold">
                            <p:stCondLst>
                              <p:cond delay="1110"/>
                            </p:stCondLst>
                            <p:childTnLst>
                              <p:par>
                                <p:cTn id="1800" nodeType="afterEffect" fill="hold" presetClass="entr" presetID="10">
                                  <p:stCondLst>
                                    <p:cond delay="0"/>
                                  </p:stCondLst>
                                  <p:childTnLst>
                                    <p:set>
                                      <p:cBhvr>
                                        <p:cTn id="1801" dur="1" fill="hold">
                                          <p:stCondLst>
                                            <p:cond delay="0"/>
                                          </p:stCondLst>
                                        </p:cTn>
                                        <p:tgtEl>
                                          <p:spTgt spid="684"/>
                                        </p:tgtEl>
                                        <p:attrNameLst>
                                          <p:attrName>style.visibility</p:attrName>
                                        </p:attrNameLst>
                                      </p:cBhvr>
                                      <p:to>
                                        <p:strVal val="visible"/>
                                      </p:to>
                                    </p:set>
                                    <p:animEffect filter="fade" transition="in">
                                      <p:cBhvr additive="repl">
                                        <p:cTn id="1802" dur="15"/>
                                        <p:tgtEl>
                                          <p:spTgt spid="684"/>
                                        </p:tgtEl>
                                      </p:cBhvr>
                                    </p:animEffect>
                                  </p:childTnLst>
                                </p:cTn>
                              </p:par>
                            </p:childTnLst>
                          </p:cTn>
                        </p:par>
                        <p:par>
                          <p:cTn id="1803" fill="hold">
                            <p:stCondLst>
                              <p:cond delay="1125"/>
                            </p:stCondLst>
                            <p:childTnLst>
                              <p:par>
                                <p:cTn id="1804" nodeType="afterEffect" fill="hold" presetClass="entr" presetID="10">
                                  <p:stCondLst>
                                    <p:cond delay="0"/>
                                  </p:stCondLst>
                                  <p:childTnLst>
                                    <p:set>
                                      <p:cBhvr>
                                        <p:cTn id="1805" dur="1" fill="hold">
                                          <p:stCondLst>
                                            <p:cond delay="0"/>
                                          </p:stCondLst>
                                        </p:cTn>
                                        <p:tgtEl>
                                          <p:spTgt spid="685"/>
                                        </p:tgtEl>
                                        <p:attrNameLst>
                                          <p:attrName>style.visibility</p:attrName>
                                        </p:attrNameLst>
                                      </p:cBhvr>
                                      <p:to>
                                        <p:strVal val="visible"/>
                                      </p:to>
                                    </p:set>
                                    <p:animEffect filter="fade" transition="in">
                                      <p:cBhvr additive="repl">
                                        <p:cTn id="1806" dur="15"/>
                                        <p:tgtEl>
                                          <p:spTgt spid="685"/>
                                        </p:tgtEl>
                                      </p:cBhvr>
                                    </p:animEffect>
                                  </p:childTnLst>
                                </p:cTn>
                              </p:par>
                            </p:childTnLst>
                          </p:cTn>
                        </p:par>
                        <p:par>
                          <p:cTn id="1807" fill="hold">
                            <p:stCondLst>
                              <p:cond delay="1140"/>
                            </p:stCondLst>
                            <p:childTnLst>
                              <p:par>
                                <p:cTn id="1808" nodeType="afterEffect" fill="hold" presetClass="entr" presetID="10">
                                  <p:stCondLst>
                                    <p:cond delay="0"/>
                                  </p:stCondLst>
                                  <p:childTnLst>
                                    <p:set>
                                      <p:cBhvr>
                                        <p:cTn id="1809" dur="1" fill="hold">
                                          <p:stCondLst>
                                            <p:cond delay="0"/>
                                          </p:stCondLst>
                                        </p:cTn>
                                        <p:tgtEl>
                                          <p:spTgt spid="686"/>
                                        </p:tgtEl>
                                        <p:attrNameLst>
                                          <p:attrName>style.visibility</p:attrName>
                                        </p:attrNameLst>
                                      </p:cBhvr>
                                      <p:to>
                                        <p:strVal val="visible"/>
                                      </p:to>
                                    </p:set>
                                    <p:animEffect filter="fade" transition="in">
                                      <p:cBhvr additive="repl">
                                        <p:cTn id="1810" dur="15"/>
                                        <p:tgtEl>
                                          <p:spTgt spid="686"/>
                                        </p:tgtEl>
                                      </p:cBhvr>
                                    </p:animEffect>
                                  </p:childTnLst>
                                </p:cTn>
                              </p:par>
                            </p:childTnLst>
                          </p:cTn>
                        </p:par>
                        <p:par>
                          <p:cTn id="1811" fill="hold">
                            <p:stCondLst>
                              <p:cond delay="1155"/>
                            </p:stCondLst>
                            <p:childTnLst>
                              <p:par>
                                <p:cTn id="1812" nodeType="afterEffect" fill="hold" presetClass="entr" presetID="10">
                                  <p:stCondLst>
                                    <p:cond delay="0"/>
                                  </p:stCondLst>
                                  <p:childTnLst>
                                    <p:set>
                                      <p:cBhvr>
                                        <p:cTn id="1813" dur="1" fill="hold">
                                          <p:stCondLst>
                                            <p:cond delay="0"/>
                                          </p:stCondLst>
                                        </p:cTn>
                                        <p:tgtEl>
                                          <p:spTgt spid="687"/>
                                        </p:tgtEl>
                                        <p:attrNameLst>
                                          <p:attrName>style.visibility</p:attrName>
                                        </p:attrNameLst>
                                      </p:cBhvr>
                                      <p:to>
                                        <p:strVal val="visible"/>
                                      </p:to>
                                    </p:set>
                                    <p:animEffect filter="fade" transition="in">
                                      <p:cBhvr additive="repl">
                                        <p:cTn id="1814" dur="15"/>
                                        <p:tgtEl>
                                          <p:spTgt spid="687"/>
                                        </p:tgtEl>
                                      </p:cBhvr>
                                    </p:animEffect>
                                  </p:childTnLst>
                                </p:cTn>
                              </p:par>
                            </p:childTnLst>
                          </p:cTn>
                        </p:par>
                        <p:par>
                          <p:cTn id="1815" fill="hold">
                            <p:stCondLst>
                              <p:cond delay="1170"/>
                            </p:stCondLst>
                            <p:childTnLst>
                              <p:par>
                                <p:cTn id="1816" nodeType="afterEffect" fill="hold" presetClass="entr" presetID="10">
                                  <p:stCondLst>
                                    <p:cond delay="0"/>
                                  </p:stCondLst>
                                  <p:childTnLst>
                                    <p:set>
                                      <p:cBhvr>
                                        <p:cTn id="1817" dur="1" fill="hold">
                                          <p:stCondLst>
                                            <p:cond delay="0"/>
                                          </p:stCondLst>
                                        </p:cTn>
                                        <p:tgtEl>
                                          <p:spTgt spid="688"/>
                                        </p:tgtEl>
                                        <p:attrNameLst>
                                          <p:attrName>style.visibility</p:attrName>
                                        </p:attrNameLst>
                                      </p:cBhvr>
                                      <p:to>
                                        <p:strVal val="visible"/>
                                      </p:to>
                                    </p:set>
                                    <p:animEffect filter="fade" transition="in">
                                      <p:cBhvr additive="repl">
                                        <p:cTn id="1818" dur="15"/>
                                        <p:tgtEl>
                                          <p:spTgt spid="688"/>
                                        </p:tgtEl>
                                      </p:cBhvr>
                                    </p:animEffect>
                                  </p:childTnLst>
                                </p:cTn>
                              </p:par>
                            </p:childTnLst>
                          </p:cTn>
                        </p:par>
                        <p:par>
                          <p:cTn id="1819" fill="hold">
                            <p:stCondLst>
                              <p:cond delay="1185"/>
                            </p:stCondLst>
                            <p:childTnLst>
                              <p:par>
                                <p:cTn id="1820" nodeType="afterEffect" fill="hold" presetClass="entr" presetID="10">
                                  <p:stCondLst>
                                    <p:cond delay="0"/>
                                  </p:stCondLst>
                                  <p:childTnLst>
                                    <p:set>
                                      <p:cBhvr>
                                        <p:cTn id="1821" dur="1" fill="hold">
                                          <p:stCondLst>
                                            <p:cond delay="0"/>
                                          </p:stCondLst>
                                        </p:cTn>
                                        <p:tgtEl>
                                          <p:spTgt spid="689"/>
                                        </p:tgtEl>
                                        <p:attrNameLst>
                                          <p:attrName>style.visibility</p:attrName>
                                        </p:attrNameLst>
                                      </p:cBhvr>
                                      <p:to>
                                        <p:strVal val="visible"/>
                                      </p:to>
                                    </p:set>
                                    <p:animEffect filter="fade" transition="in">
                                      <p:cBhvr additive="repl">
                                        <p:cTn id="1822" dur="15"/>
                                        <p:tgtEl>
                                          <p:spTgt spid="689"/>
                                        </p:tgtEl>
                                      </p:cBhvr>
                                    </p:animEffect>
                                  </p:childTnLst>
                                </p:cTn>
                              </p:par>
                            </p:childTnLst>
                          </p:cTn>
                        </p:par>
                        <p:par>
                          <p:cTn id="1823" fill="hold">
                            <p:stCondLst>
                              <p:cond delay="1200"/>
                            </p:stCondLst>
                            <p:childTnLst>
                              <p:par>
                                <p:cTn id="1824" nodeType="afterEffect" fill="hold" presetClass="entr" presetID="10">
                                  <p:stCondLst>
                                    <p:cond delay="0"/>
                                  </p:stCondLst>
                                  <p:childTnLst>
                                    <p:set>
                                      <p:cBhvr>
                                        <p:cTn id="1825" dur="1" fill="hold">
                                          <p:stCondLst>
                                            <p:cond delay="0"/>
                                          </p:stCondLst>
                                        </p:cTn>
                                        <p:tgtEl>
                                          <p:spTgt spid="690"/>
                                        </p:tgtEl>
                                        <p:attrNameLst>
                                          <p:attrName>style.visibility</p:attrName>
                                        </p:attrNameLst>
                                      </p:cBhvr>
                                      <p:to>
                                        <p:strVal val="visible"/>
                                      </p:to>
                                    </p:set>
                                    <p:animEffect filter="fade" transition="in">
                                      <p:cBhvr additive="repl">
                                        <p:cTn id="1826" dur="15"/>
                                        <p:tgtEl>
                                          <p:spTgt spid="690"/>
                                        </p:tgtEl>
                                      </p:cBhvr>
                                    </p:animEffect>
                                  </p:childTnLst>
                                </p:cTn>
                              </p:par>
                            </p:childTnLst>
                          </p:cTn>
                        </p:par>
                        <p:par>
                          <p:cTn id="1827" fill="hold">
                            <p:stCondLst>
                              <p:cond delay="1215"/>
                            </p:stCondLst>
                            <p:childTnLst>
                              <p:par>
                                <p:cTn id="1828" nodeType="afterEffect" fill="hold" presetClass="entr" presetID="10">
                                  <p:stCondLst>
                                    <p:cond delay="0"/>
                                  </p:stCondLst>
                                  <p:childTnLst>
                                    <p:set>
                                      <p:cBhvr>
                                        <p:cTn id="1829" dur="1" fill="hold">
                                          <p:stCondLst>
                                            <p:cond delay="0"/>
                                          </p:stCondLst>
                                        </p:cTn>
                                        <p:tgtEl>
                                          <p:spTgt spid="691"/>
                                        </p:tgtEl>
                                        <p:attrNameLst>
                                          <p:attrName>style.visibility</p:attrName>
                                        </p:attrNameLst>
                                      </p:cBhvr>
                                      <p:to>
                                        <p:strVal val="visible"/>
                                      </p:to>
                                    </p:set>
                                    <p:animEffect filter="fade" transition="in">
                                      <p:cBhvr additive="repl">
                                        <p:cTn id="1830" dur="15"/>
                                        <p:tgtEl>
                                          <p:spTgt spid="691"/>
                                        </p:tgtEl>
                                      </p:cBhvr>
                                    </p:animEffect>
                                  </p:childTnLst>
                                </p:cTn>
                              </p:par>
                            </p:childTnLst>
                          </p:cTn>
                        </p:par>
                        <p:par>
                          <p:cTn id="1831" fill="hold">
                            <p:stCondLst>
                              <p:cond delay="1230"/>
                            </p:stCondLst>
                            <p:childTnLst>
                              <p:par>
                                <p:cTn id="1832" nodeType="afterEffect" fill="hold" presetClass="entr" presetID="10">
                                  <p:stCondLst>
                                    <p:cond delay="0"/>
                                  </p:stCondLst>
                                  <p:childTnLst>
                                    <p:set>
                                      <p:cBhvr>
                                        <p:cTn id="1833" dur="1" fill="hold">
                                          <p:stCondLst>
                                            <p:cond delay="0"/>
                                          </p:stCondLst>
                                        </p:cTn>
                                        <p:tgtEl>
                                          <p:spTgt spid="692"/>
                                        </p:tgtEl>
                                        <p:attrNameLst>
                                          <p:attrName>style.visibility</p:attrName>
                                        </p:attrNameLst>
                                      </p:cBhvr>
                                      <p:to>
                                        <p:strVal val="visible"/>
                                      </p:to>
                                    </p:set>
                                    <p:animEffect filter="fade" transition="in">
                                      <p:cBhvr additive="repl">
                                        <p:cTn id="1834" dur="15"/>
                                        <p:tgtEl>
                                          <p:spTgt spid="692"/>
                                        </p:tgtEl>
                                      </p:cBhvr>
                                    </p:animEffect>
                                  </p:childTnLst>
                                </p:cTn>
                              </p:par>
                            </p:childTnLst>
                          </p:cTn>
                        </p:par>
                        <p:par>
                          <p:cTn id="1835" fill="hold">
                            <p:stCondLst>
                              <p:cond delay="1245"/>
                            </p:stCondLst>
                            <p:childTnLst>
                              <p:par>
                                <p:cTn id="1836" nodeType="afterEffect" fill="hold" presetClass="entr" presetID="10">
                                  <p:stCondLst>
                                    <p:cond delay="0"/>
                                  </p:stCondLst>
                                  <p:childTnLst>
                                    <p:set>
                                      <p:cBhvr>
                                        <p:cTn id="1837" dur="1" fill="hold">
                                          <p:stCondLst>
                                            <p:cond delay="0"/>
                                          </p:stCondLst>
                                        </p:cTn>
                                        <p:tgtEl>
                                          <p:spTgt spid="693"/>
                                        </p:tgtEl>
                                        <p:attrNameLst>
                                          <p:attrName>style.visibility</p:attrName>
                                        </p:attrNameLst>
                                      </p:cBhvr>
                                      <p:to>
                                        <p:strVal val="visible"/>
                                      </p:to>
                                    </p:set>
                                    <p:animEffect filter="fade" transition="in">
                                      <p:cBhvr additive="repl">
                                        <p:cTn id="1838" dur="15"/>
                                        <p:tgtEl>
                                          <p:spTgt spid="693"/>
                                        </p:tgtEl>
                                      </p:cBhvr>
                                    </p:animEffect>
                                  </p:childTnLst>
                                </p:cTn>
                              </p:par>
                            </p:childTnLst>
                          </p:cTn>
                        </p:par>
                        <p:par>
                          <p:cTn id="1839" fill="hold">
                            <p:stCondLst>
                              <p:cond delay="1260"/>
                            </p:stCondLst>
                            <p:childTnLst>
                              <p:par>
                                <p:cTn id="1840" nodeType="afterEffect" fill="hold" presetClass="entr" presetID="10">
                                  <p:stCondLst>
                                    <p:cond delay="0"/>
                                  </p:stCondLst>
                                  <p:childTnLst>
                                    <p:set>
                                      <p:cBhvr>
                                        <p:cTn id="1841" dur="1" fill="hold">
                                          <p:stCondLst>
                                            <p:cond delay="0"/>
                                          </p:stCondLst>
                                        </p:cTn>
                                        <p:tgtEl>
                                          <p:spTgt spid="694"/>
                                        </p:tgtEl>
                                        <p:attrNameLst>
                                          <p:attrName>style.visibility</p:attrName>
                                        </p:attrNameLst>
                                      </p:cBhvr>
                                      <p:to>
                                        <p:strVal val="visible"/>
                                      </p:to>
                                    </p:set>
                                    <p:animEffect filter="fade" transition="in">
                                      <p:cBhvr additive="repl">
                                        <p:cTn id="1842" dur="15"/>
                                        <p:tgtEl>
                                          <p:spTgt spid="694"/>
                                        </p:tgtEl>
                                      </p:cBhvr>
                                    </p:animEffect>
                                  </p:childTnLst>
                                </p:cTn>
                              </p:par>
                            </p:childTnLst>
                          </p:cTn>
                        </p:par>
                        <p:par>
                          <p:cTn id="1843" fill="hold">
                            <p:stCondLst>
                              <p:cond delay="1275"/>
                            </p:stCondLst>
                            <p:childTnLst>
                              <p:par>
                                <p:cTn id="1844" nodeType="afterEffect" fill="hold" presetClass="entr" presetID="10">
                                  <p:stCondLst>
                                    <p:cond delay="0"/>
                                  </p:stCondLst>
                                  <p:childTnLst>
                                    <p:set>
                                      <p:cBhvr>
                                        <p:cTn id="1845" dur="1" fill="hold">
                                          <p:stCondLst>
                                            <p:cond delay="0"/>
                                          </p:stCondLst>
                                        </p:cTn>
                                        <p:tgtEl>
                                          <p:spTgt spid="695"/>
                                        </p:tgtEl>
                                        <p:attrNameLst>
                                          <p:attrName>style.visibility</p:attrName>
                                        </p:attrNameLst>
                                      </p:cBhvr>
                                      <p:to>
                                        <p:strVal val="visible"/>
                                      </p:to>
                                    </p:set>
                                    <p:animEffect filter="fade" transition="in">
                                      <p:cBhvr additive="repl">
                                        <p:cTn id="1846" dur="15"/>
                                        <p:tgtEl>
                                          <p:spTgt spid="695"/>
                                        </p:tgtEl>
                                      </p:cBhvr>
                                    </p:animEffect>
                                  </p:childTnLst>
                                </p:cTn>
                              </p:par>
                            </p:childTnLst>
                          </p:cTn>
                        </p:par>
                        <p:par>
                          <p:cTn id="1847" fill="hold">
                            <p:stCondLst>
                              <p:cond delay="1290"/>
                            </p:stCondLst>
                            <p:childTnLst>
                              <p:par>
                                <p:cTn id="1848" nodeType="afterEffect" fill="hold" presetClass="entr" presetID="10">
                                  <p:stCondLst>
                                    <p:cond delay="0"/>
                                  </p:stCondLst>
                                  <p:childTnLst>
                                    <p:set>
                                      <p:cBhvr>
                                        <p:cTn id="1849" dur="1" fill="hold">
                                          <p:stCondLst>
                                            <p:cond delay="0"/>
                                          </p:stCondLst>
                                        </p:cTn>
                                        <p:tgtEl>
                                          <p:spTgt spid="696"/>
                                        </p:tgtEl>
                                        <p:attrNameLst>
                                          <p:attrName>style.visibility</p:attrName>
                                        </p:attrNameLst>
                                      </p:cBhvr>
                                      <p:to>
                                        <p:strVal val="visible"/>
                                      </p:to>
                                    </p:set>
                                    <p:animEffect filter="fade" transition="in">
                                      <p:cBhvr additive="repl">
                                        <p:cTn id="1850" dur="15"/>
                                        <p:tgtEl>
                                          <p:spTgt spid="696"/>
                                        </p:tgtEl>
                                      </p:cBhvr>
                                    </p:animEffect>
                                  </p:childTnLst>
                                </p:cTn>
                              </p:par>
                            </p:childTnLst>
                          </p:cTn>
                        </p:par>
                        <p:par>
                          <p:cTn id="1851" fill="hold">
                            <p:stCondLst>
                              <p:cond delay="1305"/>
                            </p:stCondLst>
                            <p:childTnLst>
                              <p:par>
                                <p:cTn id="1852" nodeType="afterEffect" fill="hold" presetClass="entr" presetID="10">
                                  <p:stCondLst>
                                    <p:cond delay="0"/>
                                  </p:stCondLst>
                                  <p:childTnLst>
                                    <p:set>
                                      <p:cBhvr>
                                        <p:cTn id="1853" dur="1" fill="hold">
                                          <p:stCondLst>
                                            <p:cond delay="0"/>
                                          </p:stCondLst>
                                        </p:cTn>
                                        <p:tgtEl>
                                          <p:spTgt spid="697"/>
                                        </p:tgtEl>
                                        <p:attrNameLst>
                                          <p:attrName>style.visibility</p:attrName>
                                        </p:attrNameLst>
                                      </p:cBhvr>
                                      <p:to>
                                        <p:strVal val="visible"/>
                                      </p:to>
                                    </p:set>
                                    <p:animEffect filter="fade" transition="in">
                                      <p:cBhvr additive="repl">
                                        <p:cTn id="1854" dur="15"/>
                                        <p:tgtEl>
                                          <p:spTgt spid="697"/>
                                        </p:tgtEl>
                                      </p:cBhvr>
                                    </p:animEffect>
                                  </p:childTnLst>
                                </p:cTn>
                              </p:par>
                            </p:childTnLst>
                          </p:cTn>
                        </p:par>
                        <p:par>
                          <p:cTn id="1855" fill="hold">
                            <p:stCondLst>
                              <p:cond delay="1320"/>
                            </p:stCondLst>
                            <p:childTnLst>
                              <p:par>
                                <p:cTn id="1856" nodeType="afterEffect" fill="hold" presetClass="entr" presetID="10">
                                  <p:stCondLst>
                                    <p:cond delay="0"/>
                                  </p:stCondLst>
                                  <p:childTnLst>
                                    <p:set>
                                      <p:cBhvr>
                                        <p:cTn id="1857" dur="1" fill="hold">
                                          <p:stCondLst>
                                            <p:cond delay="0"/>
                                          </p:stCondLst>
                                        </p:cTn>
                                        <p:tgtEl>
                                          <p:spTgt spid="698"/>
                                        </p:tgtEl>
                                        <p:attrNameLst>
                                          <p:attrName>style.visibility</p:attrName>
                                        </p:attrNameLst>
                                      </p:cBhvr>
                                      <p:to>
                                        <p:strVal val="visible"/>
                                      </p:to>
                                    </p:set>
                                    <p:animEffect filter="fade" transition="in">
                                      <p:cBhvr additive="repl">
                                        <p:cTn id="1858" dur="15"/>
                                        <p:tgtEl>
                                          <p:spTgt spid="698"/>
                                        </p:tgtEl>
                                      </p:cBhvr>
                                    </p:animEffect>
                                  </p:childTnLst>
                                </p:cTn>
                              </p:par>
                            </p:childTnLst>
                          </p:cTn>
                        </p:par>
                        <p:par>
                          <p:cTn id="1859" fill="hold">
                            <p:stCondLst>
                              <p:cond delay="1335"/>
                            </p:stCondLst>
                            <p:childTnLst>
                              <p:par>
                                <p:cTn id="1860" nodeType="afterEffect" fill="hold" presetClass="entr" presetID="10">
                                  <p:stCondLst>
                                    <p:cond delay="0"/>
                                  </p:stCondLst>
                                  <p:childTnLst>
                                    <p:set>
                                      <p:cBhvr>
                                        <p:cTn id="1861" dur="1" fill="hold">
                                          <p:stCondLst>
                                            <p:cond delay="0"/>
                                          </p:stCondLst>
                                        </p:cTn>
                                        <p:tgtEl>
                                          <p:spTgt spid="699"/>
                                        </p:tgtEl>
                                        <p:attrNameLst>
                                          <p:attrName>style.visibility</p:attrName>
                                        </p:attrNameLst>
                                      </p:cBhvr>
                                      <p:to>
                                        <p:strVal val="visible"/>
                                      </p:to>
                                    </p:set>
                                    <p:animEffect filter="fade" transition="in">
                                      <p:cBhvr additive="repl">
                                        <p:cTn id="1862" dur="15"/>
                                        <p:tgtEl>
                                          <p:spTgt spid="699"/>
                                        </p:tgtEl>
                                      </p:cBhvr>
                                    </p:animEffect>
                                  </p:childTnLst>
                                </p:cTn>
                              </p:par>
                            </p:childTnLst>
                          </p:cTn>
                        </p:par>
                        <p:par>
                          <p:cTn id="1863" fill="hold">
                            <p:stCondLst>
                              <p:cond delay="1350"/>
                            </p:stCondLst>
                            <p:childTnLst>
                              <p:par>
                                <p:cTn id="1864" nodeType="afterEffect" fill="hold" presetClass="entr" presetID="10">
                                  <p:stCondLst>
                                    <p:cond delay="0"/>
                                  </p:stCondLst>
                                  <p:childTnLst>
                                    <p:set>
                                      <p:cBhvr>
                                        <p:cTn id="1865" dur="1" fill="hold">
                                          <p:stCondLst>
                                            <p:cond delay="0"/>
                                          </p:stCondLst>
                                        </p:cTn>
                                        <p:tgtEl>
                                          <p:spTgt spid="700"/>
                                        </p:tgtEl>
                                        <p:attrNameLst>
                                          <p:attrName>style.visibility</p:attrName>
                                        </p:attrNameLst>
                                      </p:cBhvr>
                                      <p:to>
                                        <p:strVal val="visible"/>
                                      </p:to>
                                    </p:set>
                                    <p:animEffect filter="fade" transition="in">
                                      <p:cBhvr additive="repl">
                                        <p:cTn id="1866" dur="15"/>
                                        <p:tgtEl>
                                          <p:spTgt spid="700"/>
                                        </p:tgtEl>
                                      </p:cBhvr>
                                    </p:animEffect>
                                  </p:childTnLst>
                                </p:cTn>
                              </p:par>
                            </p:childTnLst>
                          </p:cTn>
                        </p:par>
                        <p:par>
                          <p:cTn id="1867" fill="hold">
                            <p:stCondLst>
                              <p:cond delay="1365"/>
                            </p:stCondLst>
                            <p:childTnLst>
                              <p:par>
                                <p:cTn id="1868" nodeType="afterEffect" fill="hold" presetClass="entr" presetID="10">
                                  <p:stCondLst>
                                    <p:cond delay="0"/>
                                  </p:stCondLst>
                                  <p:childTnLst>
                                    <p:set>
                                      <p:cBhvr>
                                        <p:cTn id="1869" dur="1" fill="hold">
                                          <p:stCondLst>
                                            <p:cond delay="0"/>
                                          </p:stCondLst>
                                        </p:cTn>
                                        <p:tgtEl>
                                          <p:spTgt spid="701"/>
                                        </p:tgtEl>
                                        <p:attrNameLst>
                                          <p:attrName>style.visibility</p:attrName>
                                        </p:attrNameLst>
                                      </p:cBhvr>
                                      <p:to>
                                        <p:strVal val="visible"/>
                                      </p:to>
                                    </p:set>
                                    <p:animEffect filter="fade" transition="in">
                                      <p:cBhvr additive="repl">
                                        <p:cTn id="1870" dur="15"/>
                                        <p:tgtEl>
                                          <p:spTgt spid="701"/>
                                        </p:tgtEl>
                                      </p:cBhvr>
                                    </p:animEffect>
                                  </p:childTnLst>
                                </p:cTn>
                              </p:par>
                            </p:childTnLst>
                          </p:cTn>
                        </p:par>
                        <p:par>
                          <p:cTn id="1871" fill="hold">
                            <p:stCondLst>
                              <p:cond delay="1380"/>
                            </p:stCondLst>
                            <p:childTnLst>
                              <p:par>
                                <p:cTn id="1872" nodeType="afterEffect" fill="hold" presetClass="entr" presetID="10">
                                  <p:stCondLst>
                                    <p:cond delay="0"/>
                                  </p:stCondLst>
                                  <p:childTnLst>
                                    <p:set>
                                      <p:cBhvr>
                                        <p:cTn id="1873" dur="1" fill="hold">
                                          <p:stCondLst>
                                            <p:cond delay="0"/>
                                          </p:stCondLst>
                                        </p:cTn>
                                        <p:tgtEl>
                                          <p:spTgt spid="702"/>
                                        </p:tgtEl>
                                        <p:attrNameLst>
                                          <p:attrName>style.visibility</p:attrName>
                                        </p:attrNameLst>
                                      </p:cBhvr>
                                      <p:to>
                                        <p:strVal val="visible"/>
                                      </p:to>
                                    </p:set>
                                    <p:animEffect filter="fade" transition="in">
                                      <p:cBhvr additive="repl">
                                        <p:cTn id="1874" dur="15"/>
                                        <p:tgtEl>
                                          <p:spTgt spid="702"/>
                                        </p:tgtEl>
                                      </p:cBhvr>
                                    </p:animEffect>
                                  </p:childTnLst>
                                </p:cTn>
                              </p:par>
                            </p:childTnLst>
                          </p:cTn>
                        </p:par>
                        <p:par>
                          <p:cTn id="1875" fill="hold">
                            <p:stCondLst>
                              <p:cond delay="1395"/>
                            </p:stCondLst>
                            <p:childTnLst>
                              <p:par>
                                <p:cTn id="1876" nodeType="afterEffect" fill="hold" presetClass="entr" presetID="10">
                                  <p:stCondLst>
                                    <p:cond delay="0"/>
                                  </p:stCondLst>
                                  <p:childTnLst>
                                    <p:set>
                                      <p:cBhvr>
                                        <p:cTn id="1877" dur="1" fill="hold">
                                          <p:stCondLst>
                                            <p:cond delay="0"/>
                                          </p:stCondLst>
                                        </p:cTn>
                                        <p:tgtEl>
                                          <p:spTgt spid="703"/>
                                        </p:tgtEl>
                                        <p:attrNameLst>
                                          <p:attrName>style.visibility</p:attrName>
                                        </p:attrNameLst>
                                      </p:cBhvr>
                                      <p:to>
                                        <p:strVal val="visible"/>
                                      </p:to>
                                    </p:set>
                                    <p:animEffect filter="fade" transition="in">
                                      <p:cBhvr additive="repl">
                                        <p:cTn id="1878" dur="15"/>
                                        <p:tgtEl>
                                          <p:spTgt spid="703"/>
                                        </p:tgtEl>
                                      </p:cBhvr>
                                    </p:animEffect>
                                  </p:childTnLst>
                                </p:cTn>
                              </p:par>
                            </p:childTnLst>
                          </p:cTn>
                        </p:par>
                        <p:par>
                          <p:cTn id="1879" fill="hold">
                            <p:stCondLst>
                              <p:cond delay="1410"/>
                            </p:stCondLst>
                            <p:childTnLst>
                              <p:par>
                                <p:cTn id="1880" nodeType="afterEffect" fill="hold" presetClass="entr" presetID="10">
                                  <p:stCondLst>
                                    <p:cond delay="0"/>
                                  </p:stCondLst>
                                  <p:childTnLst>
                                    <p:set>
                                      <p:cBhvr>
                                        <p:cTn id="1881" dur="1" fill="hold">
                                          <p:stCondLst>
                                            <p:cond delay="0"/>
                                          </p:stCondLst>
                                        </p:cTn>
                                        <p:tgtEl>
                                          <p:spTgt spid="704"/>
                                        </p:tgtEl>
                                        <p:attrNameLst>
                                          <p:attrName>style.visibility</p:attrName>
                                        </p:attrNameLst>
                                      </p:cBhvr>
                                      <p:to>
                                        <p:strVal val="visible"/>
                                      </p:to>
                                    </p:set>
                                    <p:animEffect filter="fade" transition="in">
                                      <p:cBhvr additive="repl">
                                        <p:cTn id="1882" dur="15"/>
                                        <p:tgtEl>
                                          <p:spTgt spid="704"/>
                                        </p:tgtEl>
                                      </p:cBhvr>
                                    </p:animEffect>
                                  </p:childTnLst>
                                </p:cTn>
                              </p:par>
                            </p:childTnLst>
                          </p:cTn>
                        </p:par>
                        <p:par>
                          <p:cTn id="1883" fill="hold">
                            <p:stCondLst>
                              <p:cond delay="1425"/>
                            </p:stCondLst>
                            <p:childTnLst>
                              <p:par>
                                <p:cTn id="1884" nodeType="afterEffect" fill="hold" presetClass="entr" presetID="10">
                                  <p:stCondLst>
                                    <p:cond delay="0"/>
                                  </p:stCondLst>
                                  <p:childTnLst>
                                    <p:set>
                                      <p:cBhvr>
                                        <p:cTn id="1885" dur="1" fill="hold">
                                          <p:stCondLst>
                                            <p:cond delay="0"/>
                                          </p:stCondLst>
                                        </p:cTn>
                                        <p:tgtEl>
                                          <p:spTgt spid="705"/>
                                        </p:tgtEl>
                                        <p:attrNameLst>
                                          <p:attrName>style.visibility</p:attrName>
                                        </p:attrNameLst>
                                      </p:cBhvr>
                                      <p:to>
                                        <p:strVal val="visible"/>
                                      </p:to>
                                    </p:set>
                                    <p:animEffect filter="fade" transition="in">
                                      <p:cBhvr additive="repl">
                                        <p:cTn id="1886" dur="15"/>
                                        <p:tgtEl>
                                          <p:spTgt spid="705"/>
                                        </p:tgtEl>
                                      </p:cBhvr>
                                    </p:animEffect>
                                  </p:childTnLst>
                                </p:cTn>
                              </p:par>
                            </p:childTnLst>
                          </p:cTn>
                        </p:par>
                        <p:par>
                          <p:cTn id="1887" fill="hold">
                            <p:stCondLst>
                              <p:cond delay="1440"/>
                            </p:stCondLst>
                            <p:childTnLst>
                              <p:par>
                                <p:cTn id="1888" nodeType="afterEffect" fill="hold" presetClass="entr" presetID="10">
                                  <p:stCondLst>
                                    <p:cond delay="0"/>
                                  </p:stCondLst>
                                  <p:childTnLst>
                                    <p:set>
                                      <p:cBhvr>
                                        <p:cTn id="1889" dur="1" fill="hold">
                                          <p:stCondLst>
                                            <p:cond delay="0"/>
                                          </p:stCondLst>
                                        </p:cTn>
                                        <p:tgtEl>
                                          <p:spTgt spid="706"/>
                                        </p:tgtEl>
                                        <p:attrNameLst>
                                          <p:attrName>style.visibility</p:attrName>
                                        </p:attrNameLst>
                                      </p:cBhvr>
                                      <p:to>
                                        <p:strVal val="visible"/>
                                      </p:to>
                                    </p:set>
                                    <p:animEffect filter="fade" transition="in">
                                      <p:cBhvr additive="repl">
                                        <p:cTn id="1890" dur="15"/>
                                        <p:tgtEl>
                                          <p:spTgt spid="706"/>
                                        </p:tgtEl>
                                      </p:cBhvr>
                                    </p:animEffect>
                                  </p:childTnLst>
                                </p:cTn>
                              </p:par>
                            </p:childTnLst>
                          </p:cTn>
                        </p:par>
                        <p:par>
                          <p:cTn id="1891" fill="hold">
                            <p:stCondLst>
                              <p:cond delay="1455"/>
                            </p:stCondLst>
                            <p:childTnLst>
                              <p:par>
                                <p:cTn id="1892" nodeType="afterEffect" fill="hold" presetClass="entr" presetID="10">
                                  <p:stCondLst>
                                    <p:cond delay="0"/>
                                  </p:stCondLst>
                                  <p:childTnLst>
                                    <p:set>
                                      <p:cBhvr>
                                        <p:cTn id="1893" dur="1" fill="hold">
                                          <p:stCondLst>
                                            <p:cond delay="0"/>
                                          </p:stCondLst>
                                        </p:cTn>
                                        <p:tgtEl>
                                          <p:spTgt spid="707"/>
                                        </p:tgtEl>
                                        <p:attrNameLst>
                                          <p:attrName>style.visibility</p:attrName>
                                        </p:attrNameLst>
                                      </p:cBhvr>
                                      <p:to>
                                        <p:strVal val="visible"/>
                                      </p:to>
                                    </p:set>
                                    <p:animEffect filter="fade" transition="in">
                                      <p:cBhvr additive="repl">
                                        <p:cTn id="1894" dur="15"/>
                                        <p:tgtEl>
                                          <p:spTgt spid="707"/>
                                        </p:tgtEl>
                                      </p:cBhvr>
                                    </p:animEffect>
                                  </p:childTnLst>
                                </p:cTn>
                              </p:par>
                            </p:childTnLst>
                          </p:cTn>
                        </p:par>
                        <p:par>
                          <p:cTn id="1895" fill="hold">
                            <p:stCondLst>
                              <p:cond delay="1470"/>
                            </p:stCondLst>
                            <p:childTnLst>
                              <p:par>
                                <p:cTn id="1896" nodeType="afterEffect" fill="hold" presetClass="entr" presetID="10">
                                  <p:stCondLst>
                                    <p:cond delay="0"/>
                                  </p:stCondLst>
                                  <p:childTnLst>
                                    <p:set>
                                      <p:cBhvr>
                                        <p:cTn id="1897" dur="1" fill="hold">
                                          <p:stCondLst>
                                            <p:cond delay="0"/>
                                          </p:stCondLst>
                                        </p:cTn>
                                        <p:tgtEl>
                                          <p:spTgt spid="708"/>
                                        </p:tgtEl>
                                        <p:attrNameLst>
                                          <p:attrName>style.visibility</p:attrName>
                                        </p:attrNameLst>
                                      </p:cBhvr>
                                      <p:to>
                                        <p:strVal val="visible"/>
                                      </p:to>
                                    </p:set>
                                    <p:animEffect filter="fade" transition="in">
                                      <p:cBhvr additive="repl">
                                        <p:cTn id="1898" dur="15"/>
                                        <p:tgtEl>
                                          <p:spTgt spid="708"/>
                                        </p:tgtEl>
                                      </p:cBhvr>
                                    </p:animEffect>
                                  </p:childTnLst>
                                </p:cTn>
                              </p:par>
                            </p:childTnLst>
                          </p:cTn>
                        </p:par>
                        <p:par>
                          <p:cTn id="1899" fill="hold">
                            <p:stCondLst>
                              <p:cond delay="1485"/>
                            </p:stCondLst>
                            <p:childTnLst>
                              <p:par>
                                <p:cTn id="1900" nodeType="afterEffect" fill="hold" presetClass="entr" presetID="10">
                                  <p:stCondLst>
                                    <p:cond delay="0"/>
                                  </p:stCondLst>
                                  <p:childTnLst>
                                    <p:set>
                                      <p:cBhvr>
                                        <p:cTn id="1901" dur="1" fill="hold">
                                          <p:stCondLst>
                                            <p:cond delay="0"/>
                                          </p:stCondLst>
                                        </p:cTn>
                                        <p:tgtEl>
                                          <p:spTgt spid="709"/>
                                        </p:tgtEl>
                                        <p:attrNameLst>
                                          <p:attrName>style.visibility</p:attrName>
                                        </p:attrNameLst>
                                      </p:cBhvr>
                                      <p:to>
                                        <p:strVal val="visible"/>
                                      </p:to>
                                    </p:set>
                                    <p:animEffect filter="fade" transition="in">
                                      <p:cBhvr additive="repl">
                                        <p:cTn id="1902" dur="15"/>
                                        <p:tgtEl>
                                          <p:spTgt spid="709"/>
                                        </p:tgtEl>
                                      </p:cBhvr>
                                    </p:animEffect>
                                  </p:childTnLst>
                                </p:cTn>
                              </p:par>
                            </p:childTnLst>
                          </p:cTn>
                        </p:par>
                        <p:par>
                          <p:cTn id="1903" fill="hold">
                            <p:stCondLst>
                              <p:cond delay="1500"/>
                            </p:stCondLst>
                            <p:childTnLst>
                              <p:par>
                                <p:cTn id="1904" nodeType="afterEffect" fill="hold" presetClass="entr" presetID="10">
                                  <p:stCondLst>
                                    <p:cond delay="0"/>
                                  </p:stCondLst>
                                  <p:childTnLst>
                                    <p:set>
                                      <p:cBhvr>
                                        <p:cTn id="1905" dur="1" fill="hold">
                                          <p:stCondLst>
                                            <p:cond delay="0"/>
                                          </p:stCondLst>
                                        </p:cTn>
                                        <p:tgtEl>
                                          <p:spTgt spid="710"/>
                                        </p:tgtEl>
                                        <p:attrNameLst>
                                          <p:attrName>style.visibility</p:attrName>
                                        </p:attrNameLst>
                                      </p:cBhvr>
                                      <p:to>
                                        <p:strVal val="visible"/>
                                      </p:to>
                                    </p:set>
                                    <p:animEffect filter="fade" transition="in">
                                      <p:cBhvr additive="repl">
                                        <p:cTn id="1906" dur="15"/>
                                        <p:tgtEl>
                                          <p:spTgt spid="710"/>
                                        </p:tgtEl>
                                      </p:cBhvr>
                                    </p:animEffect>
                                  </p:childTnLst>
                                </p:cTn>
                              </p:par>
                            </p:childTnLst>
                          </p:cTn>
                        </p:par>
                        <p:par>
                          <p:cTn id="1907" fill="hold">
                            <p:stCondLst>
                              <p:cond delay="1515"/>
                            </p:stCondLst>
                            <p:childTnLst>
                              <p:par>
                                <p:cTn id="1908" nodeType="afterEffect" fill="hold" presetClass="entr" presetID="10">
                                  <p:stCondLst>
                                    <p:cond delay="0"/>
                                  </p:stCondLst>
                                  <p:childTnLst>
                                    <p:set>
                                      <p:cBhvr>
                                        <p:cTn id="1909" dur="1" fill="hold">
                                          <p:stCondLst>
                                            <p:cond delay="0"/>
                                          </p:stCondLst>
                                        </p:cTn>
                                        <p:tgtEl>
                                          <p:spTgt spid="711"/>
                                        </p:tgtEl>
                                        <p:attrNameLst>
                                          <p:attrName>style.visibility</p:attrName>
                                        </p:attrNameLst>
                                      </p:cBhvr>
                                      <p:to>
                                        <p:strVal val="visible"/>
                                      </p:to>
                                    </p:set>
                                    <p:animEffect filter="fade" transition="in">
                                      <p:cBhvr additive="repl">
                                        <p:cTn id="1910" dur="15"/>
                                        <p:tgtEl>
                                          <p:spTgt spid="711"/>
                                        </p:tgtEl>
                                      </p:cBhvr>
                                    </p:animEffect>
                                  </p:childTnLst>
                                </p:cTn>
                              </p:par>
                            </p:childTnLst>
                          </p:cTn>
                        </p:par>
                        <p:par>
                          <p:cTn id="1911" fill="hold">
                            <p:stCondLst>
                              <p:cond delay="1530"/>
                            </p:stCondLst>
                            <p:childTnLst>
                              <p:par>
                                <p:cTn id="1912" nodeType="afterEffect" fill="hold" presetClass="entr" presetID="10">
                                  <p:stCondLst>
                                    <p:cond delay="0"/>
                                  </p:stCondLst>
                                  <p:childTnLst>
                                    <p:set>
                                      <p:cBhvr>
                                        <p:cTn id="1913" dur="1" fill="hold">
                                          <p:stCondLst>
                                            <p:cond delay="0"/>
                                          </p:stCondLst>
                                        </p:cTn>
                                        <p:tgtEl>
                                          <p:spTgt spid="712"/>
                                        </p:tgtEl>
                                        <p:attrNameLst>
                                          <p:attrName>style.visibility</p:attrName>
                                        </p:attrNameLst>
                                      </p:cBhvr>
                                      <p:to>
                                        <p:strVal val="visible"/>
                                      </p:to>
                                    </p:set>
                                    <p:animEffect filter="fade" transition="in">
                                      <p:cBhvr additive="repl">
                                        <p:cTn id="1914" dur="15"/>
                                        <p:tgtEl>
                                          <p:spTgt spid="712"/>
                                        </p:tgtEl>
                                      </p:cBhvr>
                                    </p:animEffect>
                                  </p:childTnLst>
                                </p:cTn>
                              </p:par>
                            </p:childTnLst>
                          </p:cTn>
                        </p:par>
                        <p:par>
                          <p:cTn id="1915" fill="hold">
                            <p:stCondLst>
                              <p:cond delay="1545"/>
                            </p:stCondLst>
                            <p:childTnLst>
                              <p:par>
                                <p:cTn id="1916" nodeType="afterEffect" fill="hold" presetClass="entr" presetID="10">
                                  <p:stCondLst>
                                    <p:cond delay="0"/>
                                  </p:stCondLst>
                                  <p:childTnLst>
                                    <p:set>
                                      <p:cBhvr>
                                        <p:cTn id="1917" dur="1" fill="hold">
                                          <p:stCondLst>
                                            <p:cond delay="0"/>
                                          </p:stCondLst>
                                        </p:cTn>
                                        <p:tgtEl>
                                          <p:spTgt spid="713"/>
                                        </p:tgtEl>
                                        <p:attrNameLst>
                                          <p:attrName>style.visibility</p:attrName>
                                        </p:attrNameLst>
                                      </p:cBhvr>
                                      <p:to>
                                        <p:strVal val="visible"/>
                                      </p:to>
                                    </p:set>
                                    <p:animEffect filter="fade" transition="in">
                                      <p:cBhvr additive="repl">
                                        <p:cTn id="1918" dur="15"/>
                                        <p:tgtEl>
                                          <p:spTgt spid="713"/>
                                        </p:tgtEl>
                                      </p:cBhvr>
                                    </p:animEffect>
                                  </p:childTnLst>
                                </p:cTn>
                              </p:par>
                            </p:childTnLst>
                          </p:cTn>
                        </p:par>
                        <p:par>
                          <p:cTn id="1919" fill="hold">
                            <p:stCondLst>
                              <p:cond delay="1560"/>
                            </p:stCondLst>
                            <p:childTnLst>
                              <p:par>
                                <p:cTn id="1920" nodeType="afterEffect" fill="hold" presetClass="entr" presetID="10">
                                  <p:stCondLst>
                                    <p:cond delay="0"/>
                                  </p:stCondLst>
                                  <p:childTnLst>
                                    <p:set>
                                      <p:cBhvr>
                                        <p:cTn id="1921" dur="1" fill="hold">
                                          <p:stCondLst>
                                            <p:cond delay="0"/>
                                          </p:stCondLst>
                                        </p:cTn>
                                        <p:tgtEl>
                                          <p:spTgt spid="714"/>
                                        </p:tgtEl>
                                        <p:attrNameLst>
                                          <p:attrName>style.visibility</p:attrName>
                                        </p:attrNameLst>
                                      </p:cBhvr>
                                      <p:to>
                                        <p:strVal val="visible"/>
                                      </p:to>
                                    </p:set>
                                    <p:animEffect filter="fade" transition="in">
                                      <p:cBhvr additive="repl">
                                        <p:cTn id="1922" dur="15"/>
                                        <p:tgtEl>
                                          <p:spTgt spid="714"/>
                                        </p:tgtEl>
                                      </p:cBhvr>
                                    </p:animEffect>
                                  </p:childTnLst>
                                </p:cTn>
                              </p:par>
                            </p:childTnLst>
                          </p:cTn>
                        </p:par>
                        <p:par>
                          <p:cTn id="1923" fill="hold">
                            <p:stCondLst>
                              <p:cond delay="1575"/>
                            </p:stCondLst>
                            <p:childTnLst>
                              <p:par>
                                <p:cTn id="1924" nodeType="afterEffect" fill="hold" presetClass="entr" presetID="10">
                                  <p:stCondLst>
                                    <p:cond delay="0"/>
                                  </p:stCondLst>
                                  <p:childTnLst>
                                    <p:set>
                                      <p:cBhvr>
                                        <p:cTn id="1925" dur="1" fill="hold">
                                          <p:stCondLst>
                                            <p:cond delay="0"/>
                                          </p:stCondLst>
                                        </p:cTn>
                                        <p:tgtEl>
                                          <p:spTgt spid="715"/>
                                        </p:tgtEl>
                                        <p:attrNameLst>
                                          <p:attrName>style.visibility</p:attrName>
                                        </p:attrNameLst>
                                      </p:cBhvr>
                                      <p:to>
                                        <p:strVal val="visible"/>
                                      </p:to>
                                    </p:set>
                                    <p:animEffect filter="fade" transition="in">
                                      <p:cBhvr additive="repl">
                                        <p:cTn id="1926" dur="15"/>
                                        <p:tgtEl>
                                          <p:spTgt spid="715"/>
                                        </p:tgtEl>
                                      </p:cBhvr>
                                    </p:animEffect>
                                  </p:childTnLst>
                                </p:cTn>
                              </p:par>
                            </p:childTnLst>
                          </p:cTn>
                        </p:par>
                        <p:par>
                          <p:cTn id="1927" fill="hold">
                            <p:stCondLst>
                              <p:cond delay="1590"/>
                            </p:stCondLst>
                            <p:childTnLst>
                              <p:par>
                                <p:cTn id="1928" nodeType="afterEffect" fill="hold" presetClass="entr" presetID="10">
                                  <p:stCondLst>
                                    <p:cond delay="0"/>
                                  </p:stCondLst>
                                  <p:childTnLst>
                                    <p:set>
                                      <p:cBhvr>
                                        <p:cTn id="1929" dur="1" fill="hold">
                                          <p:stCondLst>
                                            <p:cond delay="0"/>
                                          </p:stCondLst>
                                        </p:cTn>
                                        <p:tgtEl>
                                          <p:spTgt spid="716"/>
                                        </p:tgtEl>
                                        <p:attrNameLst>
                                          <p:attrName>style.visibility</p:attrName>
                                        </p:attrNameLst>
                                      </p:cBhvr>
                                      <p:to>
                                        <p:strVal val="visible"/>
                                      </p:to>
                                    </p:set>
                                    <p:animEffect filter="fade" transition="in">
                                      <p:cBhvr additive="repl">
                                        <p:cTn id="1930" dur="15"/>
                                        <p:tgtEl>
                                          <p:spTgt spid="716"/>
                                        </p:tgtEl>
                                      </p:cBhvr>
                                    </p:animEffect>
                                  </p:childTnLst>
                                </p:cTn>
                              </p:par>
                            </p:childTnLst>
                          </p:cTn>
                        </p:par>
                        <p:par>
                          <p:cTn id="1931" fill="hold">
                            <p:stCondLst>
                              <p:cond delay="1605"/>
                            </p:stCondLst>
                            <p:childTnLst>
                              <p:par>
                                <p:cTn id="1932" nodeType="afterEffect" fill="hold" presetClass="entr" presetID="10">
                                  <p:stCondLst>
                                    <p:cond delay="0"/>
                                  </p:stCondLst>
                                  <p:childTnLst>
                                    <p:set>
                                      <p:cBhvr>
                                        <p:cTn id="1933" dur="1" fill="hold">
                                          <p:stCondLst>
                                            <p:cond delay="0"/>
                                          </p:stCondLst>
                                        </p:cTn>
                                        <p:tgtEl>
                                          <p:spTgt spid="717"/>
                                        </p:tgtEl>
                                        <p:attrNameLst>
                                          <p:attrName>style.visibility</p:attrName>
                                        </p:attrNameLst>
                                      </p:cBhvr>
                                      <p:to>
                                        <p:strVal val="visible"/>
                                      </p:to>
                                    </p:set>
                                    <p:animEffect filter="fade" transition="in">
                                      <p:cBhvr additive="repl">
                                        <p:cTn id="1934" dur="15"/>
                                        <p:tgtEl>
                                          <p:spTgt spid="717"/>
                                        </p:tgtEl>
                                      </p:cBhvr>
                                    </p:animEffect>
                                  </p:childTnLst>
                                </p:cTn>
                              </p:par>
                            </p:childTnLst>
                          </p:cTn>
                        </p:par>
                        <p:par>
                          <p:cTn id="1935" fill="hold">
                            <p:stCondLst>
                              <p:cond delay="1620"/>
                            </p:stCondLst>
                            <p:childTnLst>
                              <p:par>
                                <p:cTn id="1936" nodeType="afterEffect" fill="hold" presetClass="entr" presetID="10">
                                  <p:stCondLst>
                                    <p:cond delay="0"/>
                                  </p:stCondLst>
                                  <p:childTnLst>
                                    <p:set>
                                      <p:cBhvr>
                                        <p:cTn id="1937" dur="1" fill="hold">
                                          <p:stCondLst>
                                            <p:cond delay="0"/>
                                          </p:stCondLst>
                                        </p:cTn>
                                        <p:tgtEl>
                                          <p:spTgt spid="718"/>
                                        </p:tgtEl>
                                        <p:attrNameLst>
                                          <p:attrName>style.visibility</p:attrName>
                                        </p:attrNameLst>
                                      </p:cBhvr>
                                      <p:to>
                                        <p:strVal val="visible"/>
                                      </p:to>
                                    </p:set>
                                    <p:animEffect filter="fade" transition="in">
                                      <p:cBhvr additive="repl">
                                        <p:cTn id="1938" dur="15"/>
                                        <p:tgtEl>
                                          <p:spTgt spid="718"/>
                                        </p:tgtEl>
                                      </p:cBhvr>
                                    </p:animEffect>
                                  </p:childTnLst>
                                </p:cTn>
                              </p:par>
                            </p:childTnLst>
                          </p:cTn>
                        </p:par>
                        <p:par>
                          <p:cTn id="1939" fill="hold">
                            <p:stCondLst>
                              <p:cond delay="1635"/>
                            </p:stCondLst>
                            <p:childTnLst>
                              <p:par>
                                <p:cTn id="1940" nodeType="afterEffect" fill="hold" presetClass="entr" presetID="10">
                                  <p:stCondLst>
                                    <p:cond delay="0"/>
                                  </p:stCondLst>
                                  <p:childTnLst>
                                    <p:set>
                                      <p:cBhvr>
                                        <p:cTn id="1941" dur="1" fill="hold">
                                          <p:stCondLst>
                                            <p:cond delay="0"/>
                                          </p:stCondLst>
                                        </p:cTn>
                                        <p:tgtEl>
                                          <p:spTgt spid="719"/>
                                        </p:tgtEl>
                                        <p:attrNameLst>
                                          <p:attrName>style.visibility</p:attrName>
                                        </p:attrNameLst>
                                      </p:cBhvr>
                                      <p:to>
                                        <p:strVal val="visible"/>
                                      </p:to>
                                    </p:set>
                                    <p:animEffect filter="fade" transition="in">
                                      <p:cBhvr additive="repl">
                                        <p:cTn id="1942" dur="15"/>
                                        <p:tgtEl>
                                          <p:spTgt spid="719"/>
                                        </p:tgtEl>
                                      </p:cBhvr>
                                    </p:animEffect>
                                  </p:childTnLst>
                                </p:cTn>
                              </p:par>
                            </p:childTnLst>
                          </p:cTn>
                        </p:par>
                        <p:par>
                          <p:cTn id="1943" fill="hold">
                            <p:stCondLst>
                              <p:cond delay="1650"/>
                            </p:stCondLst>
                            <p:childTnLst>
                              <p:par>
                                <p:cTn id="1944" nodeType="afterEffect" fill="hold" presetClass="entr" presetID="10">
                                  <p:stCondLst>
                                    <p:cond delay="0"/>
                                  </p:stCondLst>
                                  <p:childTnLst>
                                    <p:set>
                                      <p:cBhvr>
                                        <p:cTn id="1945" dur="1" fill="hold">
                                          <p:stCondLst>
                                            <p:cond delay="0"/>
                                          </p:stCondLst>
                                        </p:cTn>
                                        <p:tgtEl>
                                          <p:spTgt spid="720"/>
                                        </p:tgtEl>
                                        <p:attrNameLst>
                                          <p:attrName>style.visibility</p:attrName>
                                        </p:attrNameLst>
                                      </p:cBhvr>
                                      <p:to>
                                        <p:strVal val="visible"/>
                                      </p:to>
                                    </p:set>
                                    <p:animEffect filter="fade" transition="in">
                                      <p:cBhvr additive="repl">
                                        <p:cTn id="1946" dur="15"/>
                                        <p:tgtEl>
                                          <p:spTgt spid="720"/>
                                        </p:tgtEl>
                                      </p:cBhvr>
                                    </p:animEffect>
                                  </p:childTnLst>
                                </p:cTn>
                              </p:par>
                            </p:childTnLst>
                          </p:cTn>
                        </p:par>
                        <p:par>
                          <p:cTn id="1947" fill="hold">
                            <p:stCondLst>
                              <p:cond delay="1665"/>
                            </p:stCondLst>
                            <p:childTnLst>
                              <p:par>
                                <p:cTn id="1948" nodeType="afterEffect" fill="hold" presetClass="entr" presetID="10">
                                  <p:stCondLst>
                                    <p:cond delay="0"/>
                                  </p:stCondLst>
                                  <p:childTnLst>
                                    <p:set>
                                      <p:cBhvr>
                                        <p:cTn id="1949" dur="1" fill="hold">
                                          <p:stCondLst>
                                            <p:cond delay="0"/>
                                          </p:stCondLst>
                                        </p:cTn>
                                        <p:tgtEl>
                                          <p:spTgt spid="721"/>
                                        </p:tgtEl>
                                        <p:attrNameLst>
                                          <p:attrName>style.visibility</p:attrName>
                                        </p:attrNameLst>
                                      </p:cBhvr>
                                      <p:to>
                                        <p:strVal val="visible"/>
                                      </p:to>
                                    </p:set>
                                    <p:animEffect filter="fade" transition="in">
                                      <p:cBhvr additive="repl">
                                        <p:cTn id="1950" dur="15"/>
                                        <p:tgtEl>
                                          <p:spTgt spid="721"/>
                                        </p:tgtEl>
                                      </p:cBhvr>
                                    </p:animEffect>
                                  </p:childTnLst>
                                </p:cTn>
                              </p:par>
                            </p:childTnLst>
                          </p:cTn>
                        </p:par>
                        <p:par>
                          <p:cTn id="1951" fill="hold">
                            <p:stCondLst>
                              <p:cond delay="1680"/>
                            </p:stCondLst>
                            <p:childTnLst>
                              <p:par>
                                <p:cTn id="1952" nodeType="afterEffect" fill="hold" presetClass="entr" presetID="10">
                                  <p:stCondLst>
                                    <p:cond delay="0"/>
                                  </p:stCondLst>
                                  <p:childTnLst>
                                    <p:set>
                                      <p:cBhvr>
                                        <p:cTn id="1953" dur="1" fill="hold">
                                          <p:stCondLst>
                                            <p:cond delay="0"/>
                                          </p:stCondLst>
                                        </p:cTn>
                                        <p:tgtEl>
                                          <p:spTgt spid="722"/>
                                        </p:tgtEl>
                                        <p:attrNameLst>
                                          <p:attrName>style.visibility</p:attrName>
                                        </p:attrNameLst>
                                      </p:cBhvr>
                                      <p:to>
                                        <p:strVal val="visible"/>
                                      </p:to>
                                    </p:set>
                                    <p:animEffect filter="fade" transition="in">
                                      <p:cBhvr additive="repl">
                                        <p:cTn id="1954" dur="15"/>
                                        <p:tgtEl>
                                          <p:spTgt spid="722"/>
                                        </p:tgtEl>
                                      </p:cBhvr>
                                    </p:animEffect>
                                  </p:childTnLst>
                                </p:cTn>
                              </p:par>
                            </p:childTnLst>
                          </p:cTn>
                        </p:par>
                        <p:par>
                          <p:cTn id="1955" fill="hold">
                            <p:stCondLst>
                              <p:cond delay="1695"/>
                            </p:stCondLst>
                            <p:childTnLst>
                              <p:par>
                                <p:cTn id="1956" nodeType="afterEffect" fill="hold" presetClass="entr" presetID="10">
                                  <p:stCondLst>
                                    <p:cond delay="0"/>
                                  </p:stCondLst>
                                  <p:childTnLst>
                                    <p:set>
                                      <p:cBhvr>
                                        <p:cTn id="1957" dur="1" fill="hold">
                                          <p:stCondLst>
                                            <p:cond delay="0"/>
                                          </p:stCondLst>
                                        </p:cTn>
                                        <p:tgtEl>
                                          <p:spTgt spid="723"/>
                                        </p:tgtEl>
                                        <p:attrNameLst>
                                          <p:attrName>style.visibility</p:attrName>
                                        </p:attrNameLst>
                                      </p:cBhvr>
                                      <p:to>
                                        <p:strVal val="visible"/>
                                      </p:to>
                                    </p:set>
                                    <p:animEffect filter="fade" transition="in">
                                      <p:cBhvr additive="repl">
                                        <p:cTn id="1958" dur="15"/>
                                        <p:tgtEl>
                                          <p:spTgt spid="723"/>
                                        </p:tgtEl>
                                      </p:cBhvr>
                                    </p:animEffect>
                                  </p:childTnLst>
                                </p:cTn>
                              </p:par>
                            </p:childTnLst>
                          </p:cTn>
                        </p:par>
                        <p:par>
                          <p:cTn id="1959" fill="hold">
                            <p:stCondLst>
                              <p:cond delay="1710"/>
                            </p:stCondLst>
                            <p:childTnLst>
                              <p:par>
                                <p:cTn id="1960" nodeType="afterEffect" fill="hold" presetClass="entr" presetID="10">
                                  <p:stCondLst>
                                    <p:cond delay="0"/>
                                  </p:stCondLst>
                                  <p:childTnLst>
                                    <p:set>
                                      <p:cBhvr>
                                        <p:cTn id="1961" dur="1" fill="hold">
                                          <p:stCondLst>
                                            <p:cond delay="0"/>
                                          </p:stCondLst>
                                        </p:cTn>
                                        <p:tgtEl>
                                          <p:spTgt spid="724"/>
                                        </p:tgtEl>
                                        <p:attrNameLst>
                                          <p:attrName>style.visibility</p:attrName>
                                        </p:attrNameLst>
                                      </p:cBhvr>
                                      <p:to>
                                        <p:strVal val="visible"/>
                                      </p:to>
                                    </p:set>
                                    <p:animEffect filter="fade" transition="in">
                                      <p:cBhvr additive="repl">
                                        <p:cTn id="1962" dur="15"/>
                                        <p:tgtEl>
                                          <p:spTgt spid="724"/>
                                        </p:tgtEl>
                                      </p:cBhvr>
                                    </p:animEffect>
                                  </p:childTnLst>
                                </p:cTn>
                              </p:par>
                            </p:childTnLst>
                          </p:cTn>
                        </p:par>
                        <p:par>
                          <p:cTn id="1963" fill="hold">
                            <p:stCondLst>
                              <p:cond delay="1725"/>
                            </p:stCondLst>
                            <p:childTnLst>
                              <p:par>
                                <p:cTn id="1964" nodeType="afterEffect" fill="hold" presetClass="entr" presetID="10">
                                  <p:stCondLst>
                                    <p:cond delay="0"/>
                                  </p:stCondLst>
                                  <p:childTnLst>
                                    <p:set>
                                      <p:cBhvr>
                                        <p:cTn id="1965" dur="1" fill="hold">
                                          <p:stCondLst>
                                            <p:cond delay="0"/>
                                          </p:stCondLst>
                                        </p:cTn>
                                        <p:tgtEl>
                                          <p:spTgt spid="725"/>
                                        </p:tgtEl>
                                        <p:attrNameLst>
                                          <p:attrName>style.visibility</p:attrName>
                                        </p:attrNameLst>
                                      </p:cBhvr>
                                      <p:to>
                                        <p:strVal val="visible"/>
                                      </p:to>
                                    </p:set>
                                    <p:animEffect filter="fade" transition="in">
                                      <p:cBhvr additive="repl">
                                        <p:cTn id="1966" dur="15"/>
                                        <p:tgtEl>
                                          <p:spTgt spid="725"/>
                                        </p:tgtEl>
                                      </p:cBhvr>
                                    </p:animEffect>
                                  </p:childTnLst>
                                </p:cTn>
                              </p:par>
                            </p:childTnLst>
                          </p:cTn>
                        </p:par>
                        <p:par>
                          <p:cTn id="1967" fill="hold">
                            <p:stCondLst>
                              <p:cond delay="1740"/>
                            </p:stCondLst>
                            <p:childTnLst>
                              <p:par>
                                <p:cTn id="1968" nodeType="afterEffect" fill="hold" presetClass="entr" presetID="10">
                                  <p:stCondLst>
                                    <p:cond delay="0"/>
                                  </p:stCondLst>
                                  <p:childTnLst>
                                    <p:set>
                                      <p:cBhvr>
                                        <p:cTn id="1969" dur="1" fill="hold">
                                          <p:stCondLst>
                                            <p:cond delay="0"/>
                                          </p:stCondLst>
                                        </p:cTn>
                                        <p:tgtEl>
                                          <p:spTgt spid="726"/>
                                        </p:tgtEl>
                                        <p:attrNameLst>
                                          <p:attrName>style.visibility</p:attrName>
                                        </p:attrNameLst>
                                      </p:cBhvr>
                                      <p:to>
                                        <p:strVal val="visible"/>
                                      </p:to>
                                    </p:set>
                                    <p:animEffect filter="fade" transition="in">
                                      <p:cBhvr additive="repl">
                                        <p:cTn id="1970" dur="15"/>
                                        <p:tgtEl>
                                          <p:spTgt spid="726"/>
                                        </p:tgtEl>
                                      </p:cBhvr>
                                    </p:animEffect>
                                  </p:childTnLst>
                                </p:cTn>
                              </p:par>
                            </p:childTnLst>
                          </p:cTn>
                        </p:par>
                        <p:par>
                          <p:cTn id="1971" fill="hold">
                            <p:stCondLst>
                              <p:cond delay="1755"/>
                            </p:stCondLst>
                            <p:childTnLst>
                              <p:par>
                                <p:cTn id="1972" nodeType="afterEffect" fill="hold" presetClass="entr" presetID="10">
                                  <p:stCondLst>
                                    <p:cond delay="0"/>
                                  </p:stCondLst>
                                  <p:childTnLst>
                                    <p:set>
                                      <p:cBhvr>
                                        <p:cTn id="1973" dur="1" fill="hold">
                                          <p:stCondLst>
                                            <p:cond delay="0"/>
                                          </p:stCondLst>
                                        </p:cTn>
                                        <p:tgtEl>
                                          <p:spTgt spid="727"/>
                                        </p:tgtEl>
                                        <p:attrNameLst>
                                          <p:attrName>style.visibility</p:attrName>
                                        </p:attrNameLst>
                                      </p:cBhvr>
                                      <p:to>
                                        <p:strVal val="visible"/>
                                      </p:to>
                                    </p:set>
                                    <p:animEffect filter="fade" transition="in">
                                      <p:cBhvr additive="repl">
                                        <p:cTn id="1974" dur="15"/>
                                        <p:tgtEl>
                                          <p:spTgt spid="727"/>
                                        </p:tgtEl>
                                      </p:cBhvr>
                                    </p:animEffect>
                                  </p:childTnLst>
                                </p:cTn>
                              </p:par>
                            </p:childTnLst>
                          </p:cTn>
                        </p:par>
                        <p:par>
                          <p:cTn id="1975" fill="hold">
                            <p:stCondLst>
                              <p:cond delay="1770"/>
                            </p:stCondLst>
                            <p:childTnLst>
                              <p:par>
                                <p:cTn id="1976" nodeType="afterEffect" fill="hold" presetClass="entr" presetID="10">
                                  <p:stCondLst>
                                    <p:cond delay="0"/>
                                  </p:stCondLst>
                                  <p:childTnLst>
                                    <p:set>
                                      <p:cBhvr>
                                        <p:cTn id="1977" dur="1" fill="hold">
                                          <p:stCondLst>
                                            <p:cond delay="0"/>
                                          </p:stCondLst>
                                        </p:cTn>
                                        <p:tgtEl>
                                          <p:spTgt spid="728"/>
                                        </p:tgtEl>
                                        <p:attrNameLst>
                                          <p:attrName>style.visibility</p:attrName>
                                        </p:attrNameLst>
                                      </p:cBhvr>
                                      <p:to>
                                        <p:strVal val="visible"/>
                                      </p:to>
                                    </p:set>
                                    <p:animEffect filter="fade" transition="in">
                                      <p:cBhvr additive="repl">
                                        <p:cTn id="1978" dur="15"/>
                                        <p:tgtEl>
                                          <p:spTgt spid="728"/>
                                        </p:tgtEl>
                                      </p:cBhvr>
                                    </p:animEffect>
                                  </p:childTnLst>
                                </p:cTn>
                              </p:par>
                            </p:childTnLst>
                          </p:cTn>
                        </p:par>
                        <p:par>
                          <p:cTn id="1979" fill="hold">
                            <p:stCondLst>
                              <p:cond delay="1785"/>
                            </p:stCondLst>
                            <p:childTnLst>
                              <p:par>
                                <p:cTn id="1980" nodeType="afterEffect" fill="hold" presetClass="entr" presetID="10">
                                  <p:stCondLst>
                                    <p:cond delay="0"/>
                                  </p:stCondLst>
                                  <p:childTnLst>
                                    <p:set>
                                      <p:cBhvr>
                                        <p:cTn id="1981" dur="1" fill="hold">
                                          <p:stCondLst>
                                            <p:cond delay="0"/>
                                          </p:stCondLst>
                                        </p:cTn>
                                        <p:tgtEl>
                                          <p:spTgt spid="729"/>
                                        </p:tgtEl>
                                        <p:attrNameLst>
                                          <p:attrName>style.visibility</p:attrName>
                                        </p:attrNameLst>
                                      </p:cBhvr>
                                      <p:to>
                                        <p:strVal val="visible"/>
                                      </p:to>
                                    </p:set>
                                    <p:animEffect filter="fade" transition="in">
                                      <p:cBhvr additive="repl">
                                        <p:cTn id="1982" dur="15"/>
                                        <p:tgtEl>
                                          <p:spTgt spid="729"/>
                                        </p:tgtEl>
                                      </p:cBhvr>
                                    </p:animEffect>
                                  </p:childTnLst>
                                </p:cTn>
                              </p:par>
                            </p:childTnLst>
                          </p:cTn>
                        </p:par>
                        <p:par>
                          <p:cTn id="1983" fill="hold">
                            <p:stCondLst>
                              <p:cond delay="1800"/>
                            </p:stCondLst>
                            <p:childTnLst>
                              <p:par>
                                <p:cTn id="1984" nodeType="afterEffect" fill="hold" presetClass="entr" presetID="10">
                                  <p:stCondLst>
                                    <p:cond delay="0"/>
                                  </p:stCondLst>
                                  <p:childTnLst>
                                    <p:set>
                                      <p:cBhvr>
                                        <p:cTn id="1985" dur="1" fill="hold">
                                          <p:stCondLst>
                                            <p:cond delay="0"/>
                                          </p:stCondLst>
                                        </p:cTn>
                                        <p:tgtEl>
                                          <p:spTgt spid="730"/>
                                        </p:tgtEl>
                                        <p:attrNameLst>
                                          <p:attrName>style.visibility</p:attrName>
                                        </p:attrNameLst>
                                      </p:cBhvr>
                                      <p:to>
                                        <p:strVal val="visible"/>
                                      </p:to>
                                    </p:set>
                                    <p:animEffect filter="fade" transition="in">
                                      <p:cBhvr additive="repl">
                                        <p:cTn id="1986" dur="15"/>
                                        <p:tgtEl>
                                          <p:spTgt spid="730"/>
                                        </p:tgtEl>
                                      </p:cBhvr>
                                    </p:animEffect>
                                  </p:childTnLst>
                                </p:cTn>
                              </p:par>
                            </p:childTnLst>
                          </p:cTn>
                        </p:par>
                        <p:par>
                          <p:cTn id="1987" fill="hold">
                            <p:stCondLst>
                              <p:cond delay="1815"/>
                            </p:stCondLst>
                            <p:childTnLst>
                              <p:par>
                                <p:cTn id="1988" nodeType="afterEffect" fill="hold" presetClass="entr" presetID="10">
                                  <p:stCondLst>
                                    <p:cond delay="0"/>
                                  </p:stCondLst>
                                  <p:childTnLst>
                                    <p:set>
                                      <p:cBhvr>
                                        <p:cTn id="1989" dur="1" fill="hold">
                                          <p:stCondLst>
                                            <p:cond delay="0"/>
                                          </p:stCondLst>
                                        </p:cTn>
                                        <p:tgtEl>
                                          <p:spTgt spid="731"/>
                                        </p:tgtEl>
                                        <p:attrNameLst>
                                          <p:attrName>style.visibility</p:attrName>
                                        </p:attrNameLst>
                                      </p:cBhvr>
                                      <p:to>
                                        <p:strVal val="visible"/>
                                      </p:to>
                                    </p:set>
                                    <p:animEffect filter="fade" transition="in">
                                      <p:cBhvr additive="repl">
                                        <p:cTn id="1990" dur="15"/>
                                        <p:tgtEl>
                                          <p:spTgt spid="731"/>
                                        </p:tgtEl>
                                      </p:cBhvr>
                                    </p:animEffect>
                                  </p:childTnLst>
                                </p:cTn>
                              </p:par>
                            </p:childTnLst>
                          </p:cTn>
                        </p:par>
                        <p:par>
                          <p:cTn id="1991" fill="hold">
                            <p:stCondLst>
                              <p:cond delay="1830"/>
                            </p:stCondLst>
                            <p:childTnLst>
                              <p:par>
                                <p:cTn id="1992" nodeType="afterEffect" fill="hold" presetClass="entr" presetID="10">
                                  <p:stCondLst>
                                    <p:cond delay="0"/>
                                  </p:stCondLst>
                                  <p:childTnLst>
                                    <p:set>
                                      <p:cBhvr>
                                        <p:cTn id="1993" dur="1" fill="hold">
                                          <p:stCondLst>
                                            <p:cond delay="0"/>
                                          </p:stCondLst>
                                        </p:cTn>
                                        <p:tgtEl>
                                          <p:spTgt spid="732"/>
                                        </p:tgtEl>
                                        <p:attrNameLst>
                                          <p:attrName>style.visibility</p:attrName>
                                        </p:attrNameLst>
                                      </p:cBhvr>
                                      <p:to>
                                        <p:strVal val="visible"/>
                                      </p:to>
                                    </p:set>
                                    <p:animEffect filter="fade" transition="in">
                                      <p:cBhvr additive="repl">
                                        <p:cTn id="1994" dur="15"/>
                                        <p:tgtEl>
                                          <p:spTgt spid="732"/>
                                        </p:tgtEl>
                                      </p:cBhvr>
                                    </p:animEffect>
                                  </p:childTnLst>
                                </p:cTn>
                              </p:par>
                            </p:childTnLst>
                          </p:cTn>
                        </p:par>
                        <p:par>
                          <p:cTn id="1995" fill="hold">
                            <p:stCondLst>
                              <p:cond delay="1845"/>
                            </p:stCondLst>
                            <p:childTnLst>
                              <p:par>
                                <p:cTn id="1996" nodeType="afterEffect" fill="hold" presetClass="entr" presetID="10">
                                  <p:stCondLst>
                                    <p:cond delay="0"/>
                                  </p:stCondLst>
                                  <p:childTnLst>
                                    <p:set>
                                      <p:cBhvr>
                                        <p:cTn id="1997" dur="1" fill="hold">
                                          <p:stCondLst>
                                            <p:cond delay="0"/>
                                          </p:stCondLst>
                                        </p:cTn>
                                        <p:tgtEl>
                                          <p:spTgt spid="733"/>
                                        </p:tgtEl>
                                        <p:attrNameLst>
                                          <p:attrName>style.visibility</p:attrName>
                                        </p:attrNameLst>
                                      </p:cBhvr>
                                      <p:to>
                                        <p:strVal val="visible"/>
                                      </p:to>
                                    </p:set>
                                    <p:animEffect filter="fade" transition="in">
                                      <p:cBhvr additive="repl">
                                        <p:cTn id="1998" dur="15"/>
                                        <p:tgtEl>
                                          <p:spTgt spid="733"/>
                                        </p:tgtEl>
                                      </p:cBhvr>
                                    </p:animEffect>
                                  </p:childTnLst>
                                </p:cTn>
                              </p:par>
                            </p:childTnLst>
                          </p:cTn>
                        </p:par>
                        <p:par>
                          <p:cTn id="1999" fill="hold">
                            <p:stCondLst>
                              <p:cond delay="1860"/>
                            </p:stCondLst>
                            <p:childTnLst>
                              <p:par>
                                <p:cTn id="2000" nodeType="afterEffect" fill="hold" presetClass="entr" presetID="10">
                                  <p:stCondLst>
                                    <p:cond delay="0"/>
                                  </p:stCondLst>
                                  <p:childTnLst>
                                    <p:set>
                                      <p:cBhvr>
                                        <p:cTn id="2001" dur="1" fill="hold">
                                          <p:stCondLst>
                                            <p:cond delay="0"/>
                                          </p:stCondLst>
                                        </p:cTn>
                                        <p:tgtEl>
                                          <p:spTgt spid="734"/>
                                        </p:tgtEl>
                                        <p:attrNameLst>
                                          <p:attrName>style.visibility</p:attrName>
                                        </p:attrNameLst>
                                      </p:cBhvr>
                                      <p:to>
                                        <p:strVal val="visible"/>
                                      </p:to>
                                    </p:set>
                                    <p:animEffect filter="fade" transition="in">
                                      <p:cBhvr additive="repl">
                                        <p:cTn id="2002" dur="15"/>
                                        <p:tgtEl>
                                          <p:spTgt spid="734"/>
                                        </p:tgtEl>
                                      </p:cBhvr>
                                    </p:animEffect>
                                  </p:childTnLst>
                                </p:cTn>
                              </p:par>
                            </p:childTnLst>
                          </p:cTn>
                        </p:par>
                        <p:par>
                          <p:cTn id="2003" fill="hold">
                            <p:stCondLst>
                              <p:cond delay="1875"/>
                            </p:stCondLst>
                            <p:childTnLst>
                              <p:par>
                                <p:cTn id="2004" nodeType="afterEffect" fill="hold" presetClass="entr" presetID="10">
                                  <p:stCondLst>
                                    <p:cond delay="0"/>
                                  </p:stCondLst>
                                  <p:childTnLst>
                                    <p:set>
                                      <p:cBhvr>
                                        <p:cTn id="2005" dur="1" fill="hold">
                                          <p:stCondLst>
                                            <p:cond delay="0"/>
                                          </p:stCondLst>
                                        </p:cTn>
                                        <p:tgtEl>
                                          <p:spTgt spid="735"/>
                                        </p:tgtEl>
                                        <p:attrNameLst>
                                          <p:attrName>style.visibility</p:attrName>
                                        </p:attrNameLst>
                                      </p:cBhvr>
                                      <p:to>
                                        <p:strVal val="visible"/>
                                      </p:to>
                                    </p:set>
                                    <p:animEffect filter="fade" transition="in">
                                      <p:cBhvr additive="repl">
                                        <p:cTn id="2006" dur="15"/>
                                        <p:tgtEl>
                                          <p:spTgt spid="735"/>
                                        </p:tgtEl>
                                      </p:cBhvr>
                                    </p:animEffect>
                                  </p:childTnLst>
                                </p:cTn>
                              </p:par>
                            </p:childTnLst>
                          </p:cTn>
                        </p:par>
                        <p:par>
                          <p:cTn id="2007" fill="hold">
                            <p:stCondLst>
                              <p:cond delay="1890"/>
                            </p:stCondLst>
                            <p:childTnLst>
                              <p:par>
                                <p:cTn id="2008" nodeType="afterEffect" fill="hold" presetClass="entr" presetID="10">
                                  <p:stCondLst>
                                    <p:cond delay="0"/>
                                  </p:stCondLst>
                                  <p:childTnLst>
                                    <p:set>
                                      <p:cBhvr>
                                        <p:cTn id="2009" dur="1" fill="hold">
                                          <p:stCondLst>
                                            <p:cond delay="0"/>
                                          </p:stCondLst>
                                        </p:cTn>
                                        <p:tgtEl>
                                          <p:spTgt spid="736"/>
                                        </p:tgtEl>
                                        <p:attrNameLst>
                                          <p:attrName>style.visibility</p:attrName>
                                        </p:attrNameLst>
                                      </p:cBhvr>
                                      <p:to>
                                        <p:strVal val="visible"/>
                                      </p:to>
                                    </p:set>
                                    <p:animEffect filter="fade" transition="in">
                                      <p:cBhvr additive="repl">
                                        <p:cTn id="2010" dur="15"/>
                                        <p:tgtEl>
                                          <p:spTgt spid="736"/>
                                        </p:tgtEl>
                                      </p:cBhvr>
                                    </p:animEffect>
                                  </p:childTnLst>
                                </p:cTn>
                              </p:par>
                            </p:childTnLst>
                          </p:cTn>
                        </p:par>
                        <p:par>
                          <p:cTn id="2011" fill="hold">
                            <p:stCondLst>
                              <p:cond delay="1905"/>
                            </p:stCondLst>
                            <p:childTnLst>
                              <p:par>
                                <p:cTn id="2012" nodeType="afterEffect" fill="hold" presetClass="entr" presetID="10">
                                  <p:stCondLst>
                                    <p:cond delay="0"/>
                                  </p:stCondLst>
                                  <p:childTnLst>
                                    <p:set>
                                      <p:cBhvr>
                                        <p:cTn id="2013" dur="1" fill="hold">
                                          <p:stCondLst>
                                            <p:cond delay="0"/>
                                          </p:stCondLst>
                                        </p:cTn>
                                        <p:tgtEl>
                                          <p:spTgt spid="737"/>
                                        </p:tgtEl>
                                        <p:attrNameLst>
                                          <p:attrName>style.visibility</p:attrName>
                                        </p:attrNameLst>
                                      </p:cBhvr>
                                      <p:to>
                                        <p:strVal val="visible"/>
                                      </p:to>
                                    </p:set>
                                    <p:animEffect filter="fade" transition="in">
                                      <p:cBhvr additive="repl">
                                        <p:cTn id="2014" dur="15"/>
                                        <p:tgtEl>
                                          <p:spTgt spid="737"/>
                                        </p:tgtEl>
                                      </p:cBhvr>
                                    </p:animEffect>
                                  </p:childTnLst>
                                </p:cTn>
                              </p:par>
                            </p:childTnLst>
                          </p:cTn>
                        </p:par>
                        <p:par>
                          <p:cTn id="2015" fill="hold">
                            <p:stCondLst>
                              <p:cond delay="1920"/>
                            </p:stCondLst>
                            <p:childTnLst>
                              <p:par>
                                <p:cTn id="2016" nodeType="afterEffect" fill="hold" presetClass="entr" presetID="10">
                                  <p:stCondLst>
                                    <p:cond delay="0"/>
                                  </p:stCondLst>
                                  <p:childTnLst>
                                    <p:set>
                                      <p:cBhvr>
                                        <p:cTn id="2017" dur="1" fill="hold">
                                          <p:stCondLst>
                                            <p:cond delay="0"/>
                                          </p:stCondLst>
                                        </p:cTn>
                                        <p:tgtEl>
                                          <p:spTgt spid="738"/>
                                        </p:tgtEl>
                                        <p:attrNameLst>
                                          <p:attrName>style.visibility</p:attrName>
                                        </p:attrNameLst>
                                      </p:cBhvr>
                                      <p:to>
                                        <p:strVal val="visible"/>
                                      </p:to>
                                    </p:set>
                                    <p:animEffect filter="fade" transition="in">
                                      <p:cBhvr additive="repl">
                                        <p:cTn id="2018" dur="15"/>
                                        <p:tgtEl>
                                          <p:spTgt spid="738"/>
                                        </p:tgtEl>
                                      </p:cBhvr>
                                    </p:animEffect>
                                  </p:childTnLst>
                                </p:cTn>
                              </p:par>
                            </p:childTnLst>
                          </p:cTn>
                        </p:par>
                        <p:par>
                          <p:cTn id="2019" fill="hold">
                            <p:stCondLst>
                              <p:cond delay="1935"/>
                            </p:stCondLst>
                            <p:childTnLst>
                              <p:par>
                                <p:cTn id="2020" nodeType="afterEffect" fill="hold" presetClass="entr" presetID="10">
                                  <p:stCondLst>
                                    <p:cond delay="0"/>
                                  </p:stCondLst>
                                  <p:childTnLst>
                                    <p:set>
                                      <p:cBhvr>
                                        <p:cTn id="2021" dur="1" fill="hold">
                                          <p:stCondLst>
                                            <p:cond delay="0"/>
                                          </p:stCondLst>
                                        </p:cTn>
                                        <p:tgtEl>
                                          <p:spTgt spid="739"/>
                                        </p:tgtEl>
                                        <p:attrNameLst>
                                          <p:attrName>style.visibility</p:attrName>
                                        </p:attrNameLst>
                                      </p:cBhvr>
                                      <p:to>
                                        <p:strVal val="visible"/>
                                      </p:to>
                                    </p:set>
                                    <p:animEffect filter="fade" transition="in">
                                      <p:cBhvr additive="repl">
                                        <p:cTn id="2022" dur="15"/>
                                        <p:tgtEl>
                                          <p:spTgt spid="739"/>
                                        </p:tgtEl>
                                      </p:cBhvr>
                                    </p:animEffect>
                                  </p:childTnLst>
                                </p:cTn>
                              </p:par>
                            </p:childTnLst>
                          </p:cTn>
                        </p:par>
                        <p:par>
                          <p:cTn id="2023" fill="hold">
                            <p:stCondLst>
                              <p:cond delay="1950"/>
                            </p:stCondLst>
                            <p:childTnLst>
                              <p:par>
                                <p:cTn id="2024" nodeType="afterEffect" fill="hold" presetClass="entr" presetID="10">
                                  <p:stCondLst>
                                    <p:cond delay="0"/>
                                  </p:stCondLst>
                                  <p:childTnLst>
                                    <p:set>
                                      <p:cBhvr>
                                        <p:cTn id="2025" dur="1" fill="hold">
                                          <p:stCondLst>
                                            <p:cond delay="0"/>
                                          </p:stCondLst>
                                        </p:cTn>
                                        <p:tgtEl>
                                          <p:spTgt spid="740"/>
                                        </p:tgtEl>
                                        <p:attrNameLst>
                                          <p:attrName>style.visibility</p:attrName>
                                        </p:attrNameLst>
                                      </p:cBhvr>
                                      <p:to>
                                        <p:strVal val="visible"/>
                                      </p:to>
                                    </p:set>
                                    <p:animEffect filter="fade" transition="in">
                                      <p:cBhvr additive="repl">
                                        <p:cTn id="2026" dur="15"/>
                                        <p:tgtEl>
                                          <p:spTgt spid="740"/>
                                        </p:tgtEl>
                                      </p:cBhvr>
                                    </p:animEffect>
                                  </p:childTnLst>
                                </p:cTn>
                              </p:par>
                            </p:childTnLst>
                          </p:cTn>
                        </p:par>
                        <p:par>
                          <p:cTn id="2027" fill="hold">
                            <p:stCondLst>
                              <p:cond delay="1965"/>
                            </p:stCondLst>
                            <p:childTnLst>
                              <p:par>
                                <p:cTn id="2028" nodeType="afterEffect" fill="hold" presetClass="entr" presetID="10">
                                  <p:stCondLst>
                                    <p:cond delay="0"/>
                                  </p:stCondLst>
                                  <p:childTnLst>
                                    <p:set>
                                      <p:cBhvr>
                                        <p:cTn id="2029" dur="1" fill="hold">
                                          <p:stCondLst>
                                            <p:cond delay="0"/>
                                          </p:stCondLst>
                                        </p:cTn>
                                        <p:tgtEl>
                                          <p:spTgt spid="741"/>
                                        </p:tgtEl>
                                        <p:attrNameLst>
                                          <p:attrName>style.visibility</p:attrName>
                                        </p:attrNameLst>
                                      </p:cBhvr>
                                      <p:to>
                                        <p:strVal val="visible"/>
                                      </p:to>
                                    </p:set>
                                    <p:animEffect filter="fade" transition="in">
                                      <p:cBhvr additive="repl">
                                        <p:cTn id="2030" dur="15"/>
                                        <p:tgtEl>
                                          <p:spTgt spid="741"/>
                                        </p:tgtEl>
                                      </p:cBhvr>
                                    </p:animEffect>
                                  </p:childTnLst>
                                </p:cTn>
                              </p:par>
                            </p:childTnLst>
                          </p:cTn>
                        </p:par>
                        <p:par>
                          <p:cTn id="2031" fill="hold">
                            <p:stCondLst>
                              <p:cond delay="1980"/>
                            </p:stCondLst>
                            <p:childTnLst>
                              <p:par>
                                <p:cTn id="2032" nodeType="afterEffect" fill="hold" presetClass="entr" presetID="10">
                                  <p:stCondLst>
                                    <p:cond delay="0"/>
                                  </p:stCondLst>
                                  <p:childTnLst>
                                    <p:set>
                                      <p:cBhvr>
                                        <p:cTn id="2033" dur="1" fill="hold">
                                          <p:stCondLst>
                                            <p:cond delay="0"/>
                                          </p:stCondLst>
                                        </p:cTn>
                                        <p:tgtEl>
                                          <p:spTgt spid="742"/>
                                        </p:tgtEl>
                                        <p:attrNameLst>
                                          <p:attrName>style.visibility</p:attrName>
                                        </p:attrNameLst>
                                      </p:cBhvr>
                                      <p:to>
                                        <p:strVal val="visible"/>
                                      </p:to>
                                    </p:set>
                                    <p:animEffect filter="fade" transition="in">
                                      <p:cBhvr additive="repl">
                                        <p:cTn id="2034" dur="15"/>
                                        <p:tgtEl>
                                          <p:spTgt spid="742"/>
                                        </p:tgtEl>
                                      </p:cBhvr>
                                    </p:animEffect>
                                  </p:childTnLst>
                                </p:cTn>
                              </p:par>
                            </p:childTnLst>
                          </p:cTn>
                        </p:par>
                        <p:par>
                          <p:cTn id="2035" fill="hold">
                            <p:stCondLst>
                              <p:cond delay="1995"/>
                            </p:stCondLst>
                            <p:childTnLst>
                              <p:par>
                                <p:cTn id="2036" nodeType="afterEffect" fill="hold" presetClass="entr" presetID="10">
                                  <p:stCondLst>
                                    <p:cond delay="0"/>
                                  </p:stCondLst>
                                  <p:childTnLst>
                                    <p:set>
                                      <p:cBhvr>
                                        <p:cTn id="2037" dur="1" fill="hold">
                                          <p:stCondLst>
                                            <p:cond delay="0"/>
                                          </p:stCondLst>
                                        </p:cTn>
                                        <p:tgtEl>
                                          <p:spTgt spid="743"/>
                                        </p:tgtEl>
                                        <p:attrNameLst>
                                          <p:attrName>style.visibility</p:attrName>
                                        </p:attrNameLst>
                                      </p:cBhvr>
                                      <p:to>
                                        <p:strVal val="visible"/>
                                      </p:to>
                                    </p:set>
                                    <p:animEffect filter="fade" transition="in">
                                      <p:cBhvr additive="repl">
                                        <p:cTn id="2038" dur="15"/>
                                        <p:tgtEl>
                                          <p:spTgt spid="743"/>
                                        </p:tgtEl>
                                      </p:cBhvr>
                                    </p:animEffect>
                                  </p:childTnLst>
                                </p:cTn>
                              </p:par>
                            </p:childTnLst>
                          </p:cTn>
                        </p:par>
                        <p:par>
                          <p:cTn id="2039" fill="hold">
                            <p:stCondLst>
                              <p:cond delay="2009"/>
                            </p:stCondLst>
                            <p:childTnLst>
                              <p:par>
                                <p:cTn id="2040" nodeType="afterEffect" fill="hold" presetClass="entr" presetID="10">
                                  <p:stCondLst>
                                    <p:cond delay="0"/>
                                  </p:stCondLst>
                                  <p:childTnLst>
                                    <p:set>
                                      <p:cBhvr>
                                        <p:cTn id="2041" dur="1" fill="hold">
                                          <p:stCondLst>
                                            <p:cond delay="0"/>
                                          </p:stCondLst>
                                        </p:cTn>
                                        <p:tgtEl>
                                          <p:spTgt spid="744"/>
                                        </p:tgtEl>
                                        <p:attrNameLst>
                                          <p:attrName>style.visibility</p:attrName>
                                        </p:attrNameLst>
                                      </p:cBhvr>
                                      <p:to>
                                        <p:strVal val="visible"/>
                                      </p:to>
                                    </p:set>
                                    <p:animEffect filter="fade" transition="in">
                                      <p:cBhvr additive="repl">
                                        <p:cTn id="2042" dur="15"/>
                                        <p:tgtEl>
                                          <p:spTgt spid="744"/>
                                        </p:tgtEl>
                                      </p:cBhvr>
                                    </p:animEffect>
                                  </p:childTnLst>
                                </p:cTn>
                              </p:par>
                            </p:childTnLst>
                          </p:cTn>
                        </p:par>
                        <p:par>
                          <p:cTn id="2043" fill="hold">
                            <p:stCondLst>
                              <p:cond delay="2025"/>
                            </p:stCondLst>
                            <p:childTnLst>
                              <p:par>
                                <p:cTn id="2044" nodeType="afterEffect" fill="hold" presetClass="entr" presetID="10">
                                  <p:stCondLst>
                                    <p:cond delay="0"/>
                                  </p:stCondLst>
                                  <p:childTnLst>
                                    <p:set>
                                      <p:cBhvr>
                                        <p:cTn id="2045" dur="1" fill="hold">
                                          <p:stCondLst>
                                            <p:cond delay="0"/>
                                          </p:stCondLst>
                                        </p:cTn>
                                        <p:tgtEl>
                                          <p:spTgt spid="745"/>
                                        </p:tgtEl>
                                        <p:attrNameLst>
                                          <p:attrName>style.visibility</p:attrName>
                                        </p:attrNameLst>
                                      </p:cBhvr>
                                      <p:to>
                                        <p:strVal val="visible"/>
                                      </p:to>
                                    </p:set>
                                    <p:animEffect filter="fade" transition="in">
                                      <p:cBhvr additive="repl">
                                        <p:cTn id="2046" dur="15"/>
                                        <p:tgtEl>
                                          <p:spTgt spid="745"/>
                                        </p:tgtEl>
                                      </p:cBhvr>
                                    </p:animEffect>
                                  </p:childTnLst>
                                </p:cTn>
                              </p:par>
                            </p:childTnLst>
                          </p:cTn>
                        </p:par>
                        <p:par>
                          <p:cTn id="2047" fill="hold">
                            <p:stCondLst>
                              <p:cond delay="2040"/>
                            </p:stCondLst>
                            <p:childTnLst>
                              <p:par>
                                <p:cTn id="2048" nodeType="afterEffect" fill="hold" presetClass="entr" presetID="10">
                                  <p:stCondLst>
                                    <p:cond delay="0"/>
                                  </p:stCondLst>
                                  <p:childTnLst>
                                    <p:set>
                                      <p:cBhvr>
                                        <p:cTn id="2049" dur="1" fill="hold">
                                          <p:stCondLst>
                                            <p:cond delay="0"/>
                                          </p:stCondLst>
                                        </p:cTn>
                                        <p:tgtEl>
                                          <p:spTgt spid="746"/>
                                        </p:tgtEl>
                                        <p:attrNameLst>
                                          <p:attrName>style.visibility</p:attrName>
                                        </p:attrNameLst>
                                      </p:cBhvr>
                                      <p:to>
                                        <p:strVal val="visible"/>
                                      </p:to>
                                    </p:set>
                                    <p:animEffect filter="fade" transition="in">
                                      <p:cBhvr additive="repl">
                                        <p:cTn id="2050" dur="15"/>
                                        <p:tgtEl>
                                          <p:spTgt spid="746"/>
                                        </p:tgtEl>
                                      </p:cBhvr>
                                    </p:animEffect>
                                  </p:childTnLst>
                                </p:cTn>
                              </p:par>
                            </p:childTnLst>
                          </p:cTn>
                        </p:par>
                        <p:par>
                          <p:cTn id="2051" fill="hold">
                            <p:stCondLst>
                              <p:cond delay="2055"/>
                            </p:stCondLst>
                            <p:childTnLst>
                              <p:par>
                                <p:cTn id="2052" nodeType="afterEffect" fill="hold" presetClass="entr" presetID="10">
                                  <p:stCondLst>
                                    <p:cond delay="0"/>
                                  </p:stCondLst>
                                  <p:childTnLst>
                                    <p:set>
                                      <p:cBhvr>
                                        <p:cTn id="2053" dur="1" fill="hold">
                                          <p:stCondLst>
                                            <p:cond delay="0"/>
                                          </p:stCondLst>
                                        </p:cTn>
                                        <p:tgtEl>
                                          <p:spTgt spid="747"/>
                                        </p:tgtEl>
                                        <p:attrNameLst>
                                          <p:attrName>style.visibility</p:attrName>
                                        </p:attrNameLst>
                                      </p:cBhvr>
                                      <p:to>
                                        <p:strVal val="visible"/>
                                      </p:to>
                                    </p:set>
                                    <p:animEffect filter="fade" transition="in">
                                      <p:cBhvr additive="repl">
                                        <p:cTn id="2054" dur="15"/>
                                        <p:tgtEl>
                                          <p:spTgt spid="747"/>
                                        </p:tgtEl>
                                      </p:cBhvr>
                                    </p:animEffect>
                                  </p:childTnLst>
                                </p:cTn>
                              </p:par>
                            </p:childTnLst>
                          </p:cTn>
                        </p:par>
                        <p:par>
                          <p:cTn id="2055" fill="hold">
                            <p:stCondLst>
                              <p:cond delay="2070"/>
                            </p:stCondLst>
                            <p:childTnLst>
                              <p:par>
                                <p:cTn id="2056" nodeType="afterEffect" fill="hold" presetClass="entr" presetID="10">
                                  <p:stCondLst>
                                    <p:cond delay="0"/>
                                  </p:stCondLst>
                                  <p:childTnLst>
                                    <p:set>
                                      <p:cBhvr>
                                        <p:cTn id="2057" dur="1" fill="hold">
                                          <p:stCondLst>
                                            <p:cond delay="0"/>
                                          </p:stCondLst>
                                        </p:cTn>
                                        <p:tgtEl>
                                          <p:spTgt spid="748"/>
                                        </p:tgtEl>
                                        <p:attrNameLst>
                                          <p:attrName>style.visibility</p:attrName>
                                        </p:attrNameLst>
                                      </p:cBhvr>
                                      <p:to>
                                        <p:strVal val="visible"/>
                                      </p:to>
                                    </p:set>
                                    <p:animEffect filter="fade" transition="in">
                                      <p:cBhvr additive="repl">
                                        <p:cTn id="2058" dur="15"/>
                                        <p:tgtEl>
                                          <p:spTgt spid="748"/>
                                        </p:tgtEl>
                                      </p:cBhvr>
                                    </p:animEffect>
                                  </p:childTnLst>
                                </p:cTn>
                              </p:par>
                            </p:childTnLst>
                          </p:cTn>
                        </p:par>
                        <p:par>
                          <p:cTn id="2059" fill="hold">
                            <p:stCondLst>
                              <p:cond delay="2085"/>
                            </p:stCondLst>
                            <p:childTnLst>
                              <p:par>
                                <p:cTn id="2060" nodeType="afterEffect" fill="hold" presetClass="entr" presetID="10">
                                  <p:stCondLst>
                                    <p:cond delay="0"/>
                                  </p:stCondLst>
                                  <p:childTnLst>
                                    <p:set>
                                      <p:cBhvr>
                                        <p:cTn id="2061" dur="1" fill="hold">
                                          <p:stCondLst>
                                            <p:cond delay="0"/>
                                          </p:stCondLst>
                                        </p:cTn>
                                        <p:tgtEl>
                                          <p:spTgt spid="749"/>
                                        </p:tgtEl>
                                        <p:attrNameLst>
                                          <p:attrName>style.visibility</p:attrName>
                                        </p:attrNameLst>
                                      </p:cBhvr>
                                      <p:to>
                                        <p:strVal val="visible"/>
                                      </p:to>
                                    </p:set>
                                    <p:animEffect filter="fade" transition="in">
                                      <p:cBhvr additive="repl">
                                        <p:cTn id="2062" dur="15"/>
                                        <p:tgtEl>
                                          <p:spTgt spid="749"/>
                                        </p:tgtEl>
                                      </p:cBhvr>
                                    </p:animEffect>
                                  </p:childTnLst>
                                </p:cTn>
                              </p:par>
                            </p:childTnLst>
                          </p:cTn>
                        </p:par>
                        <p:par>
                          <p:cTn id="2063" fill="hold">
                            <p:stCondLst>
                              <p:cond delay="2100"/>
                            </p:stCondLst>
                            <p:childTnLst>
                              <p:par>
                                <p:cTn id="2064" nodeType="afterEffect" fill="hold" presetClass="entr" presetID="10">
                                  <p:stCondLst>
                                    <p:cond delay="0"/>
                                  </p:stCondLst>
                                  <p:childTnLst>
                                    <p:set>
                                      <p:cBhvr>
                                        <p:cTn id="2065" dur="1" fill="hold">
                                          <p:stCondLst>
                                            <p:cond delay="0"/>
                                          </p:stCondLst>
                                        </p:cTn>
                                        <p:tgtEl>
                                          <p:spTgt spid="750"/>
                                        </p:tgtEl>
                                        <p:attrNameLst>
                                          <p:attrName>style.visibility</p:attrName>
                                        </p:attrNameLst>
                                      </p:cBhvr>
                                      <p:to>
                                        <p:strVal val="visible"/>
                                      </p:to>
                                    </p:set>
                                    <p:animEffect filter="fade" transition="in">
                                      <p:cBhvr additive="repl">
                                        <p:cTn id="2066" dur="15"/>
                                        <p:tgtEl>
                                          <p:spTgt spid="750"/>
                                        </p:tgtEl>
                                      </p:cBhvr>
                                    </p:animEffect>
                                  </p:childTnLst>
                                </p:cTn>
                              </p:par>
                            </p:childTnLst>
                          </p:cTn>
                        </p:par>
                        <p:par>
                          <p:cTn id="2067" fill="hold">
                            <p:stCondLst>
                              <p:cond delay="2115"/>
                            </p:stCondLst>
                            <p:childTnLst>
                              <p:par>
                                <p:cTn id="2068" nodeType="afterEffect" fill="hold" presetClass="entr" presetID="10">
                                  <p:stCondLst>
                                    <p:cond delay="0"/>
                                  </p:stCondLst>
                                  <p:childTnLst>
                                    <p:set>
                                      <p:cBhvr>
                                        <p:cTn id="2069" dur="1" fill="hold">
                                          <p:stCondLst>
                                            <p:cond delay="0"/>
                                          </p:stCondLst>
                                        </p:cTn>
                                        <p:tgtEl>
                                          <p:spTgt spid="751"/>
                                        </p:tgtEl>
                                        <p:attrNameLst>
                                          <p:attrName>style.visibility</p:attrName>
                                        </p:attrNameLst>
                                      </p:cBhvr>
                                      <p:to>
                                        <p:strVal val="visible"/>
                                      </p:to>
                                    </p:set>
                                    <p:animEffect filter="fade" transition="in">
                                      <p:cBhvr additive="repl">
                                        <p:cTn id="2070" dur="15"/>
                                        <p:tgtEl>
                                          <p:spTgt spid="751"/>
                                        </p:tgtEl>
                                      </p:cBhvr>
                                    </p:animEffect>
                                  </p:childTnLst>
                                </p:cTn>
                              </p:par>
                            </p:childTnLst>
                          </p:cTn>
                        </p:par>
                        <p:par>
                          <p:cTn id="2071" fill="hold">
                            <p:stCondLst>
                              <p:cond delay="2130"/>
                            </p:stCondLst>
                            <p:childTnLst>
                              <p:par>
                                <p:cTn id="2072" nodeType="afterEffect" fill="hold" presetClass="entr" presetID="10">
                                  <p:stCondLst>
                                    <p:cond delay="0"/>
                                  </p:stCondLst>
                                  <p:childTnLst>
                                    <p:set>
                                      <p:cBhvr>
                                        <p:cTn id="2073" dur="1" fill="hold">
                                          <p:stCondLst>
                                            <p:cond delay="0"/>
                                          </p:stCondLst>
                                        </p:cTn>
                                        <p:tgtEl>
                                          <p:spTgt spid="752"/>
                                        </p:tgtEl>
                                        <p:attrNameLst>
                                          <p:attrName>style.visibility</p:attrName>
                                        </p:attrNameLst>
                                      </p:cBhvr>
                                      <p:to>
                                        <p:strVal val="visible"/>
                                      </p:to>
                                    </p:set>
                                    <p:animEffect filter="fade" transition="in">
                                      <p:cBhvr additive="repl">
                                        <p:cTn id="2074" dur="15"/>
                                        <p:tgtEl>
                                          <p:spTgt spid="752"/>
                                        </p:tgtEl>
                                      </p:cBhvr>
                                    </p:animEffect>
                                  </p:childTnLst>
                                </p:cTn>
                              </p:par>
                            </p:childTnLst>
                          </p:cTn>
                        </p:par>
                        <p:par>
                          <p:cTn id="2075" fill="hold">
                            <p:stCondLst>
                              <p:cond delay="2145"/>
                            </p:stCondLst>
                            <p:childTnLst>
                              <p:par>
                                <p:cTn id="2076" nodeType="afterEffect" fill="hold" presetClass="entr" presetID="10">
                                  <p:stCondLst>
                                    <p:cond delay="0"/>
                                  </p:stCondLst>
                                  <p:childTnLst>
                                    <p:set>
                                      <p:cBhvr>
                                        <p:cTn id="2077" dur="1" fill="hold">
                                          <p:stCondLst>
                                            <p:cond delay="0"/>
                                          </p:stCondLst>
                                        </p:cTn>
                                        <p:tgtEl>
                                          <p:spTgt spid="753"/>
                                        </p:tgtEl>
                                        <p:attrNameLst>
                                          <p:attrName>style.visibility</p:attrName>
                                        </p:attrNameLst>
                                      </p:cBhvr>
                                      <p:to>
                                        <p:strVal val="visible"/>
                                      </p:to>
                                    </p:set>
                                    <p:animEffect filter="fade" transition="in">
                                      <p:cBhvr additive="repl">
                                        <p:cTn id="2078" dur="15"/>
                                        <p:tgtEl>
                                          <p:spTgt spid="753"/>
                                        </p:tgtEl>
                                      </p:cBhvr>
                                    </p:animEffect>
                                  </p:childTnLst>
                                </p:cTn>
                              </p:par>
                            </p:childTnLst>
                          </p:cTn>
                        </p:par>
                        <p:par>
                          <p:cTn id="2079" fill="hold">
                            <p:stCondLst>
                              <p:cond delay="2160"/>
                            </p:stCondLst>
                            <p:childTnLst>
                              <p:par>
                                <p:cTn id="2080" nodeType="afterEffect" fill="hold" presetClass="entr" presetID="10">
                                  <p:stCondLst>
                                    <p:cond delay="0"/>
                                  </p:stCondLst>
                                  <p:childTnLst>
                                    <p:set>
                                      <p:cBhvr>
                                        <p:cTn id="2081" dur="1" fill="hold">
                                          <p:stCondLst>
                                            <p:cond delay="0"/>
                                          </p:stCondLst>
                                        </p:cTn>
                                        <p:tgtEl>
                                          <p:spTgt spid="754"/>
                                        </p:tgtEl>
                                        <p:attrNameLst>
                                          <p:attrName>style.visibility</p:attrName>
                                        </p:attrNameLst>
                                      </p:cBhvr>
                                      <p:to>
                                        <p:strVal val="visible"/>
                                      </p:to>
                                    </p:set>
                                    <p:animEffect filter="fade" transition="in">
                                      <p:cBhvr additive="repl">
                                        <p:cTn id="2082" dur="15"/>
                                        <p:tgtEl>
                                          <p:spTgt spid="754"/>
                                        </p:tgtEl>
                                      </p:cBhvr>
                                    </p:animEffect>
                                  </p:childTnLst>
                                </p:cTn>
                              </p:par>
                            </p:childTnLst>
                          </p:cTn>
                        </p:par>
                        <p:par>
                          <p:cTn id="2083" fill="hold">
                            <p:stCondLst>
                              <p:cond delay="2175"/>
                            </p:stCondLst>
                            <p:childTnLst>
                              <p:par>
                                <p:cTn id="2084" nodeType="afterEffect" fill="hold" presetClass="entr" presetID="10">
                                  <p:stCondLst>
                                    <p:cond delay="0"/>
                                  </p:stCondLst>
                                  <p:childTnLst>
                                    <p:set>
                                      <p:cBhvr>
                                        <p:cTn id="2085" dur="1" fill="hold">
                                          <p:stCondLst>
                                            <p:cond delay="0"/>
                                          </p:stCondLst>
                                        </p:cTn>
                                        <p:tgtEl>
                                          <p:spTgt spid="755"/>
                                        </p:tgtEl>
                                        <p:attrNameLst>
                                          <p:attrName>style.visibility</p:attrName>
                                        </p:attrNameLst>
                                      </p:cBhvr>
                                      <p:to>
                                        <p:strVal val="visible"/>
                                      </p:to>
                                    </p:set>
                                    <p:animEffect filter="fade" transition="in">
                                      <p:cBhvr additive="repl">
                                        <p:cTn id="2086" dur="15"/>
                                        <p:tgtEl>
                                          <p:spTgt spid="755"/>
                                        </p:tgtEl>
                                      </p:cBhvr>
                                    </p:animEffect>
                                  </p:childTnLst>
                                </p:cTn>
                              </p:par>
                            </p:childTnLst>
                          </p:cTn>
                        </p:par>
                        <p:par>
                          <p:cTn id="2087" fill="hold">
                            <p:stCondLst>
                              <p:cond delay="2190"/>
                            </p:stCondLst>
                            <p:childTnLst>
                              <p:par>
                                <p:cTn id="2088" nodeType="afterEffect" fill="hold" presetClass="entr" presetID="10">
                                  <p:stCondLst>
                                    <p:cond delay="0"/>
                                  </p:stCondLst>
                                  <p:childTnLst>
                                    <p:set>
                                      <p:cBhvr>
                                        <p:cTn id="2089" dur="1" fill="hold">
                                          <p:stCondLst>
                                            <p:cond delay="0"/>
                                          </p:stCondLst>
                                        </p:cTn>
                                        <p:tgtEl>
                                          <p:spTgt spid="756"/>
                                        </p:tgtEl>
                                        <p:attrNameLst>
                                          <p:attrName>style.visibility</p:attrName>
                                        </p:attrNameLst>
                                      </p:cBhvr>
                                      <p:to>
                                        <p:strVal val="visible"/>
                                      </p:to>
                                    </p:set>
                                    <p:animEffect filter="fade" transition="in">
                                      <p:cBhvr additive="repl">
                                        <p:cTn id="2090" dur="15"/>
                                        <p:tgtEl>
                                          <p:spTgt spid="756"/>
                                        </p:tgtEl>
                                      </p:cBhvr>
                                    </p:animEffect>
                                  </p:childTnLst>
                                </p:cTn>
                              </p:par>
                            </p:childTnLst>
                          </p:cTn>
                        </p:par>
                        <p:par>
                          <p:cTn id="2091" fill="hold">
                            <p:stCondLst>
                              <p:cond delay="2205"/>
                            </p:stCondLst>
                            <p:childTnLst>
                              <p:par>
                                <p:cTn id="2092" nodeType="afterEffect" fill="hold" presetClass="entr" presetID="10">
                                  <p:stCondLst>
                                    <p:cond delay="0"/>
                                  </p:stCondLst>
                                  <p:childTnLst>
                                    <p:set>
                                      <p:cBhvr>
                                        <p:cTn id="2093" dur="1" fill="hold">
                                          <p:stCondLst>
                                            <p:cond delay="0"/>
                                          </p:stCondLst>
                                        </p:cTn>
                                        <p:tgtEl>
                                          <p:spTgt spid="757"/>
                                        </p:tgtEl>
                                        <p:attrNameLst>
                                          <p:attrName>style.visibility</p:attrName>
                                        </p:attrNameLst>
                                      </p:cBhvr>
                                      <p:to>
                                        <p:strVal val="visible"/>
                                      </p:to>
                                    </p:set>
                                    <p:animEffect filter="fade" transition="in">
                                      <p:cBhvr additive="repl">
                                        <p:cTn id="2094" dur="15"/>
                                        <p:tgtEl>
                                          <p:spTgt spid="757"/>
                                        </p:tgtEl>
                                      </p:cBhvr>
                                    </p:animEffect>
                                  </p:childTnLst>
                                </p:cTn>
                              </p:par>
                            </p:childTnLst>
                          </p:cTn>
                        </p:par>
                        <p:par>
                          <p:cTn id="2095" fill="hold">
                            <p:stCondLst>
                              <p:cond delay="2220"/>
                            </p:stCondLst>
                            <p:childTnLst>
                              <p:par>
                                <p:cTn id="2096" nodeType="afterEffect" fill="hold" presetClass="entr" presetID="10">
                                  <p:stCondLst>
                                    <p:cond delay="0"/>
                                  </p:stCondLst>
                                  <p:childTnLst>
                                    <p:set>
                                      <p:cBhvr>
                                        <p:cTn id="2097" dur="1" fill="hold">
                                          <p:stCondLst>
                                            <p:cond delay="0"/>
                                          </p:stCondLst>
                                        </p:cTn>
                                        <p:tgtEl>
                                          <p:spTgt spid="758"/>
                                        </p:tgtEl>
                                        <p:attrNameLst>
                                          <p:attrName>style.visibility</p:attrName>
                                        </p:attrNameLst>
                                      </p:cBhvr>
                                      <p:to>
                                        <p:strVal val="visible"/>
                                      </p:to>
                                    </p:set>
                                    <p:animEffect filter="fade" transition="in">
                                      <p:cBhvr additive="repl">
                                        <p:cTn id="2098" dur="15"/>
                                        <p:tgtEl>
                                          <p:spTgt spid="758"/>
                                        </p:tgtEl>
                                      </p:cBhvr>
                                    </p:animEffect>
                                  </p:childTnLst>
                                </p:cTn>
                              </p:par>
                            </p:childTnLst>
                          </p:cTn>
                        </p:par>
                        <p:par>
                          <p:cTn id="2099" fill="hold">
                            <p:stCondLst>
                              <p:cond delay="2235"/>
                            </p:stCondLst>
                            <p:childTnLst>
                              <p:par>
                                <p:cTn id="2100" nodeType="afterEffect" fill="hold" presetClass="entr" presetID="10">
                                  <p:stCondLst>
                                    <p:cond delay="0"/>
                                  </p:stCondLst>
                                  <p:childTnLst>
                                    <p:set>
                                      <p:cBhvr>
                                        <p:cTn id="2101" dur="1" fill="hold">
                                          <p:stCondLst>
                                            <p:cond delay="0"/>
                                          </p:stCondLst>
                                        </p:cTn>
                                        <p:tgtEl>
                                          <p:spTgt spid="759"/>
                                        </p:tgtEl>
                                        <p:attrNameLst>
                                          <p:attrName>style.visibility</p:attrName>
                                        </p:attrNameLst>
                                      </p:cBhvr>
                                      <p:to>
                                        <p:strVal val="visible"/>
                                      </p:to>
                                    </p:set>
                                    <p:animEffect filter="fade" transition="in">
                                      <p:cBhvr additive="repl">
                                        <p:cTn id="2102" dur="15"/>
                                        <p:tgtEl>
                                          <p:spTgt spid="759"/>
                                        </p:tgtEl>
                                      </p:cBhvr>
                                    </p:animEffect>
                                  </p:childTnLst>
                                </p:cTn>
                              </p:par>
                            </p:childTnLst>
                          </p:cTn>
                        </p:par>
                        <p:par>
                          <p:cTn id="2103" fill="hold">
                            <p:stCondLst>
                              <p:cond delay="2250"/>
                            </p:stCondLst>
                            <p:childTnLst>
                              <p:par>
                                <p:cTn id="2104" nodeType="afterEffect" fill="hold" presetClass="entr" presetID="10">
                                  <p:stCondLst>
                                    <p:cond delay="0"/>
                                  </p:stCondLst>
                                  <p:childTnLst>
                                    <p:set>
                                      <p:cBhvr>
                                        <p:cTn id="2105" dur="1" fill="hold">
                                          <p:stCondLst>
                                            <p:cond delay="0"/>
                                          </p:stCondLst>
                                        </p:cTn>
                                        <p:tgtEl>
                                          <p:spTgt spid="760"/>
                                        </p:tgtEl>
                                        <p:attrNameLst>
                                          <p:attrName>style.visibility</p:attrName>
                                        </p:attrNameLst>
                                      </p:cBhvr>
                                      <p:to>
                                        <p:strVal val="visible"/>
                                      </p:to>
                                    </p:set>
                                    <p:animEffect filter="fade" transition="in">
                                      <p:cBhvr additive="repl">
                                        <p:cTn id="2106" dur="15"/>
                                        <p:tgtEl>
                                          <p:spTgt spid="760"/>
                                        </p:tgtEl>
                                      </p:cBhvr>
                                    </p:animEffect>
                                  </p:childTnLst>
                                </p:cTn>
                              </p:par>
                            </p:childTnLst>
                          </p:cTn>
                        </p:par>
                        <p:par>
                          <p:cTn id="2107" fill="hold">
                            <p:stCondLst>
                              <p:cond delay="2265"/>
                            </p:stCondLst>
                            <p:childTnLst>
                              <p:par>
                                <p:cTn id="2108" nodeType="afterEffect" fill="hold" presetClass="entr" presetID="10">
                                  <p:stCondLst>
                                    <p:cond delay="0"/>
                                  </p:stCondLst>
                                  <p:childTnLst>
                                    <p:set>
                                      <p:cBhvr>
                                        <p:cTn id="2109" dur="1" fill="hold">
                                          <p:stCondLst>
                                            <p:cond delay="0"/>
                                          </p:stCondLst>
                                        </p:cTn>
                                        <p:tgtEl>
                                          <p:spTgt spid="761"/>
                                        </p:tgtEl>
                                        <p:attrNameLst>
                                          <p:attrName>style.visibility</p:attrName>
                                        </p:attrNameLst>
                                      </p:cBhvr>
                                      <p:to>
                                        <p:strVal val="visible"/>
                                      </p:to>
                                    </p:set>
                                    <p:animEffect filter="fade" transition="in">
                                      <p:cBhvr additive="repl">
                                        <p:cTn id="2110" dur="15"/>
                                        <p:tgtEl>
                                          <p:spTgt spid="761"/>
                                        </p:tgtEl>
                                      </p:cBhvr>
                                    </p:animEffect>
                                  </p:childTnLst>
                                </p:cTn>
                              </p:par>
                            </p:childTnLst>
                          </p:cTn>
                        </p:par>
                        <p:par>
                          <p:cTn id="2111" fill="hold">
                            <p:stCondLst>
                              <p:cond delay="2280"/>
                            </p:stCondLst>
                            <p:childTnLst>
                              <p:par>
                                <p:cTn id="2112" nodeType="afterEffect" fill="hold" presetClass="entr" presetID="10">
                                  <p:stCondLst>
                                    <p:cond delay="0"/>
                                  </p:stCondLst>
                                  <p:childTnLst>
                                    <p:set>
                                      <p:cBhvr>
                                        <p:cTn id="2113" dur="1" fill="hold">
                                          <p:stCondLst>
                                            <p:cond delay="0"/>
                                          </p:stCondLst>
                                        </p:cTn>
                                        <p:tgtEl>
                                          <p:spTgt spid="762"/>
                                        </p:tgtEl>
                                        <p:attrNameLst>
                                          <p:attrName>style.visibility</p:attrName>
                                        </p:attrNameLst>
                                      </p:cBhvr>
                                      <p:to>
                                        <p:strVal val="visible"/>
                                      </p:to>
                                    </p:set>
                                    <p:animEffect filter="fade" transition="in">
                                      <p:cBhvr additive="repl">
                                        <p:cTn id="2114" dur="15"/>
                                        <p:tgtEl>
                                          <p:spTgt spid="762"/>
                                        </p:tgtEl>
                                      </p:cBhvr>
                                    </p:animEffect>
                                  </p:childTnLst>
                                </p:cTn>
                              </p:par>
                            </p:childTnLst>
                          </p:cTn>
                        </p:par>
                        <p:par>
                          <p:cTn id="2115" fill="hold">
                            <p:stCondLst>
                              <p:cond delay="2295"/>
                            </p:stCondLst>
                            <p:childTnLst>
                              <p:par>
                                <p:cTn id="2116" nodeType="afterEffect" fill="hold" presetClass="entr" presetID="10">
                                  <p:stCondLst>
                                    <p:cond delay="0"/>
                                  </p:stCondLst>
                                  <p:childTnLst>
                                    <p:set>
                                      <p:cBhvr>
                                        <p:cTn id="2117" dur="1" fill="hold">
                                          <p:stCondLst>
                                            <p:cond delay="0"/>
                                          </p:stCondLst>
                                        </p:cTn>
                                        <p:tgtEl>
                                          <p:spTgt spid="763"/>
                                        </p:tgtEl>
                                        <p:attrNameLst>
                                          <p:attrName>style.visibility</p:attrName>
                                        </p:attrNameLst>
                                      </p:cBhvr>
                                      <p:to>
                                        <p:strVal val="visible"/>
                                      </p:to>
                                    </p:set>
                                    <p:animEffect filter="fade" transition="in">
                                      <p:cBhvr additive="repl">
                                        <p:cTn id="2118" dur="15"/>
                                        <p:tgtEl>
                                          <p:spTgt spid="763"/>
                                        </p:tgtEl>
                                      </p:cBhvr>
                                    </p:animEffect>
                                  </p:childTnLst>
                                </p:cTn>
                              </p:par>
                            </p:childTnLst>
                          </p:cTn>
                        </p:par>
                        <p:par>
                          <p:cTn id="2119" fill="hold">
                            <p:stCondLst>
                              <p:cond delay="2310"/>
                            </p:stCondLst>
                            <p:childTnLst>
                              <p:par>
                                <p:cTn id="2120" nodeType="afterEffect" fill="hold" presetClass="entr" presetID="10">
                                  <p:stCondLst>
                                    <p:cond delay="0"/>
                                  </p:stCondLst>
                                  <p:childTnLst>
                                    <p:set>
                                      <p:cBhvr>
                                        <p:cTn id="2121" dur="1" fill="hold">
                                          <p:stCondLst>
                                            <p:cond delay="0"/>
                                          </p:stCondLst>
                                        </p:cTn>
                                        <p:tgtEl>
                                          <p:spTgt spid="764"/>
                                        </p:tgtEl>
                                        <p:attrNameLst>
                                          <p:attrName>style.visibility</p:attrName>
                                        </p:attrNameLst>
                                      </p:cBhvr>
                                      <p:to>
                                        <p:strVal val="visible"/>
                                      </p:to>
                                    </p:set>
                                    <p:animEffect filter="fade" transition="in">
                                      <p:cBhvr additive="repl">
                                        <p:cTn id="2122" dur="15"/>
                                        <p:tgtEl>
                                          <p:spTgt spid="764"/>
                                        </p:tgtEl>
                                      </p:cBhvr>
                                    </p:animEffect>
                                  </p:childTnLst>
                                </p:cTn>
                              </p:par>
                            </p:childTnLst>
                          </p:cTn>
                        </p:par>
                        <p:par>
                          <p:cTn id="2123" fill="hold">
                            <p:stCondLst>
                              <p:cond delay="2325"/>
                            </p:stCondLst>
                            <p:childTnLst>
                              <p:par>
                                <p:cTn id="2124" nodeType="afterEffect" fill="hold" presetClass="entr" presetID="10">
                                  <p:stCondLst>
                                    <p:cond delay="0"/>
                                  </p:stCondLst>
                                  <p:childTnLst>
                                    <p:set>
                                      <p:cBhvr>
                                        <p:cTn id="2125" dur="1" fill="hold">
                                          <p:stCondLst>
                                            <p:cond delay="0"/>
                                          </p:stCondLst>
                                        </p:cTn>
                                        <p:tgtEl>
                                          <p:spTgt spid="765"/>
                                        </p:tgtEl>
                                        <p:attrNameLst>
                                          <p:attrName>style.visibility</p:attrName>
                                        </p:attrNameLst>
                                      </p:cBhvr>
                                      <p:to>
                                        <p:strVal val="visible"/>
                                      </p:to>
                                    </p:set>
                                    <p:animEffect filter="fade" transition="in">
                                      <p:cBhvr additive="repl">
                                        <p:cTn id="2126" dur="15"/>
                                        <p:tgtEl>
                                          <p:spTgt spid="765"/>
                                        </p:tgtEl>
                                      </p:cBhvr>
                                    </p:animEffect>
                                  </p:childTnLst>
                                </p:cTn>
                              </p:par>
                            </p:childTnLst>
                          </p:cTn>
                        </p:par>
                        <p:par>
                          <p:cTn id="2127" fill="hold">
                            <p:stCondLst>
                              <p:cond delay="2340"/>
                            </p:stCondLst>
                            <p:childTnLst>
                              <p:par>
                                <p:cTn id="2128" nodeType="afterEffect" fill="hold" presetClass="entr" presetID="10">
                                  <p:stCondLst>
                                    <p:cond delay="0"/>
                                  </p:stCondLst>
                                  <p:childTnLst>
                                    <p:set>
                                      <p:cBhvr>
                                        <p:cTn id="2129" dur="1" fill="hold">
                                          <p:stCondLst>
                                            <p:cond delay="0"/>
                                          </p:stCondLst>
                                        </p:cTn>
                                        <p:tgtEl>
                                          <p:spTgt spid="766"/>
                                        </p:tgtEl>
                                        <p:attrNameLst>
                                          <p:attrName>style.visibility</p:attrName>
                                        </p:attrNameLst>
                                      </p:cBhvr>
                                      <p:to>
                                        <p:strVal val="visible"/>
                                      </p:to>
                                    </p:set>
                                    <p:animEffect filter="fade" transition="in">
                                      <p:cBhvr additive="repl">
                                        <p:cTn id="2130" dur="15"/>
                                        <p:tgtEl>
                                          <p:spTgt spid="766"/>
                                        </p:tgtEl>
                                      </p:cBhvr>
                                    </p:animEffect>
                                  </p:childTnLst>
                                </p:cTn>
                              </p:par>
                            </p:childTnLst>
                          </p:cTn>
                        </p:par>
                        <p:par>
                          <p:cTn id="2131" fill="hold">
                            <p:stCondLst>
                              <p:cond delay="2355"/>
                            </p:stCondLst>
                            <p:childTnLst>
                              <p:par>
                                <p:cTn id="2132" nodeType="afterEffect" fill="hold" presetClass="entr" presetID="10">
                                  <p:stCondLst>
                                    <p:cond delay="0"/>
                                  </p:stCondLst>
                                  <p:childTnLst>
                                    <p:set>
                                      <p:cBhvr>
                                        <p:cTn id="2133" dur="1" fill="hold">
                                          <p:stCondLst>
                                            <p:cond delay="0"/>
                                          </p:stCondLst>
                                        </p:cTn>
                                        <p:tgtEl>
                                          <p:spTgt spid="767"/>
                                        </p:tgtEl>
                                        <p:attrNameLst>
                                          <p:attrName>style.visibility</p:attrName>
                                        </p:attrNameLst>
                                      </p:cBhvr>
                                      <p:to>
                                        <p:strVal val="visible"/>
                                      </p:to>
                                    </p:set>
                                    <p:animEffect filter="fade" transition="in">
                                      <p:cBhvr additive="repl">
                                        <p:cTn id="2134" dur="15"/>
                                        <p:tgtEl>
                                          <p:spTgt spid="767"/>
                                        </p:tgtEl>
                                      </p:cBhvr>
                                    </p:animEffect>
                                  </p:childTnLst>
                                </p:cTn>
                              </p:par>
                            </p:childTnLst>
                          </p:cTn>
                        </p:par>
                        <p:par>
                          <p:cTn id="2135" fill="hold">
                            <p:stCondLst>
                              <p:cond delay="2370"/>
                            </p:stCondLst>
                            <p:childTnLst>
                              <p:par>
                                <p:cTn id="2136" nodeType="afterEffect" fill="hold" presetClass="entr" presetID="10">
                                  <p:stCondLst>
                                    <p:cond delay="0"/>
                                  </p:stCondLst>
                                  <p:childTnLst>
                                    <p:set>
                                      <p:cBhvr>
                                        <p:cTn id="2137" dur="1" fill="hold">
                                          <p:stCondLst>
                                            <p:cond delay="0"/>
                                          </p:stCondLst>
                                        </p:cTn>
                                        <p:tgtEl>
                                          <p:spTgt spid="768"/>
                                        </p:tgtEl>
                                        <p:attrNameLst>
                                          <p:attrName>style.visibility</p:attrName>
                                        </p:attrNameLst>
                                      </p:cBhvr>
                                      <p:to>
                                        <p:strVal val="visible"/>
                                      </p:to>
                                    </p:set>
                                    <p:animEffect filter="fade" transition="in">
                                      <p:cBhvr additive="repl">
                                        <p:cTn id="2138" dur="15"/>
                                        <p:tgtEl>
                                          <p:spTgt spid="768"/>
                                        </p:tgtEl>
                                      </p:cBhvr>
                                    </p:animEffect>
                                  </p:childTnLst>
                                </p:cTn>
                              </p:par>
                            </p:childTnLst>
                          </p:cTn>
                        </p:par>
                        <p:par>
                          <p:cTn id="2139" fill="hold">
                            <p:stCondLst>
                              <p:cond delay="2385"/>
                            </p:stCondLst>
                            <p:childTnLst>
                              <p:par>
                                <p:cTn id="2140" nodeType="afterEffect" fill="hold" presetClass="entr" presetID="10">
                                  <p:stCondLst>
                                    <p:cond delay="0"/>
                                  </p:stCondLst>
                                  <p:childTnLst>
                                    <p:set>
                                      <p:cBhvr>
                                        <p:cTn id="2141" dur="1" fill="hold">
                                          <p:stCondLst>
                                            <p:cond delay="0"/>
                                          </p:stCondLst>
                                        </p:cTn>
                                        <p:tgtEl>
                                          <p:spTgt spid="769"/>
                                        </p:tgtEl>
                                        <p:attrNameLst>
                                          <p:attrName>style.visibility</p:attrName>
                                        </p:attrNameLst>
                                      </p:cBhvr>
                                      <p:to>
                                        <p:strVal val="visible"/>
                                      </p:to>
                                    </p:set>
                                    <p:animEffect filter="fade" transition="in">
                                      <p:cBhvr additive="repl">
                                        <p:cTn id="2142" dur="15"/>
                                        <p:tgtEl>
                                          <p:spTgt spid="769"/>
                                        </p:tgtEl>
                                      </p:cBhvr>
                                    </p:animEffect>
                                  </p:childTnLst>
                                </p:cTn>
                              </p:par>
                            </p:childTnLst>
                          </p:cTn>
                        </p:par>
                        <p:par>
                          <p:cTn id="2143" fill="hold">
                            <p:stCondLst>
                              <p:cond delay="2400"/>
                            </p:stCondLst>
                            <p:childTnLst>
                              <p:par>
                                <p:cTn id="2144" nodeType="afterEffect" fill="hold" presetClass="entr" presetID="10">
                                  <p:stCondLst>
                                    <p:cond delay="0"/>
                                  </p:stCondLst>
                                  <p:childTnLst>
                                    <p:set>
                                      <p:cBhvr>
                                        <p:cTn id="2145" dur="1" fill="hold">
                                          <p:stCondLst>
                                            <p:cond delay="0"/>
                                          </p:stCondLst>
                                        </p:cTn>
                                        <p:tgtEl>
                                          <p:spTgt spid="770"/>
                                        </p:tgtEl>
                                        <p:attrNameLst>
                                          <p:attrName>style.visibility</p:attrName>
                                        </p:attrNameLst>
                                      </p:cBhvr>
                                      <p:to>
                                        <p:strVal val="visible"/>
                                      </p:to>
                                    </p:set>
                                    <p:animEffect filter="fade" transition="in">
                                      <p:cBhvr additive="repl">
                                        <p:cTn id="2146" dur="15"/>
                                        <p:tgtEl>
                                          <p:spTgt spid="770"/>
                                        </p:tgtEl>
                                      </p:cBhvr>
                                    </p:animEffect>
                                  </p:childTnLst>
                                </p:cTn>
                              </p:par>
                            </p:childTnLst>
                          </p:cTn>
                        </p:par>
                        <p:par>
                          <p:cTn id="2147" fill="hold">
                            <p:stCondLst>
                              <p:cond delay="2415"/>
                            </p:stCondLst>
                            <p:childTnLst>
                              <p:par>
                                <p:cTn id="2148" nodeType="afterEffect" fill="hold" presetClass="entr" presetID="10">
                                  <p:stCondLst>
                                    <p:cond delay="0"/>
                                  </p:stCondLst>
                                  <p:childTnLst>
                                    <p:set>
                                      <p:cBhvr>
                                        <p:cTn id="2149" dur="1" fill="hold">
                                          <p:stCondLst>
                                            <p:cond delay="0"/>
                                          </p:stCondLst>
                                        </p:cTn>
                                        <p:tgtEl>
                                          <p:spTgt spid="771"/>
                                        </p:tgtEl>
                                        <p:attrNameLst>
                                          <p:attrName>style.visibility</p:attrName>
                                        </p:attrNameLst>
                                      </p:cBhvr>
                                      <p:to>
                                        <p:strVal val="visible"/>
                                      </p:to>
                                    </p:set>
                                    <p:animEffect filter="fade" transition="in">
                                      <p:cBhvr additive="repl">
                                        <p:cTn id="2150" dur="15"/>
                                        <p:tgtEl>
                                          <p:spTgt spid="771"/>
                                        </p:tgtEl>
                                      </p:cBhvr>
                                    </p:animEffect>
                                  </p:childTnLst>
                                </p:cTn>
                              </p:par>
                            </p:childTnLst>
                          </p:cTn>
                        </p:par>
                        <p:par>
                          <p:cTn id="2151" fill="hold">
                            <p:stCondLst>
                              <p:cond delay="2430"/>
                            </p:stCondLst>
                            <p:childTnLst>
                              <p:par>
                                <p:cTn id="2152" nodeType="afterEffect" fill="hold" presetClass="entr" presetID="10">
                                  <p:stCondLst>
                                    <p:cond delay="0"/>
                                  </p:stCondLst>
                                  <p:childTnLst>
                                    <p:set>
                                      <p:cBhvr>
                                        <p:cTn id="2153" dur="1" fill="hold">
                                          <p:stCondLst>
                                            <p:cond delay="0"/>
                                          </p:stCondLst>
                                        </p:cTn>
                                        <p:tgtEl>
                                          <p:spTgt spid="772"/>
                                        </p:tgtEl>
                                        <p:attrNameLst>
                                          <p:attrName>style.visibility</p:attrName>
                                        </p:attrNameLst>
                                      </p:cBhvr>
                                      <p:to>
                                        <p:strVal val="visible"/>
                                      </p:to>
                                    </p:set>
                                    <p:animEffect filter="fade" transition="in">
                                      <p:cBhvr additive="repl">
                                        <p:cTn id="2154" dur="15"/>
                                        <p:tgtEl>
                                          <p:spTgt spid="772"/>
                                        </p:tgtEl>
                                      </p:cBhvr>
                                    </p:animEffect>
                                  </p:childTnLst>
                                </p:cTn>
                              </p:par>
                            </p:childTnLst>
                          </p:cTn>
                        </p:par>
                        <p:par>
                          <p:cTn id="2155" fill="hold">
                            <p:stCondLst>
                              <p:cond delay="2445"/>
                            </p:stCondLst>
                            <p:childTnLst>
                              <p:par>
                                <p:cTn id="2156" nodeType="afterEffect" fill="hold" presetClass="entr" presetID="10">
                                  <p:stCondLst>
                                    <p:cond delay="0"/>
                                  </p:stCondLst>
                                  <p:childTnLst>
                                    <p:set>
                                      <p:cBhvr>
                                        <p:cTn id="2157" dur="1" fill="hold">
                                          <p:stCondLst>
                                            <p:cond delay="0"/>
                                          </p:stCondLst>
                                        </p:cTn>
                                        <p:tgtEl>
                                          <p:spTgt spid="773"/>
                                        </p:tgtEl>
                                        <p:attrNameLst>
                                          <p:attrName>style.visibility</p:attrName>
                                        </p:attrNameLst>
                                      </p:cBhvr>
                                      <p:to>
                                        <p:strVal val="visible"/>
                                      </p:to>
                                    </p:set>
                                    <p:animEffect filter="fade" transition="in">
                                      <p:cBhvr additive="repl">
                                        <p:cTn id="2158" dur="15"/>
                                        <p:tgtEl>
                                          <p:spTgt spid="773"/>
                                        </p:tgtEl>
                                      </p:cBhvr>
                                    </p:animEffect>
                                  </p:childTnLst>
                                </p:cTn>
                              </p:par>
                            </p:childTnLst>
                          </p:cTn>
                        </p:par>
                        <p:par>
                          <p:cTn id="2159" fill="hold">
                            <p:stCondLst>
                              <p:cond delay="2460"/>
                            </p:stCondLst>
                            <p:childTnLst>
                              <p:par>
                                <p:cTn id="2160" nodeType="afterEffect" fill="hold" presetClass="entr" presetID="10">
                                  <p:stCondLst>
                                    <p:cond delay="0"/>
                                  </p:stCondLst>
                                  <p:childTnLst>
                                    <p:set>
                                      <p:cBhvr>
                                        <p:cTn id="2161" dur="1" fill="hold">
                                          <p:stCondLst>
                                            <p:cond delay="0"/>
                                          </p:stCondLst>
                                        </p:cTn>
                                        <p:tgtEl>
                                          <p:spTgt spid="774"/>
                                        </p:tgtEl>
                                        <p:attrNameLst>
                                          <p:attrName>style.visibility</p:attrName>
                                        </p:attrNameLst>
                                      </p:cBhvr>
                                      <p:to>
                                        <p:strVal val="visible"/>
                                      </p:to>
                                    </p:set>
                                    <p:animEffect filter="fade" transition="in">
                                      <p:cBhvr additive="repl">
                                        <p:cTn id="2162" dur="15"/>
                                        <p:tgtEl>
                                          <p:spTgt spid="774"/>
                                        </p:tgtEl>
                                      </p:cBhvr>
                                    </p:animEffect>
                                  </p:childTnLst>
                                </p:cTn>
                              </p:par>
                            </p:childTnLst>
                          </p:cTn>
                        </p:par>
                        <p:par>
                          <p:cTn id="2163" fill="hold">
                            <p:stCondLst>
                              <p:cond delay="2475"/>
                            </p:stCondLst>
                            <p:childTnLst>
                              <p:par>
                                <p:cTn id="2164" nodeType="afterEffect" fill="hold" presetClass="entr" presetID="10">
                                  <p:stCondLst>
                                    <p:cond delay="0"/>
                                  </p:stCondLst>
                                  <p:childTnLst>
                                    <p:set>
                                      <p:cBhvr>
                                        <p:cTn id="2165" dur="1" fill="hold">
                                          <p:stCondLst>
                                            <p:cond delay="0"/>
                                          </p:stCondLst>
                                        </p:cTn>
                                        <p:tgtEl>
                                          <p:spTgt spid="775"/>
                                        </p:tgtEl>
                                        <p:attrNameLst>
                                          <p:attrName>style.visibility</p:attrName>
                                        </p:attrNameLst>
                                      </p:cBhvr>
                                      <p:to>
                                        <p:strVal val="visible"/>
                                      </p:to>
                                    </p:set>
                                    <p:animEffect filter="fade" transition="in">
                                      <p:cBhvr additive="repl">
                                        <p:cTn id="2166" dur="15"/>
                                        <p:tgtEl>
                                          <p:spTgt spid="775"/>
                                        </p:tgtEl>
                                      </p:cBhvr>
                                    </p:animEffect>
                                  </p:childTnLst>
                                </p:cTn>
                              </p:par>
                            </p:childTnLst>
                          </p:cTn>
                        </p:par>
                        <p:par>
                          <p:cTn id="2167" fill="hold">
                            <p:stCondLst>
                              <p:cond delay="2490"/>
                            </p:stCondLst>
                            <p:childTnLst>
                              <p:par>
                                <p:cTn id="2168" nodeType="afterEffect" fill="hold" presetClass="entr" presetID="10">
                                  <p:stCondLst>
                                    <p:cond delay="0"/>
                                  </p:stCondLst>
                                  <p:childTnLst>
                                    <p:set>
                                      <p:cBhvr>
                                        <p:cTn id="2169" dur="1" fill="hold">
                                          <p:stCondLst>
                                            <p:cond delay="0"/>
                                          </p:stCondLst>
                                        </p:cTn>
                                        <p:tgtEl>
                                          <p:spTgt spid="776"/>
                                        </p:tgtEl>
                                        <p:attrNameLst>
                                          <p:attrName>style.visibility</p:attrName>
                                        </p:attrNameLst>
                                      </p:cBhvr>
                                      <p:to>
                                        <p:strVal val="visible"/>
                                      </p:to>
                                    </p:set>
                                    <p:animEffect filter="fade" transition="in">
                                      <p:cBhvr additive="repl">
                                        <p:cTn id="2170" dur="15"/>
                                        <p:tgtEl>
                                          <p:spTgt spid="776"/>
                                        </p:tgtEl>
                                      </p:cBhvr>
                                    </p:animEffect>
                                  </p:childTnLst>
                                </p:cTn>
                              </p:par>
                            </p:childTnLst>
                          </p:cTn>
                        </p:par>
                        <p:par>
                          <p:cTn id="2171" fill="hold">
                            <p:stCondLst>
                              <p:cond delay="2505"/>
                            </p:stCondLst>
                            <p:childTnLst>
                              <p:par>
                                <p:cTn id="2172" nodeType="afterEffect" fill="hold" presetClass="entr" presetID="10">
                                  <p:stCondLst>
                                    <p:cond delay="0"/>
                                  </p:stCondLst>
                                  <p:childTnLst>
                                    <p:set>
                                      <p:cBhvr>
                                        <p:cTn id="2173" dur="1" fill="hold">
                                          <p:stCondLst>
                                            <p:cond delay="0"/>
                                          </p:stCondLst>
                                        </p:cTn>
                                        <p:tgtEl>
                                          <p:spTgt spid="777"/>
                                        </p:tgtEl>
                                        <p:attrNameLst>
                                          <p:attrName>style.visibility</p:attrName>
                                        </p:attrNameLst>
                                      </p:cBhvr>
                                      <p:to>
                                        <p:strVal val="visible"/>
                                      </p:to>
                                    </p:set>
                                    <p:animEffect filter="fade" transition="in">
                                      <p:cBhvr additive="repl">
                                        <p:cTn id="2174" dur="15"/>
                                        <p:tgtEl>
                                          <p:spTgt spid="777"/>
                                        </p:tgtEl>
                                      </p:cBhvr>
                                    </p:animEffect>
                                  </p:childTnLst>
                                </p:cTn>
                              </p:par>
                            </p:childTnLst>
                          </p:cTn>
                        </p:par>
                        <p:par>
                          <p:cTn id="2175" fill="hold">
                            <p:stCondLst>
                              <p:cond delay="2520"/>
                            </p:stCondLst>
                            <p:childTnLst>
                              <p:par>
                                <p:cTn id="2176" nodeType="afterEffect" fill="hold" presetClass="entr" presetID="10">
                                  <p:stCondLst>
                                    <p:cond delay="0"/>
                                  </p:stCondLst>
                                  <p:childTnLst>
                                    <p:set>
                                      <p:cBhvr>
                                        <p:cTn id="2177" dur="1" fill="hold">
                                          <p:stCondLst>
                                            <p:cond delay="0"/>
                                          </p:stCondLst>
                                        </p:cTn>
                                        <p:tgtEl>
                                          <p:spTgt spid="778"/>
                                        </p:tgtEl>
                                        <p:attrNameLst>
                                          <p:attrName>style.visibility</p:attrName>
                                        </p:attrNameLst>
                                      </p:cBhvr>
                                      <p:to>
                                        <p:strVal val="visible"/>
                                      </p:to>
                                    </p:set>
                                    <p:animEffect filter="fade" transition="in">
                                      <p:cBhvr additive="repl">
                                        <p:cTn id="2178" dur="15"/>
                                        <p:tgtEl>
                                          <p:spTgt spid="778"/>
                                        </p:tgtEl>
                                      </p:cBhvr>
                                    </p:animEffect>
                                  </p:childTnLst>
                                </p:cTn>
                              </p:par>
                            </p:childTnLst>
                          </p:cTn>
                        </p:par>
                        <p:par>
                          <p:cTn id="2179" fill="hold">
                            <p:stCondLst>
                              <p:cond delay="2535"/>
                            </p:stCondLst>
                            <p:childTnLst>
                              <p:par>
                                <p:cTn id="2180" nodeType="afterEffect" fill="hold" presetClass="entr" presetID="10">
                                  <p:stCondLst>
                                    <p:cond delay="0"/>
                                  </p:stCondLst>
                                  <p:childTnLst>
                                    <p:set>
                                      <p:cBhvr>
                                        <p:cTn id="2181" dur="1" fill="hold">
                                          <p:stCondLst>
                                            <p:cond delay="0"/>
                                          </p:stCondLst>
                                        </p:cTn>
                                        <p:tgtEl>
                                          <p:spTgt spid="779"/>
                                        </p:tgtEl>
                                        <p:attrNameLst>
                                          <p:attrName>style.visibility</p:attrName>
                                        </p:attrNameLst>
                                      </p:cBhvr>
                                      <p:to>
                                        <p:strVal val="visible"/>
                                      </p:to>
                                    </p:set>
                                    <p:animEffect filter="fade" transition="in">
                                      <p:cBhvr additive="repl">
                                        <p:cTn id="2182" dur="15"/>
                                        <p:tgtEl>
                                          <p:spTgt spid="779"/>
                                        </p:tgtEl>
                                      </p:cBhvr>
                                    </p:animEffect>
                                  </p:childTnLst>
                                </p:cTn>
                              </p:par>
                            </p:childTnLst>
                          </p:cTn>
                        </p:par>
                        <p:par>
                          <p:cTn id="2183" fill="hold">
                            <p:stCondLst>
                              <p:cond delay="2550"/>
                            </p:stCondLst>
                            <p:childTnLst>
                              <p:par>
                                <p:cTn id="2184" nodeType="afterEffect" fill="hold" presetClass="entr" presetID="10">
                                  <p:stCondLst>
                                    <p:cond delay="0"/>
                                  </p:stCondLst>
                                  <p:childTnLst>
                                    <p:set>
                                      <p:cBhvr>
                                        <p:cTn id="2185" dur="1" fill="hold">
                                          <p:stCondLst>
                                            <p:cond delay="0"/>
                                          </p:stCondLst>
                                        </p:cTn>
                                        <p:tgtEl>
                                          <p:spTgt spid="780"/>
                                        </p:tgtEl>
                                        <p:attrNameLst>
                                          <p:attrName>style.visibility</p:attrName>
                                        </p:attrNameLst>
                                      </p:cBhvr>
                                      <p:to>
                                        <p:strVal val="visible"/>
                                      </p:to>
                                    </p:set>
                                    <p:animEffect filter="fade" transition="in">
                                      <p:cBhvr additive="repl">
                                        <p:cTn id="2186" dur="15"/>
                                        <p:tgtEl>
                                          <p:spTgt spid="780"/>
                                        </p:tgtEl>
                                      </p:cBhvr>
                                    </p:animEffect>
                                  </p:childTnLst>
                                </p:cTn>
                              </p:par>
                            </p:childTnLst>
                          </p:cTn>
                        </p:par>
                        <p:par>
                          <p:cTn id="2187" fill="hold">
                            <p:stCondLst>
                              <p:cond delay="2565"/>
                            </p:stCondLst>
                            <p:childTnLst>
                              <p:par>
                                <p:cTn id="2188" nodeType="afterEffect" fill="hold" presetClass="entr" presetID="10">
                                  <p:stCondLst>
                                    <p:cond delay="0"/>
                                  </p:stCondLst>
                                  <p:childTnLst>
                                    <p:set>
                                      <p:cBhvr>
                                        <p:cTn id="2189" dur="1" fill="hold">
                                          <p:stCondLst>
                                            <p:cond delay="0"/>
                                          </p:stCondLst>
                                        </p:cTn>
                                        <p:tgtEl>
                                          <p:spTgt spid="781"/>
                                        </p:tgtEl>
                                        <p:attrNameLst>
                                          <p:attrName>style.visibility</p:attrName>
                                        </p:attrNameLst>
                                      </p:cBhvr>
                                      <p:to>
                                        <p:strVal val="visible"/>
                                      </p:to>
                                    </p:set>
                                    <p:animEffect filter="fade" transition="in">
                                      <p:cBhvr additive="repl">
                                        <p:cTn id="2190" dur="15"/>
                                        <p:tgtEl>
                                          <p:spTgt spid="781"/>
                                        </p:tgtEl>
                                      </p:cBhvr>
                                    </p:animEffect>
                                  </p:childTnLst>
                                </p:cTn>
                              </p:par>
                            </p:childTnLst>
                          </p:cTn>
                        </p:par>
                        <p:par>
                          <p:cTn id="2191" fill="hold">
                            <p:stCondLst>
                              <p:cond delay="2580"/>
                            </p:stCondLst>
                            <p:childTnLst>
                              <p:par>
                                <p:cTn id="2192" nodeType="afterEffect" fill="hold" presetClass="entr" presetID="10">
                                  <p:stCondLst>
                                    <p:cond delay="0"/>
                                  </p:stCondLst>
                                  <p:childTnLst>
                                    <p:set>
                                      <p:cBhvr>
                                        <p:cTn id="2193" dur="1" fill="hold">
                                          <p:stCondLst>
                                            <p:cond delay="0"/>
                                          </p:stCondLst>
                                        </p:cTn>
                                        <p:tgtEl>
                                          <p:spTgt spid="782"/>
                                        </p:tgtEl>
                                        <p:attrNameLst>
                                          <p:attrName>style.visibility</p:attrName>
                                        </p:attrNameLst>
                                      </p:cBhvr>
                                      <p:to>
                                        <p:strVal val="visible"/>
                                      </p:to>
                                    </p:set>
                                    <p:animEffect filter="fade" transition="in">
                                      <p:cBhvr additive="repl">
                                        <p:cTn id="2194" dur="15"/>
                                        <p:tgtEl>
                                          <p:spTgt spid="782"/>
                                        </p:tgtEl>
                                      </p:cBhvr>
                                    </p:animEffect>
                                  </p:childTnLst>
                                </p:cTn>
                              </p:par>
                            </p:childTnLst>
                          </p:cTn>
                        </p:par>
                        <p:par>
                          <p:cTn id="2195" fill="hold">
                            <p:stCondLst>
                              <p:cond delay="2595"/>
                            </p:stCondLst>
                            <p:childTnLst>
                              <p:par>
                                <p:cTn id="2196" nodeType="afterEffect" fill="hold" presetClass="entr" presetID="10">
                                  <p:stCondLst>
                                    <p:cond delay="0"/>
                                  </p:stCondLst>
                                  <p:childTnLst>
                                    <p:set>
                                      <p:cBhvr>
                                        <p:cTn id="2197" dur="1" fill="hold">
                                          <p:stCondLst>
                                            <p:cond delay="0"/>
                                          </p:stCondLst>
                                        </p:cTn>
                                        <p:tgtEl>
                                          <p:spTgt spid="783"/>
                                        </p:tgtEl>
                                        <p:attrNameLst>
                                          <p:attrName>style.visibility</p:attrName>
                                        </p:attrNameLst>
                                      </p:cBhvr>
                                      <p:to>
                                        <p:strVal val="visible"/>
                                      </p:to>
                                    </p:set>
                                    <p:animEffect filter="fade" transition="in">
                                      <p:cBhvr additive="repl">
                                        <p:cTn id="2198" dur="15"/>
                                        <p:tgtEl>
                                          <p:spTgt spid="783"/>
                                        </p:tgtEl>
                                      </p:cBhvr>
                                    </p:animEffect>
                                  </p:childTnLst>
                                </p:cTn>
                              </p:par>
                            </p:childTnLst>
                          </p:cTn>
                        </p:par>
                        <p:par>
                          <p:cTn id="2199" fill="hold">
                            <p:stCondLst>
                              <p:cond delay="2610"/>
                            </p:stCondLst>
                            <p:childTnLst>
                              <p:par>
                                <p:cTn id="2200" nodeType="afterEffect" fill="hold" presetClass="entr" presetID="10">
                                  <p:stCondLst>
                                    <p:cond delay="0"/>
                                  </p:stCondLst>
                                  <p:childTnLst>
                                    <p:set>
                                      <p:cBhvr>
                                        <p:cTn id="2201" dur="1" fill="hold">
                                          <p:stCondLst>
                                            <p:cond delay="0"/>
                                          </p:stCondLst>
                                        </p:cTn>
                                        <p:tgtEl>
                                          <p:spTgt spid="784"/>
                                        </p:tgtEl>
                                        <p:attrNameLst>
                                          <p:attrName>style.visibility</p:attrName>
                                        </p:attrNameLst>
                                      </p:cBhvr>
                                      <p:to>
                                        <p:strVal val="visible"/>
                                      </p:to>
                                    </p:set>
                                    <p:animEffect filter="fade" transition="in">
                                      <p:cBhvr additive="repl">
                                        <p:cTn id="2202" dur="15"/>
                                        <p:tgtEl>
                                          <p:spTgt spid="784"/>
                                        </p:tgtEl>
                                      </p:cBhvr>
                                    </p:animEffect>
                                  </p:childTnLst>
                                </p:cTn>
                              </p:par>
                            </p:childTnLst>
                          </p:cTn>
                        </p:par>
                        <p:par>
                          <p:cTn id="2203" fill="hold">
                            <p:stCondLst>
                              <p:cond delay="2625"/>
                            </p:stCondLst>
                            <p:childTnLst>
                              <p:par>
                                <p:cTn id="2204" nodeType="afterEffect" fill="hold" presetClass="entr" presetID="10">
                                  <p:stCondLst>
                                    <p:cond delay="0"/>
                                  </p:stCondLst>
                                  <p:childTnLst>
                                    <p:set>
                                      <p:cBhvr>
                                        <p:cTn id="2205" dur="1" fill="hold">
                                          <p:stCondLst>
                                            <p:cond delay="0"/>
                                          </p:stCondLst>
                                        </p:cTn>
                                        <p:tgtEl>
                                          <p:spTgt spid="785"/>
                                        </p:tgtEl>
                                        <p:attrNameLst>
                                          <p:attrName>style.visibility</p:attrName>
                                        </p:attrNameLst>
                                      </p:cBhvr>
                                      <p:to>
                                        <p:strVal val="visible"/>
                                      </p:to>
                                    </p:set>
                                    <p:animEffect filter="fade" transition="in">
                                      <p:cBhvr additive="repl">
                                        <p:cTn id="2206" dur="15"/>
                                        <p:tgtEl>
                                          <p:spTgt spid="785"/>
                                        </p:tgtEl>
                                      </p:cBhvr>
                                    </p:animEffect>
                                  </p:childTnLst>
                                </p:cTn>
                              </p:par>
                            </p:childTnLst>
                          </p:cTn>
                        </p:par>
                        <p:par>
                          <p:cTn id="2207" fill="hold">
                            <p:stCondLst>
                              <p:cond delay="2640"/>
                            </p:stCondLst>
                            <p:childTnLst>
                              <p:par>
                                <p:cTn id="2208" nodeType="afterEffect" fill="hold" presetClass="entr" presetID="10">
                                  <p:stCondLst>
                                    <p:cond delay="0"/>
                                  </p:stCondLst>
                                  <p:childTnLst>
                                    <p:set>
                                      <p:cBhvr>
                                        <p:cTn id="2209" dur="1" fill="hold">
                                          <p:stCondLst>
                                            <p:cond delay="0"/>
                                          </p:stCondLst>
                                        </p:cTn>
                                        <p:tgtEl>
                                          <p:spTgt spid="786"/>
                                        </p:tgtEl>
                                        <p:attrNameLst>
                                          <p:attrName>style.visibility</p:attrName>
                                        </p:attrNameLst>
                                      </p:cBhvr>
                                      <p:to>
                                        <p:strVal val="visible"/>
                                      </p:to>
                                    </p:set>
                                    <p:animEffect filter="fade" transition="in">
                                      <p:cBhvr additive="repl">
                                        <p:cTn id="2210" dur="15"/>
                                        <p:tgtEl>
                                          <p:spTgt spid="786"/>
                                        </p:tgtEl>
                                      </p:cBhvr>
                                    </p:animEffect>
                                  </p:childTnLst>
                                </p:cTn>
                              </p:par>
                            </p:childTnLst>
                          </p:cTn>
                        </p:par>
                        <p:par>
                          <p:cTn id="2211" fill="hold">
                            <p:stCondLst>
                              <p:cond delay="2655"/>
                            </p:stCondLst>
                            <p:childTnLst>
                              <p:par>
                                <p:cTn id="2212" nodeType="afterEffect" fill="hold" presetClass="entr" presetID="10">
                                  <p:stCondLst>
                                    <p:cond delay="0"/>
                                  </p:stCondLst>
                                  <p:childTnLst>
                                    <p:set>
                                      <p:cBhvr>
                                        <p:cTn id="2213" dur="1" fill="hold">
                                          <p:stCondLst>
                                            <p:cond delay="0"/>
                                          </p:stCondLst>
                                        </p:cTn>
                                        <p:tgtEl>
                                          <p:spTgt spid="787"/>
                                        </p:tgtEl>
                                        <p:attrNameLst>
                                          <p:attrName>style.visibility</p:attrName>
                                        </p:attrNameLst>
                                      </p:cBhvr>
                                      <p:to>
                                        <p:strVal val="visible"/>
                                      </p:to>
                                    </p:set>
                                    <p:animEffect filter="fade" transition="in">
                                      <p:cBhvr additive="repl">
                                        <p:cTn id="2214" dur="15"/>
                                        <p:tgtEl>
                                          <p:spTgt spid="787"/>
                                        </p:tgtEl>
                                      </p:cBhvr>
                                    </p:animEffect>
                                  </p:childTnLst>
                                </p:cTn>
                              </p:par>
                            </p:childTnLst>
                          </p:cTn>
                        </p:par>
                        <p:par>
                          <p:cTn id="2215" fill="hold">
                            <p:stCondLst>
                              <p:cond delay="2670"/>
                            </p:stCondLst>
                            <p:childTnLst>
                              <p:par>
                                <p:cTn id="2216" nodeType="afterEffect" fill="hold" presetClass="entr" presetID="10">
                                  <p:stCondLst>
                                    <p:cond delay="0"/>
                                  </p:stCondLst>
                                  <p:childTnLst>
                                    <p:set>
                                      <p:cBhvr>
                                        <p:cTn id="2217" dur="1" fill="hold">
                                          <p:stCondLst>
                                            <p:cond delay="0"/>
                                          </p:stCondLst>
                                        </p:cTn>
                                        <p:tgtEl>
                                          <p:spTgt spid="788"/>
                                        </p:tgtEl>
                                        <p:attrNameLst>
                                          <p:attrName>style.visibility</p:attrName>
                                        </p:attrNameLst>
                                      </p:cBhvr>
                                      <p:to>
                                        <p:strVal val="visible"/>
                                      </p:to>
                                    </p:set>
                                    <p:animEffect filter="fade" transition="in">
                                      <p:cBhvr additive="repl">
                                        <p:cTn id="2218" dur="15"/>
                                        <p:tgtEl>
                                          <p:spTgt spid="788"/>
                                        </p:tgtEl>
                                      </p:cBhvr>
                                    </p:animEffect>
                                  </p:childTnLst>
                                </p:cTn>
                              </p:par>
                            </p:childTnLst>
                          </p:cTn>
                        </p:par>
                        <p:par>
                          <p:cTn id="2219" fill="hold">
                            <p:stCondLst>
                              <p:cond delay="2685"/>
                            </p:stCondLst>
                            <p:childTnLst>
                              <p:par>
                                <p:cTn id="2220" nodeType="afterEffect" fill="hold" presetClass="entr" presetID="10">
                                  <p:stCondLst>
                                    <p:cond delay="0"/>
                                  </p:stCondLst>
                                  <p:childTnLst>
                                    <p:set>
                                      <p:cBhvr>
                                        <p:cTn id="2221" dur="1" fill="hold">
                                          <p:stCondLst>
                                            <p:cond delay="0"/>
                                          </p:stCondLst>
                                        </p:cTn>
                                        <p:tgtEl>
                                          <p:spTgt spid="789"/>
                                        </p:tgtEl>
                                        <p:attrNameLst>
                                          <p:attrName>style.visibility</p:attrName>
                                        </p:attrNameLst>
                                      </p:cBhvr>
                                      <p:to>
                                        <p:strVal val="visible"/>
                                      </p:to>
                                    </p:set>
                                    <p:animEffect filter="fade" transition="in">
                                      <p:cBhvr additive="repl">
                                        <p:cTn id="2222" dur="15"/>
                                        <p:tgtEl>
                                          <p:spTgt spid="789"/>
                                        </p:tgtEl>
                                      </p:cBhvr>
                                    </p:animEffect>
                                  </p:childTnLst>
                                </p:cTn>
                              </p:par>
                            </p:childTnLst>
                          </p:cTn>
                        </p:par>
                        <p:par>
                          <p:cTn id="2223" fill="hold">
                            <p:stCondLst>
                              <p:cond delay="2700"/>
                            </p:stCondLst>
                            <p:childTnLst>
                              <p:par>
                                <p:cTn id="2224" nodeType="afterEffect" fill="hold" presetClass="entr" presetID="10">
                                  <p:stCondLst>
                                    <p:cond delay="0"/>
                                  </p:stCondLst>
                                  <p:childTnLst>
                                    <p:set>
                                      <p:cBhvr>
                                        <p:cTn id="2225" dur="1" fill="hold">
                                          <p:stCondLst>
                                            <p:cond delay="0"/>
                                          </p:stCondLst>
                                        </p:cTn>
                                        <p:tgtEl>
                                          <p:spTgt spid="790"/>
                                        </p:tgtEl>
                                        <p:attrNameLst>
                                          <p:attrName>style.visibility</p:attrName>
                                        </p:attrNameLst>
                                      </p:cBhvr>
                                      <p:to>
                                        <p:strVal val="visible"/>
                                      </p:to>
                                    </p:set>
                                    <p:animEffect filter="fade" transition="in">
                                      <p:cBhvr additive="repl">
                                        <p:cTn id="2226" dur="15"/>
                                        <p:tgtEl>
                                          <p:spTgt spid="790"/>
                                        </p:tgtEl>
                                      </p:cBhvr>
                                    </p:animEffect>
                                  </p:childTnLst>
                                </p:cTn>
                              </p:par>
                            </p:childTnLst>
                          </p:cTn>
                        </p:par>
                        <p:par>
                          <p:cTn id="2227" fill="hold">
                            <p:stCondLst>
                              <p:cond delay="2715"/>
                            </p:stCondLst>
                            <p:childTnLst>
                              <p:par>
                                <p:cTn id="2228" nodeType="afterEffect" fill="hold" presetClass="entr" presetID="10">
                                  <p:stCondLst>
                                    <p:cond delay="0"/>
                                  </p:stCondLst>
                                  <p:childTnLst>
                                    <p:set>
                                      <p:cBhvr>
                                        <p:cTn id="2229" dur="1" fill="hold">
                                          <p:stCondLst>
                                            <p:cond delay="0"/>
                                          </p:stCondLst>
                                        </p:cTn>
                                        <p:tgtEl>
                                          <p:spTgt spid="791"/>
                                        </p:tgtEl>
                                        <p:attrNameLst>
                                          <p:attrName>style.visibility</p:attrName>
                                        </p:attrNameLst>
                                      </p:cBhvr>
                                      <p:to>
                                        <p:strVal val="visible"/>
                                      </p:to>
                                    </p:set>
                                    <p:animEffect filter="fade" transition="in">
                                      <p:cBhvr additive="repl">
                                        <p:cTn id="2230" dur="15"/>
                                        <p:tgtEl>
                                          <p:spTgt spid="791"/>
                                        </p:tgtEl>
                                      </p:cBhvr>
                                    </p:animEffect>
                                  </p:childTnLst>
                                </p:cTn>
                              </p:par>
                            </p:childTnLst>
                          </p:cTn>
                        </p:par>
                        <p:par>
                          <p:cTn id="2231" fill="hold">
                            <p:stCondLst>
                              <p:cond delay="2730"/>
                            </p:stCondLst>
                            <p:childTnLst>
                              <p:par>
                                <p:cTn id="2232" nodeType="afterEffect" fill="hold" presetClass="entr" presetID="10">
                                  <p:stCondLst>
                                    <p:cond delay="0"/>
                                  </p:stCondLst>
                                  <p:childTnLst>
                                    <p:set>
                                      <p:cBhvr>
                                        <p:cTn id="2233" dur="1" fill="hold">
                                          <p:stCondLst>
                                            <p:cond delay="0"/>
                                          </p:stCondLst>
                                        </p:cTn>
                                        <p:tgtEl>
                                          <p:spTgt spid="792"/>
                                        </p:tgtEl>
                                        <p:attrNameLst>
                                          <p:attrName>style.visibility</p:attrName>
                                        </p:attrNameLst>
                                      </p:cBhvr>
                                      <p:to>
                                        <p:strVal val="visible"/>
                                      </p:to>
                                    </p:set>
                                    <p:animEffect filter="fade" transition="in">
                                      <p:cBhvr additive="repl">
                                        <p:cTn id="2234" dur="15"/>
                                        <p:tgtEl>
                                          <p:spTgt spid="792"/>
                                        </p:tgtEl>
                                      </p:cBhvr>
                                    </p:animEffect>
                                  </p:childTnLst>
                                </p:cTn>
                              </p:par>
                            </p:childTnLst>
                          </p:cTn>
                        </p:par>
                        <p:par>
                          <p:cTn id="2235" fill="hold">
                            <p:stCondLst>
                              <p:cond delay="2745"/>
                            </p:stCondLst>
                            <p:childTnLst>
                              <p:par>
                                <p:cTn id="2236" nodeType="afterEffect" fill="hold" presetClass="entr" presetID="10">
                                  <p:stCondLst>
                                    <p:cond delay="0"/>
                                  </p:stCondLst>
                                  <p:childTnLst>
                                    <p:set>
                                      <p:cBhvr>
                                        <p:cTn id="2237" dur="1" fill="hold">
                                          <p:stCondLst>
                                            <p:cond delay="0"/>
                                          </p:stCondLst>
                                        </p:cTn>
                                        <p:tgtEl>
                                          <p:spTgt spid="793"/>
                                        </p:tgtEl>
                                        <p:attrNameLst>
                                          <p:attrName>style.visibility</p:attrName>
                                        </p:attrNameLst>
                                      </p:cBhvr>
                                      <p:to>
                                        <p:strVal val="visible"/>
                                      </p:to>
                                    </p:set>
                                    <p:animEffect filter="fade" transition="in">
                                      <p:cBhvr additive="repl">
                                        <p:cTn id="2238" dur="15"/>
                                        <p:tgtEl>
                                          <p:spTgt spid="793"/>
                                        </p:tgtEl>
                                      </p:cBhvr>
                                    </p:animEffect>
                                  </p:childTnLst>
                                </p:cTn>
                              </p:par>
                            </p:childTnLst>
                          </p:cTn>
                        </p:par>
                        <p:par>
                          <p:cTn id="2239" fill="hold">
                            <p:stCondLst>
                              <p:cond delay="2760"/>
                            </p:stCondLst>
                            <p:childTnLst>
                              <p:par>
                                <p:cTn id="2240" nodeType="afterEffect" fill="hold" presetClass="entr" presetID="10">
                                  <p:stCondLst>
                                    <p:cond delay="0"/>
                                  </p:stCondLst>
                                  <p:childTnLst>
                                    <p:set>
                                      <p:cBhvr>
                                        <p:cTn id="2241" dur="1" fill="hold">
                                          <p:stCondLst>
                                            <p:cond delay="0"/>
                                          </p:stCondLst>
                                        </p:cTn>
                                        <p:tgtEl>
                                          <p:spTgt spid="794"/>
                                        </p:tgtEl>
                                        <p:attrNameLst>
                                          <p:attrName>style.visibility</p:attrName>
                                        </p:attrNameLst>
                                      </p:cBhvr>
                                      <p:to>
                                        <p:strVal val="visible"/>
                                      </p:to>
                                    </p:set>
                                    <p:animEffect filter="fade" transition="in">
                                      <p:cBhvr additive="repl">
                                        <p:cTn id="2242" dur="15"/>
                                        <p:tgtEl>
                                          <p:spTgt spid="794"/>
                                        </p:tgtEl>
                                      </p:cBhvr>
                                    </p:animEffect>
                                  </p:childTnLst>
                                </p:cTn>
                              </p:par>
                            </p:childTnLst>
                          </p:cTn>
                        </p:par>
                        <p:par>
                          <p:cTn id="2243" fill="hold">
                            <p:stCondLst>
                              <p:cond delay="2775"/>
                            </p:stCondLst>
                            <p:childTnLst>
                              <p:par>
                                <p:cTn id="2244" nodeType="afterEffect" fill="hold" presetClass="entr" presetID="10">
                                  <p:stCondLst>
                                    <p:cond delay="0"/>
                                  </p:stCondLst>
                                  <p:childTnLst>
                                    <p:set>
                                      <p:cBhvr>
                                        <p:cTn id="2245" dur="1" fill="hold">
                                          <p:stCondLst>
                                            <p:cond delay="0"/>
                                          </p:stCondLst>
                                        </p:cTn>
                                        <p:tgtEl>
                                          <p:spTgt spid="795"/>
                                        </p:tgtEl>
                                        <p:attrNameLst>
                                          <p:attrName>style.visibility</p:attrName>
                                        </p:attrNameLst>
                                      </p:cBhvr>
                                      <p:to>
                                        <p:strVal val="visible"/>
                                      </p:to>
                                    </p:set>
                                    <p:animEffect filter="fade" transition="in">
                                      <p:cBhvr additive="repl">
                                        <p:cTn id="2246" dur="15"/>
                                        <p:tgtEl>
                                          <p:spTgt spid="795"/>
                                        </p:tgtEl>
                                      </p:cBhvr>
                                    </p:animEffect>
                                  </p:childTnLst>
                                </p:cTn>
                              </p:par>
                            </p:childTnLst>
                          </p:cTn>
                        </p:par>
                        <p:par>
                          <p:cTn id="2247" fill="hold">
                            <p:stCondLst>
                              <p:cond delay="2790"/>
                            </p:stCondLst>
                            <p:childTnLst>
                              <p:par>
                                <p:cTn id="2248" nodeType="afterEffect" fill="hold" presetClass="entr" presetID="10">
                                  <p:stCondLst>
                                    <p:cond delay="0"/>
                                  </p:stCondLst>
                                  <p:childTnLst>
                                    <p:set>
                                      <p:cBhvr>
                                        <p:cTn id="2249" dur="1" fill="hold">
                                          <p:stCondLst>
                                            <p:cond delay="0"/>
                                          </p:stCondLst>
                                        </p:cTn>
                                        <p:tgtEl>
                                          <p:spTgt spid="796"/>
                                        </p:tgtEl>
                                        <p:attrNameLst>
                                          <p:attrName>style.visibility</p:attrName>
                                        </p:attrNameLst>
                                      </p:cBhvr>
                                      <p:to>
                                        <p:strVal val="visible"/>
                                      </p:to>
                                    </p:set>
                                    <p:animEffect filter="fade" transition="in">
                                      <p:cBhvr additive="repl">
                                        <p:cTn id="2250" dur="15"/>
                                        <p:tgtEl>
                                          <p:spTgt spid="796"/>
                                        </p:tgtEl>
                                      </p:cBhvr>
                                    </p:animEffect>
                                  </p:childTnLst>
                                </p:cTn>
                              </p:par>
                            </p:childTnLst>
                          </p:cTn>
                        </p:par>
                        <p:par>
                          <p:cTn id="2251" fill="hold">
                            <p:stCondLst>
                              <p:cond delay="2805"/>
                            </p:stCondLst>
                            <p:childTnLst>
                              <p:par>
                                <p:cTn id="2252" nodeType="afterEffect" fill="hold" presetClass="entr" presetID="10">
                                  <p:stCondLst>
                                    <p:cond delay="0"/>
                                  </p:stCondLst>
                                  <p:childTnLst>
                                    <p:set>
                                      <p:cBhvr>
                                        <p:cTn id="2253" dur="1" fill="hold">
                                          <p:stCondLst>
                                            <p:cond delay="0"/>
                                          </p:stCondLst>
                                        </p:cTn>
                                        <p:tgtEl>
                                          <p:spTgt spid="797"/>
                                        </p:tgtEl>
                                        <p:attrNameLst>
                                          <p:attrName>style.visibility</p:attrName>
                                        </p:attrNameLst>
                                      </p:cBhvr>
                                      <p:to>
                                        <p:strVal val="visible"/>
                                      </p:to>
                                    </p:set>
                                    <p:animEffect filter="fade" transition="in">
                                      <p:cBhvr additive="repl">
                                        <p:cTn id="2254" dur="15"/>
                                        <p:tgtEl>
                                          <p:spTgt spid="797"/>
                                        </p:tgtEl>
                                      </p:cBhvr>
                                    </p:animEffect>
                                  </p:childTnLst>
                                </p:cTn>
                              </p:par>
                            </p:childTnLst>
                          </p:cTn>
                        </p:par>
                        <p:par>
                          <p:cTn id="2255" fill="hold">
                            <p:stCondLst>
                              <p:cond delay="2820"/>
                            </p:stCondLst>
                            <p:childTnLst>
                              <p:par>
                                <p:cTn id="2256" nodeType="afterEffect" fill="hold" presetClass="entr" presetID="10">
                                  <p:stCondLst>
                                    <p:cond delay="0"/>
                                  </p:stCondLst>
                                  <p:childTnLst>
                                    <p:set>
                                      <p:cBhvr>
                                        <p:cTn id="2257" dur="1" fill="hold">
                                          <p:stCondLst>
                                            <p:cond delay="0"/>
                                          </p:stCondLst>
                                        </p:cTn>
                                        <p:tgtEl>
                                          <p:spTgt spid="798"/>
                                        </p:tgtEl>
                                        <p:attrNameLst>
                                          <p:attrName>style.visibility</p:attrName>
                                        </p:attrNameLst>
                                      </p:cBhvr>
                                      <p:to>
                                        <p:strVal val="visible"/>
                                      </p:to>
                                    </p:set>
                                    <p:animEffect filter="fade" transition="in">
                                      <p:cBhvr additive="repl">
                                        <p:cTn id="2258" dur="15"/>
                                        <p:tgtEl>
                                          <p:spTgt spid="798"/>
                                        </p:tgtEl>
                                      </p:cBhvr>
                                    </p:animEffect>
                                  </p:childTnLst>
                                </p:cTn>
                              </p:par>
                            </p:childTnLst>
                          </p:cTn>
                        </p:par>
                        <p:par>
                          <p:cTn id="2259" fill="hold">
                            <p:stCondLst>
                              <p:cond delay="2835"/>
                            </p:stCondLst>
                            <p:childTnLst>
                              <p:par>
                                <p:cTn id="2260" nodeType="afterEffect" fill="hold" presetClass="entr" presetID="10">
                                  <p:stCondLst>
                                    <p:cond delay="0"/>
                                  </p:stCondLst>
                                  <p:childTnLst>
                                    <p:set>
                                      <p:cBhvr>
                                        <p:cTn id="2261" dur="1" fill="hold">
                                          <p:stCondLst>
                                            <p:cond delay="0"/>
                                          </p:stCondLst>
                                        </p:cTn>
                                        <p:tgtEl>
                                          <p:spTgt spid="799"/>
                                        </p:tgtEl>
                                        <p:attrNameLst>
                                          <p:attrName>style.visibility</p:attrName>
                                        </p:attrNameLst>
                                      </p:cBhvr>
                                      <p:to>
                                        <p:strVal val="visible"/>
                                      </p:to>
                                    </p:set>
                                    <p:animEffect filter="fade" transition="in">
                                      <p:cBhvr additive="repl">
                                        <p:cTn id="2262" dur="15"/>
                                        <p:tgtEl>
                                          <p:spTgt spid="799"/>
                                        </p:tgtEl>
                                      </p:cBhvr>
                                    </p:animEffect>
                                  </p:childTnLst>
                                </p:cTn>
                              </p:par>
                            </p:childTnLst>
                          </p:cTn>
                        </p:par>
                        <p:par>
                          <p:cTn id="2263" fill="hold">
                            <p:stCondLst>
                              <p:cond delay="2850"/>
                            </p:stCondLst>
                            <p:childTnLst>
                              <p:par>
                                <p:cTn id="2264" nodeType="afterEffect" fill="hold" presetClass="entr" presetID="10">
                                  <p:stCondLst>
                                    <p:cond delay="0"/>
                                  </p:stCondLst>
                                  <p:childTnLst>
                                    <p:set>
                                      <p:cBhvr>
                                        <p:cTn id="2265" dur="1" fill="hold">
                                          <p:stCondLst>
                                            <p:cond delay="0"/>
                                          </p:stCondLst>
                                        </p:cTn>
                                        <p:tgtEl>
                                          <p:spTgt spid="800"/>
                                        </p:tgtEl>
                                        <p:attrNameLst>
                                          <p:attrName>style.visibility</p:attrName>
                                        </p:attrNameLst>
                                      </p:cBhvr>
                                      <p:to>
                                        <p:strVal val="visible"/>
                                      </p:to>
                                    </p:set>
                                    <p:animEffect filter="fade" transition="in">
                                      <p:cBhvr additive="repl">
                                        <p:cTn id="2266" dur="15"/>
                                        <p:tgtEl>
                                          <p:spTgt spid="800"/>
                                        </p:tgtEl>
                                      </p:cBhvr>
                                    </p:animEffect>
                                  </p:childTnLst>
                                </p:cTn>
                              </p:par>
                            </p:childTnLst>
                          </p:cTn>
                        </p:par>
                        <p:par>
                          <p:cTn id="2267" fill="hold">
                            <p:stCondLst>
                              <p:cond delay="2865"/>
                            </p:stCondLst>
                            <p:childTnLst>
                              <p:par>
                                <p:cTn id="2268" nodeType="afterEffect" fill="hold" presetClass="entr" presetID="10">
                                  <p:stCondLst>
                                    <p:cond delay="0"/>
                                  </p:stCondLst>
                                  <p:childTnLst>
                                    <p:set>
                                      <p:cBhvr>
                                        <p:cTn id="2269" dur="1" fill="hold">
                                          <p:stCondLst>
                                            <p:cond delay="0"/>
                                          </p:stCondLst>
                                        </p:cTn>
                                        <p:tgtEl>
                                          <p:spTgt spid="801"/>
                                        </p:tgtEl>
                                        <p:attrNameLst>
                                          <p:attrName>style.visibility</p:attrName>
                                        </p:attrNameLst>
                                      </p:cBhvr>
                                      <p:to>
                                        <p:strVal val="visible"/>
                                      </p:to>
                                    </p:set>
                                    <p:animEffect filter="fade" transition="in">
                                      <p:cBhvr additive="repl">
                                        <p:cTn id="2270" dur="15"/>
                                        <p:tgtEl>
                                          <p:spTgt spid="801"/>
                                        </p:tgtEl>
                                      </p:cBhvr>
                                    </p:animEffect>
                                  </p:childTnLst>
                                </p:cTn>
                              </p:par>
                            </p:childTnLst>
                          </p:cTn>
                        </p:par>
                        <p:par>
                          <p:cTn id="2271" fill="hold">
                            <p:stCondLst>
                              <p:cond delay="2880"/>
                            </p:stCondLst>
                            <p:childTnLst>
                              <p:par>
                                <p:cTn id="2272" nodeType="afterEffect" fill="hold" presetClass="entr" presetID="10">
                                  <p:stCondLst>
                                    <p:cond delay="0"/>
                                  </p:stCondLst>
                                  <p:childTnLst>
                                    <p:set>
                                      <p:cBhvr>
                                        <p:cTn id="2273" dur="1" fill="hold">
                                          <p:stCondLst>
                                            <p:cond delay="0"/>
                                          </p:stCondLst>
                                        </p:cTn>
                                        <p:tgtEl>
                                          <p:spTgt spid="802"/>
                                        </p:tgtEl>
                                        <p:attrNameLst>
                                          <p:attrName>style.visibility</p:attrName>
                                        </p:attrNameLst>
                                      </p:cBhvr>
                                      <p:to>
                                        <p:strVal val="visible"/>
                                      </p:to>
                                    </p:set>
                                    <p:animEffect filter="fade" transition="in">
                                      <p:cBhvr additive="repl">
                                        <p:cTn id="2274" dur="15"/>
                                        <p:tgtEl>
                                          <p:spTgt spid="802"/>
                                        </p:tgtEl>
                                      </p:cBhvr>
                                    </p:animEffect>
                                  </p:childTnLst>
                                </p:cTn>
                              </p:par>
                            </p:childTnLst>
                          </p:cTn>
                        </p:par>
                        <p:par>
                          <p:cTn id="2275" fill="hold">
                            <p:stCondLst>
                              <p:cond delay="2895"/>
                            </p:stCondLst>
                            <p:childTnLst>
                              <p:par>
                                <p:cTn id="2276" nodeType="afterEffect" fill="hold" presetClass="entr" presetID="10">
                                  <p:stCondLst>
                                    <p:cond delay="0"/>
                                  </p:stCondLst>
                                  <p:childTnLst>
                                    <p:set>
                                      <p:cBhvr>
                                        <p:cTn id="2277" dur="1" fill="hold">
                                          <p:stCondLst>
                                            <p:cond delay="0"/>
                                          </p:stCondLst>
                                        </p:cTn>
                                        <p:tgtEl>
                                          <p:spTgt spid="803"/>
                                        </p:tgtEl>
                                        <p:attrNameLst>
                                          <p:attrName>style.visibility</p:attrName>
                                        </p:attrNameLst>
                                      </p:cBhvr>
                                      <p:to>
                                        <p:strVal val="visible"/>
                                      </p:to>
                                    </p:set>
                                    <p:animEffect filter="fade" transition="in">
                                      <p:cBhvr additive="repl">
                                        <p:cTn id="2278" dur="15"/>
                                        <p:tgtEl>
                                          <p:spTgt spid="803"/>
                                        </p:tgtEl>
                                      </p:cBhvr>
                                    </p:animEffect>
                                  </p:childTnLst>
                                </p:cTn>
                              </p:par>
                            </p:childTnLst>
                          </p:cTn>
                        </p:par>
                        <p:par>
                          <p:cTn id="2279" fill="hold">
                            <p:stCondLst>
                              <p:cond delay="2910"/>
                            </p:stCondLst>
                            <p:childTnLst>
                              <p:par>
                                <p:cTn id="2280" nodeType="afterEffect" fill="hold" presetClass="entr" presetID="10">
                                  <p:stCondLst>
                                    <p:cond delay="0"/>
                                  </p:stCondLst>
                                  <p:childTnLst>
                                    <p:set>
                                      <p:cBhvr>
                                        <p:cTn id="2281" dur="1" fill="hold">
                                          <p:stCondLst>
                                            <p:cond delay="0"/>
                                          </p:stCondLst>
                                        </p:cTn>
                                        <p:tgtEl>
                                          <p:spTgt spid="804"/>
                                        </p:tgtEl>
                                        <p:attrNameLst>
                                          <p:attrName>style.visibility</p:attrName>
                                        </p:attrNameLst>
                                      </p:cBhvr>
                                      <p:to>
                                        <p:strVal val="visible"/>
                                      </p:to>
                                    </p:set>
                                    <p:animEffect filter="fade" transition="in">
                                      <p:cBhvr additive="repl">
                                        <p:cTn id="2282" dur="15"/>
                                        <p:tgtEl>
                                          <p:spTgt spid="804"/>
                                        </p:tgtEl>
                                      </p:cBhvr>
                                    </p:animEffect>
                                  </p:childTnLst>
                                </p:cTn>
                              </p:par>
                            </p:childTnLst>
                          </p:cTn>
                        </p:par>
                        <p:par>
                          <p:cTn id="2283" fill="hold">
                            <p:stCondLst>
                              <p:cond delay="2925"/>
                            </p:stCondLst>
                            <p:childTnLst>
                              <p:par>
                                <p:cTn id="2284" nodeType="afterEffect" fill="hold" presetClass="entr" presetID="10">
                                  <p:stCondLst>
                                    <p:cond delay="0"/>
                                  </p:stCondLst>
                                  <p:childTnLst>
                                    <p:set>
                                      <p:cBhvr>
                                        <p:cTn id="2285" dur="1" fill="hold">
                                          <p:stCondLst>
                                            <p:cond delay="0"/>
                                          </p:stCondLst>
                                        </p:cTn>
                                        <p:tgtEl>
                                          <p:spTgt spid="805"/>
                                        </p:tgtEl>
                                        <p:attrNameLst>
                                          <p:attrName>style.visibility</p:attrName>
                                        </p:attrNameLst>
                                      </p:cBhvr>
                                      <p:to>
                                        <p:strVal val="visible"/>
                                      </p:to>
                                    </p:set>
                                    <p:animEffect filter="fade" transition="in">
                                      <p:cBhvr additive="repl">
                                        <p:cTn id="2286" dur="15"/>
                                        <p:tgtEl>
                                          <p:spTgt spid="805"/>
                                        </p:tgtEl>
                                      </p:cBhvr>
                                    </p:animEffect>
                                  </p:childTnLst>
                                </p:cTn>
                              </p:par>
                            </p:childTnLst>
                          </p:cTn>
                        </p:par>
                        <p:par>
                          <p:cTn id="2287" fill="hold">
                            <p:stCondLst>
                              <p:cond delay="2940"/>
                            </p:stCondLst>
                            <p:childTnLst>
                              <p:par>
                                <p:cTn id="2288" nodeType="afterEffect" fill="hold" presetClass="entr" presetID="10">
                                  <p:stCondLst>
                                    <p:cond delay="0"/>
                                  </p:stCondLst>
                                  <p:childTnLst>
                                    <p:set>
                                      <p:cBhvr>
                                        <p:cTn id="2289" dur="1" fill="hold">
                                          <p:stCondLst>
                                            <p:cond delay="0"/>
                                          </p:stCondLst>
                                        </p:cTn>
                                        <p:tgtEl>
                                          <p:spTgt spid="806"/>
                                        </p:tgtEl>
                                        <p:attrNameLst>
                                          <p:attrName>style.visibility</p:attrName>
                                        </p:attrNameLst>
                                      </p:cBhvr>
                                      <p:to>
                                        <p:strVal val="visible"/>
                                      </p:to>
                                    </p:set>
                                    <p:animEffect filter="fade" transition="in">
                                      <p:cBhvr additive="repl">
                                        <p:cTn id="2290" dur="15"/>
                                        <p:tgtEl>
                                          <p:spTgt spid="806"/>
                                        </p:tgtEl>
                                      </p:cBhvr>
                                    </p:animEffect>
                                  </p:childTnLst>
                                </p:cTn>
                              </p:par>
                            </p:childTnLst>
                          </p:cTn>
                        </p:par>
                        <p:par>
                          <p:cTn id="2291" fill="hold">
                            <p:stCondLst>
                              <p:cond delay="2955"/>
                            </p:stCondLst>
                            <p:childTnLst>
                              <p:par>
                                <p:cTn id="2292" nodeType="afterEffect" fill="hold" presetClass="entr" presetID="10">
                                  <p:stCondLst>
                                    <p:cond delay="0"/>
                                  </p:stCondLst>
                                  <p:childTnLst>
                                    <p:set>
                                      <p:cBhvr>
                                        <p:cTn id="2293" dur="1" fill="hold">
                                          <p:stCondLst>
                                            <p:cond delay="0"/>
                                          </p:stCondLst>
                                        </p:cTn>
                                        <p:tgtEl>
                                          <p:spTgt spid="807"/>
                                        </p:tgtEl>
                                        <p:attrNameLst>
                                          <p:attrName>style.visibility</p:attrName>
                                        </p:attrNameLst>
                                      </p:cBhvr>
                                      <p:to>
                                        <p:strVal val="visible"/>
                                      </p:to>
                                    </p:set>
                                    <p:animEffect filter="fade" transition="in">
                                      <p:cBhvr additive="repl">
                                        <p:cTn id="2294" dur="15"/>
                                        <p:tgtEl>
                                          <p:spTgt spid="807"/>
                                        </p:tgtEl>
                                      </p:cBhvr>
                                    </p:animEffect>
                                  </p:childTnLst>
                                </p:cTn>
                              </p:par>
                            </p:childTnLst>
                          </p:cTn>
                        </p:par>
                        <p:par>
                          <p:cTn id="2295" fill="hold">
                            <p:stCondLst>
                              <p:cond delay="2970"/>
                            </p:stCondLst>
                            <p:childTnLst>
                              <p:par>
                                <p:cTn id="2296" nodeType="afterEffect" fill="hold" presetClass="entr" presetID="10">
                                  <p:stCondLst>
                                    <p:cond delay="0"/>
                                  </p:stCondLst>
                                  <p:childTnLst>
                                    <p:set>
                                      <p:cBhvr>
                                        <p:cTn id="2297" dur="1" fill="hold">
                                          <p:stCondLst>
                                            <p:cond delay="0"/>
                                          </p:stCondLst>
                                        </p:cTn>
                                        <p:tgtEl>
                                          <p:spTgt spid="808"/>
                                        </p:tgtEl>
                                        <p:attrNameLst>
                                          <p:attrName>style.visibility</p:attrName>
                                        </p:attrNameLst>
                                      </p:cBhvr>
                                      <p:to>
                                        <p:strVal val="visible"/>
                                      </p:to>
                                    </p:set>
                                    <p:animEffect filter="fade" transition="in">
                                      <p:cBhvr additive="repl">
                                        <p:cTn id="2298" dur="15"/>
                                        <p:tgtEl>
                                          <p:spTgt spid="808"/>
                                        </p:tgtEl>
                                      </p:cBhvr>
                                    </p:animEffect>
                                  </p:childTnLst>
                                </p:cTn>
                              </p:par>
                            </p:childTnLst>
                          </p:cTn>
                        </p:par>
                        <p:par>
                          <p:cTn id="2299" fill="hold">
                            <p:stCondLst>
                              <p:cond delay="2985"/>
                            </p:stCondLst>
                            <p:childTnLst>
                              <p:par>
                                <p:cTn id="2300" nodeType="afterEffect" fill="hold" presetClass="entr" presetID="10">
                                  <p:stCondLst>
                                    <p:cond delay="0"/>
                                  </p:stCondLst>
                                  <p:childTnLst>
                                    <p:set>
                                      <p:cBhvr>
                                        <p:cTn id="2301" dur="1" fill="hold">
                                          <p:stCondLst>
                                            <p:cond delay="0"/>
                                          </p:stCondLst>
                                        </p:cTn>
                                        <p:tgtEl>
                                          <p:spTgt spid="809"/>
                                        </p:tgtEl>
                                        <p:attrNameLst>
                                          <p:attrName>style.visibility</p:attrName>
                                        </p:attrNameLst>
                                      </p:cBhvr>
                                      <p:to>
                                        <p:strVal val="visible"/>
                                      </p:to>
                                    </p:set>
                                    <p:animEffect filter="fade" transition="in">
                                      <p:cBhvr additive="repl">
                                        <p:cTn id="2302" dur="15"/>
                                        <p:tgtEl>
                                          <p:spTgt spid="809"/>
                                        </p:tgtEl>
                                      </p:cBhvr>
                                    </p:animEffect>
                                  </p:childTnLst>
                                </p:cTn>
                              </p:par>
                            </p:childTnLst>
                          </p:cTn>
                        </p:par>
                        <p:par>
                          <p:cTn id="2303" fill="hold">
                            <p:stCondLst>
                              <p:cond delay="3000"/>
                            </p:stCondLst>
                            <p:childTnLst>
                              <p:par>
                                <p:cTn id="2304" nodeType="afterEffect" fill="hold" presetClass="entr" presetID="10">
                                  <p:stCondLst>
                                    <p:cond delay="0"/>
                                  </p:stCondLst>
                                  <p:childTnLst>
                                    <p:set>
                                      <p:cBhvr>
                                        <p:cTn id="2305" dur="1" fill="hold">
                                          <p:stCondLst>
                                            <p:cond delay="0"/>
                                          </p:stCondLst>
                                        </p:cTn>
                                        <p:tgtEl>
                                          <p:spTgt spid="810"/>
                                        </p:tgtEl>
                                        <p:attrNameLst>
                                          <p:attrName>style.visibility</p:attrName>
                                        </p:attrNameLst>
                                      </p:cBhvr>
                                      <p:to>
                                        <p:strVal val="visible"/>
                                      </p:to>
                                    </p:set>
                                    <p:animEffect filter="fade" transition="in">
                                      <p:cBhvr additive="repl">
                                        <p:cTn id="2306" dur="15"/>
                                        <p:tgtEl>
                                          <p:spTgt spid="810"/>
                                        </p:tgtEl>
                                      </p:cBhvr>
                                    </p:animEffect>
                                  </p:childTnLst>
                                </p:cTn>
                              </p:par>
                            </p:childTnLst>
                          </p:cTn>
                        </p:par>
                        <p:par>
                          <p:cTn id="2307" fill="hold">
                            <p:stCondLst>
                              <p:cond delay="3015"/>
                            </p:stCondLst>
                            <p:childTnLst>
                              <p:par>
                                <p:cTn id="2308" nodeType="afterEffect" fill="hold" presetClass="entr" presetID="10">
                                  <p:stCondLst>
                                    <p:cond delay="0"/>
                                  </p:stCondLst>
                                  <p:childTnLst>
                                    <p:set>
                                      <p:cBhvr>
                                        <p:cTn id="2309" dur="1" fill="hold">
                                          <p:stCondLst>
                                            <p:cond delay="0"/>
                                          </p:stCondLst>
                                        </p:cTn>
                                        <p:tgtEl>
                                          <p:spTgt spid="811"/>
                                        </p:tgtEl>
                                        <p:attrNameLst>
                                          <p:attrName>style.visibility</p:attrName>
                                        </p:attrNameLst>
                                      </p:cBhvr>
                                      <p:to>
                                        <p:strVal val="visible"/>
                                      </p:to>
                                    </p:set>
                                    <p:animEffect filter="fade" transition="in">
                                      <p:cBhvr additive="repl">
                                        <p:cTn id="2310" dur="15"/>
                                        <p:tgtEl>
                                          <p:spTgt spid="811"/>
                                        </p:tgtEl>
                                      </p:cBhvr>
                                    </p:animEffect>
                                  </p:childTnLst>
                                </p:cTn>
                              </p:par>
                            </p:childTnLst>
                          </p:cTn>
                        </p:par>
                        <p:par>
                          <p:cTn id="2311" fill="hold">
                            <p:stCondLst>
                              <p:cond delay="3030"/>
                            </p:stCondLst>
                            <p:childTnLst>
                              <p:par>
                                <p:cTn id="2312" nodeType="afterEffect" fill="hold" presetClass="entr" presetID="10">
                                  <p:stCondLst>
                                    <p:cond delay="0"/>
                                  </p:stCondLst>
                                  <p:childTnLst>
                                    <p:set>
                                      <p:cBhvr>
                                        <p:cTn id="2313" dur="1" fill="hold">
                                          <p:stCondLst>
                                            <p:cond delay="0"/>
                                          </p:stCondLst>
                                        </p:cTn>
                                        <p:tgtEl>
                                          <p:spTgt spid="812"/>
                                        </p:tgtEl>
                                        <p:attrNameLst>
                                          <p:attrName>style.visibility</p:attrName>
                                        </p:attrNameLst>
                                      </p:cBhvr>
                                      <p:to>
                                        <p:strVal val="visible"/>
                                      </p:to>
                                    </p:set>
                                    <p:animEffect filter="fade" transition="in">
                                      <p:cBhvr additive="repl">
                                        <p:cTn id="2314" dur="15"/>
                                        <p:tgtEl>
                                          <p:spTgt spid="812"/>
                                        </p:tgtEl>
                                      </p:cBhvr>
                                    </p:animEffect>
                                  </p:childTnLst>
                                </p:cTn>
                              </p:par>
                            </p:childTnLst>
                          </p:cTn>
                        </p:par>
                        <p:par>
                          <p:cTn id="2315" fill="hold">
                            <p:stCondLst>
                              <p:cond delay="3045"/>
                            </p:stCondLst>
                            <p:childTnLst>
                              <p:par>
                                <p:cTn id="2316" nodeType="afterEffect" fill="hold" presetClass="entr" presetID="10">
                                  <p:stCondLst>
                                    <p:cond delay="0"/>
                                  </p:stCondLst>
                                  <p:childTnLst>
                                    <p:set>
                                      <p:cBhvr>
                                        <p:cTn id="2317" dur="1" fill="hold">
                                          <p:stCondLst>
                                            <p:cond delay="0"/>
                                          </p:stCondLst>
                                        </p:cTn>
                                        <p:tgtEl>
                                          <p:spTgt spid="813"/>
                                        </p:tgtEl>
                                        <p:attrNameLst>
                                          <p:attrName>style.visibility</p:attrName>
                                        </p:attrNameLst>
                                      </p:cBhvr>
                                      <p:to>
                                        <p:strVal val="visible"/>
                                      </p:to>
                                    </p:set>
                                    <p:animEffect filter="fade" transition="in">
                                      <p:cBhvr additive="repl">
                                        <p:cTn id="2318" dur="15"/>
                                        <p:tgtEl>
                                          <p:spTgt spid="813"/>
                                        </p:tgtEl>
                                      </p:cBhvr>
                                    </p:animEffect>
                                  </p:childTnLst>
                                </p:cTn>
                              </p:par>
                            </p:childTnLst>
                          </p:cTn>
                        </p:par>
                        <p:par>
                          <p:cTn id="2319" fill="hold">
                            <p:stCondLst>
                              <p:cond delay="3060"/>
                            </p:stCondLst>
                            <p:childTnLst>
                              <p:par>
                                <p:cTn id="2320" nodeType="afterEffect" fill="hold" presetClass="entr" presetID="10">
                                  <p:stCondLst>
                                    <p:cond delay="0"/>
                                  </p:stCondLst>
                                  <p:childTnLst>
                                    <p:set>
                                      <p:cBhvr>
                                        <p:cTn id="2321" dur="1" fill="hold">
                                          <p:stCondLst>
                                            <p:cond delay="0"/>
                                          </p:stCondLst>
                                        </p:cTn>
                                        <p:tgtEl>
                                          <p:spTgt spid="814"/>
                                        </p:tgtEl>
                                        <p:attrNameLst>
                                          <p:attrName>style.visibility</p:attrName>
                                        </p:attrNameLst>
                                      </p:cBhvr>
                                      <p:to>
                                        <p:strVal val="visible"/>
                                      </p:to>
                                    </p:set>
                                    <p:animEffect filter="fade" transition="in">
                                      <p:cBhvr additive="repl">
                                        <p:cTn id="2322" dur="15"/>
                                        <p:tgtEl>
                                          <p:spTgt spid="814"/>
                                        </p:tgtEl>
                                      </p:cBhvr>
                                    </p:animEffect>
                                  </p:childTnLst>
                                </p:cTn>
                              </p:par>
                            </p:childTnLst>
                          </p:cTn>
                        </p:par>
                        <p:par>
                          <p:cTn id="2323" fill="hold">
                            <p:stCondLst>
                              <p:cond delay="3075"/>
                            </p:stCondLst>
                            <p:childTnLst>
                              <p:par>
                                <p:cTn id="2324" nodeType="afterEffect" fill="hold" presetClass="entr" presetID="10">
                                  <p:stCondLst>
                                    <p:cond delay="0"/>
                                  </p:stCondLst>
                                  <p:childTnLst>
                                    <p:set>
                                      <p:cBhvr>
                                        <p:cTn id="2325" dur="1" fill="hold">
                                          <p:stCondLst>
                                            <p:cond delay="0"/>
                                          </p:stCondLst>
                                        </p:cTn>
                                        <p:tgtEl>
                                          <p:spTgt spid="815"/>
                                        </p:tgtEl>
                                        <p:attrNameLst>
                                          <p:attrName>style.visibility</p:attrName>
                                        </p:attrNameLst>
                                      </p:cBhvr>
                                      <p:to>
                                        <p:strVal val="visible"/>
                                      </p:to>
                                    </p:set>
                                    <p:animEffect filter="fade" transition="in">
                                      <p:cBhvr additive="repl">
                                        <p:cTn id="2326" dur="15"/>
                                        <p:tgtEl>
                                          <p:spTgt spid="815"/>
                                        </p:tgtEl>
                                      </p:cBhvr>
                                    </p:animEffect>
                                  </p:childTnLst>
                                </p:cTn>
                              </p:par>
                            </p:childTnLst>
                          </p:cTn>
                        </p:par>
                        <p:par>
                          <p:cTn id="2327" fill="hold">
                            <p:stCondLst>
                              <p:cond delay="3090"/>
                            </p:stCondLst>
                            <p:childTnLst>
                              <p:par>
                                <p:cTn id="2328" nodeType="afterEffect" fill="hold" presetClass="entr" presetID="10">
                                  <p:stCondLst>
                                    <p:cond delay="0"/>
                                  </p:stCondLst>
                                  <p:childTnLst>
                                    <p:set>
                                      <p:cBhvr>
                                        <p:cTn id="2329" dur="1" fill="hold">
                                          <p:stCondLst>
                                            <p:cond delay="0"/>
                                          </p:stCondLst>
                                        </p:cTn>
                                        <p:tgtEl>
                                          <p:spTgt spid="816"/>
                                        </p:tgtEl>
                                        <p:attrNameLst>
                                          <p:attrName>style.visibility</p:attrName>
                                        </p:attrNameLst>
                                      </p:cBhvr>
                                      <p:to>
                                        <p:strVal val="visible"/>
                                      </p:to>
                                    </p:set>
                                    <p:animEffect filter="fade" transition="in">
                                      <p:cBhvr additive="repl">
                                        <p:cTn id="2330" dur="15"/>
                                        <p:tgtEl>
                                          <p:spTgt spid="816"/>
                                        </p:tgtEl>
                                      </p:cBhvr>
                                    </p:animEffect>
                                  </p:childTnLst>
                                </p:cTn>
                              </p:par>
                            </p:childTnLst>
                          </p:cTn>
                        </p:par>
                        <p:par>
                          <p:cTn id="2331" fill="hold">
                            <p:stCondLst>
                              <p:cond delay="3105"/>
                            </p:stCondLst>
                            <p:childTnLst>
                              <p:par>
                                <p:cTn id="2332" nodeType="afterEffect" fill="hold" presetClass="entr" presetID="10">
                                  <p:stCondLst>
                                    <p:cond delay="0"/>
                                  </p:stCondLst>
                                  <p:childTnLst>
                                    <p:set>
                                      <p:cBhvr>
                                        <p:cTn id="2333" dur="1" fill="hold">
                                          <p:stCondLst>
                                            <p:cond delay="0"/>
                                          </p:stCondLst>
                                        </p:cTn>
                                        <p:tgtEl>
                                          <p:spTgt spid="817"/>
                                        </p:tgtEl>
                                        <p:attrNameLst>
                                          <p:attrName>style.visibility</p:attrName>
                                        </p:attrNameLst>
                                      </p:cBhvr>
                                      <p:to>
                                        <p:strVal val="visible"/>
                                      </p:to>
                                    </p:set>
                                    <p:animEffect filter="fade" transition="in">
                                      <p:cBhvr additive="repl">
                                        <p:cTn id="2334" dur="15"/>
                                        <p:tgtEl>
                                          <p:spTgt spid="817"/>
                                        </p:tgtEl>
                                      </p:cBhvr>
                                    </p:animEffect>
                                  </p:childTnLst>
                                </p:cTn>
                              </p:par>
                            </p:childTnLst>
                          </p:cTn>
                        </p:par>
                        <p:par>
                          <p:cTn id="2335" fill="hold">
                            <p:stCondLst>
                              <p:cond delay="3120"/>
                            </p:stCondLst>
                            <p:childTnLst>
                              <p:par>
                                <p:cTn id="2336" nodeType="afterEffect" fill="hold" presetClass="entr" presetID="10">
                                  <p:stCondLst>
                                    <p:cond delay="0"/>
                                  </p:stCondLst>
                                  <p:childTnLst>
                                    <p:set>
                                      <p:cBhvr>
                                        <p:cTn id="2337" dur="1" fill="hold">
                                          <p:stCondLst>
                                            <p:cond delay="0"/>
                                          </p:stCondLst>
                                        </p:cTn>
                                        <p:tgtEl>
                                          <p:spTgt spid="818"/>
                                        </p:tgtEl>
                                        <p:attrNameLst>
                                          <p:attrName>style.visibility</p:attrName>
                                        </p:attrNameLst>
                                      </p:cBhvr>
                                      <p:to>
                                        <p:strVal val="visible"/>
                                      </p:to>
                                    </p:set>
                                    <p:animEffect filter="fade" transition="in">
                                      <p:cBhvr additive="repl">
                                        <p:cTn id="2338" dur="15"/>
                                        <p:tgtEl>
                                          <p:spTgt spid="818"/>
                                        </p:tgtEl>
                                      </p:cBhvr>
                                    </p:animEffect>
                                  </p:childTnLst>
                                </p:cTn>
                              </p:par>
                            </p:childTnLst>
                          </p:cTn>
                        </p:par>
                        <p:par>
                          <p:cTn id="2339" fill="hold">
                            <p:stCondLst>
                              <p:cond delay="3135"/>
                            </p:stCondLst>
                            <p:childTnLst>
                              <p:par>
                                <p:cTn id="2340" nodeType="afterEffect" fill="hold" presetClass="entr" presetID="10">
                                  <p:stCondLst>
                                    <p:cond delay="0"/>
                                  </p:stCondLst>
                                  <p:childTnLst>
                                    <p:set>
                                      <p:cBhvr>
                                        <p:cTn id="2341" dur="1" fill="hold">
                                          <p:stCondLst>
                                            <p:cond delay="0"/>
                                          </p:stCondLst>
                                        </p:cTn>
                                        <p:tgtEl>
                                          <p:spTgt spid="819"/>
                                        </p:tgtEl>
                                        <p:attrNameLst>
                                          <p:attrName>style.visibility</p:attrName>
                                        </p:attrNameLst>
                                      </p:cBhvr>
                                      <p:to>
                                        <p:strVal val="visible"/>
                                      </p:to>
                                    </p:set>
                                    <p:animEffect filter="fade" transition="in">
                                      <p:cBhvr additive="repl">
                                        <p:cTn id="2342" dur="15"/>
                                        <p:tgtEl>
                                          <p:spTgt spid="819"/>
                                        </p:tgtEl>
                                      </p:cBhvr>
                                    </p:animEffect>
                                  </p:childTnLst>
                                </p:cTn>
                              </p:par>
                            </p:childTnLst>
                          </p:cTn>
                        </p:par>
                        <p:par>
                          <p:cTn id="2343" fill="hold">
                            <p:stCondLst>
                              <p:cond delay="3150"/>
                            </p:stCondLst>
                            <p:childTnLst>
                              <p:par>
                                <p:cTn id="2344" nodeType="afterEffect" fill="hold" presetClass="entr" presetID="10">
                                  <p:stCondLst>
                                    <p:cond delay="0"/>
                                  </p:stCondLst>
                                  <p:childTnLst>
                                    <p:set>
                                      <p:cBhvr>
                                        <p:cTn id="2345" dur="1" fill="hold">
                                          <p:stCondLst>
                                            <p:cond delay="0"/>
                                          </p:stCondLst>
                                        </p:cTn>
                                        <p:tgtEl>
                                          <p:spTgt spid="820"/>
                                        </p:tgtEl>
                                        <p:attrNameLst>
                                          <p:attrName>style.visibility</p:attrName>
                                        </p:attrNameLst>
                                      </p:cBhvr>
                                      <p:to>
                                        <p:strVal val="visible"/>
                                      </p:to>
                                    </p:set>
                                    <p:animEffect filter="fade" transition="in">
                                      <p:cBhvr additive="repl">
                                        <p:cTn id="2346" dur="15"/>
                                        <p:tgtEl>
                                          <p:spTgt spid="820"/>
                                        </p:tgtEl>
                                      </p:cBhvr>
                                    </p:animEffect>
                                  </p:childTnLst>
                                </p:cTn>
                              </p:par>
                            </p:childTnLst>
                          </p:cTn>
                        </p:par>
                        <p:par>
                          <p:cTn id="2347" fill="hold">
                            <p:stCondLst>
                              <p:cond delay="3165"/>
                            </p:stCondLst>
                            <p:childTnLst>
                              <p:par>
                                <p:cTn id="2348" nodeType="afterEffect" fill="hold" presetClass="entr" presetID="10">
                                  <p:stCondLst>
                                    <p:cond delay="0"/>
                                  </p:stCondLst>
                                  <p:childTnLst>
                                    <p:set>
                                      <p:cBhvr>
                                        <p:cTn id="2349" dur="1" fill="hold">
                                          <p:stCondLst>
                                            <p:cond delay="0"/>
                                          </p:stCondLst>
                                        </p:cTn>
                                        <p:tgtEl>
                                          <p:spTgt spid="821"/>
                                        </p:tgtEl>
                                        <p:attrNameLst>
                                          <p:attrName>style.visibility</p:attrName>
                                        </p:attrNameLst>
                                      </p:cBhvr>
                                      <p:to>
                                        <p:strVal val="visible"/>
                                      </p:to>
                                    </p:set>
                                    <p:animEffect filter="fade" transition="in">
                                      <p:cBhvr additive="repl">
                                        <p:cTn id="2350" dur="15"/>
                                        <p:tgtEl>
                                          <p:spTgt spid="821"/>
                                        </p:tgtEl>
                                      </p:cBhvr>
                                    </p:animEffect>
                                  </p:childTnLst>
                                </p:cTn>
                              </p:par>
                            </p:childTnLst>
                          </p:cTn>
                        </p:par>
                        <p:par>
                          <p:cTn id="2351" fill="hold">
                            <p:stCondLst>
                              <p:cond delay="3180"/>
                            </p:stCondLst>
                            <p:childTnLst>
                              <p:par>
                                <p:cTn id="2352" nodeType="afterEffect" fill="hold" presetClass="entr" presetID="10">
                                  <p:stCondLst>
                                    <p:cond delay="0"/>
                                  </p:stCondLst>
                                  <p:childTnLst>
                                    <p:set>
                                      <p:cBhvr>
                                        <p:cTn id="2353" dur="1" fill="hold">
                                          <p:stCondLst>
                                            <p:cond delay="0"/>
                                          </p:stCondLst>
                                        </p:cTn>
                                        <p:tgtEl>
                                          <p:spTgt spid="822"/>
                                        </p:tgtEl>
                                        <p:attrNameLst>
                                          <p:attrName>style.visibility</p:attrName>
                                        </p:attrNameLst>
                                      </p:cBhvr>
                                      <p:to>
                                        <p:strVal val="visible"/>
                                      </p:to>
                                    </p:set>
                                    <p:animEffect filter="fade" transition="in">
                                      <p:cBhvr additive="repl">
                                        <p:cTn id="2354" dur="15"/>
                                        <p:tgtEl>
                                          <p:spTgt spid="822"/>
                                        </p:tgtEl>
                                      </p:cBhvr>
                                    </p:animEffect>
                                  </p:childTnLst>
                                </p:cTn>
                              </p:par>
                            </p:childTnLst>
                          </p:cTn>
                        </p:par>
                        <p:par>
                          <p:cTn id="2355" fill="hold">
                            <p:stCondLst>
                              <p:cond delay="3195"/>
                            </p:stCondLst>
                            <p:childTnLst>
                              <p:par>
                                <p:cTn id="2356" nodeType="afterEffect" fill="hold" presetClass="entr" presetID="10">
                                  <p:stCondLst>
                                    <p:cond delay="0"/>
                                  </p:stCondLst>
                                  <p:childTnLst>
                                    <p:set>
                                      <p:cBhvr>
                                        <p:cTn id="2357" dur="1" fill="hold">
                                          <p:stCondLst>
                                            <p:cond delay="0"/>
                                          </p:stCondLst>
                                        </p:cTn>
                                        <p:tgtEl>
                                          <p:spTgt spid="823"/>
                                        </p:tgtEl>
                                        <p:attrNameLst>
                                          <p:attrName>style.visibility</p:attrName>
                                        </p:attrNameLst>
                                      </p:cBhvr>
                                      <p:to>
                                        <p:strVal val="visible"/>
                                      </p:to>
                                    </p:set>
                                    <p:animEffect filter="fade" transition="in">
                                      <p:cBhvr additive="repl">
                                        <p:cTn id="2358" dur="15"/>
                                        <p:tgtEl>
                                          <p:spTgt spid="823"/>
                                        </p:tgtEl>
                                      </p:cBhvr>
                                    </p:animEffect>
                                  </p:childTnLst>
                                </p:cTn>
                              </p:par>
                            </p:childTnLst>
                          </p:cTn>
                        </p:par>
                        <p:par>
                          <p:cTn id="2359" fill="hold">
                            <p:stCondLst>
                              <p:cond delay="3210"/>
                            </p:stCondLst>
                            <p:childTnLst>
                              <p:par>
                                <p:cTn id="2360" nodeType="afterEffect" fill="hold" presetClass="entr" presetID="10">
                                  <p:stCondLst>
                                    <p:cond delay="0"/>
                                  </p:stCondLst>
                                  <p:childTnLst>
                                    <p:set>
                                      <p:cBhvr>
                                        <p:cTn id="2361" dur="1" fill="hold">
                                          <p:stCondLst>
                                            <p:cond delay="0"/>
                                          </p:stCondLst>
                                        </p:cTn>
                                        <p:tgtEl>
                                          <p:spTgt spid="824"/>
                                        </p:tgtEl>
                                        <p:attrNameLst>
                                          <p:attrName>style.visibility</p:attrName>
                                        </p:attrNameLst>
                                      </p:cBhvr>
                                      <p:to>
                                        <p:strVal val="visible"/>
                                      </p:to>
                                    </p:set>
                                    <p:animEffect filter="fade" transition="in">
                                      <p:cBhvr additive="repl">
                                        <p:cTn id="2362" dur="15"/>
                                        <p:tgtEl>
                                          <p:spTgt spid="824"/>
                                        </p:tgtEl>
                                      </p:cBhvr>
                                    </p:animEffect>
                                  </p:childTnLst>
                                </p:cTn>
                              </p:par>
                            </p:childTnLst>
                          </p:cTn>
                        </p:par>
                        <p:par>
                          <p:cTn id="2363" fill="hold">
                            <p:stCondLst>
                              <p:cond delay="3225"/>
                            </p:stCondLst>
                            <p:childTnLst>
                              <p:par>
                                <p:cTn id="2364" nodeType="afterEffect" fill="hold" presetClass="entr" presetID="10">
                                  <p:stCondLst>
                                    <p:cond delay="0"/>
                                  </p:stCondLst>
                                  <p:childTnLst>
                                    <p:set>
                                      <p:cBhvr>
                                        <p:cTn id="2365" dur="1" fill="hold">
                                          <p:stCondLst>
                                            <p:cond delay="0"/>
                                          </p:stCondLst>
                                        </p:cTn>
                                        <p:tgtEl>
                                          <p:spTgt spid="825"/>
                                        </p:tgtEl>
                                        <p:attrNameLst>
                                          <p:attrName>style.visibility</p:attrName>
                                        </p:attrNameLst>
                                      </p:cBhvr>
                                      <p:to>
                                        <p:strVal val="visible"/>
                                      </p:to>
                                    </p:set>
                                    <p:animEffect filter="fade" transition="in">
                                      <p:cBhvr additive="repl">
                                        <p:cTn id="2366" dur="15"/>
                                        <p:tgtEl>
                                          <p:spTgt spid="825"/>
                                        </p:tgtEl>
                                      </p:cBhvr>
                                    </p:animEffect>
                                  </p:childTnLst>
                                </p:cTn>
                              </p:par>
                            </p:childTnLst>
                          </p:cTn>
                        </p:par>
                        <p:par>
                          <p:cTn id="2367" fill="hold">
                            <p:stCondLst>
                              <p:cond delay="3240"/>
                            </p:stCondLst>
                            <p:childTnLst>
                              <p:par>
                                <p:cTn id="2368" nodeType="afterEffect" fill="hold" presetClass="entr" presetID="10">
                                  <p:stCondLst>
                                    <p:cond delay="0"/>
                                  </p:stCondLst>
                                  <p:childTnLst>
                                    <p:set>
                                      <p:cBhvr>
                                        <p:cTn id="2369" dur="1" fill="hold">
                                          <p:stCondLst>
                                            <p:cond delay="0"/>
                                          </p:stCondLst>
                                        </p:cTn>
                                        <p:tgtEl>
                                          <p:spTgt spid="826"/>
                                        </p:tgtEl>
                                        <p:attrNameLst>
                                          <p:attrName>style.visibility</p:attrName>
                                        </p:attrNameLst>
                                      </p:cBhvr>
                                      <p:to>
                                        <p:strVal val="visible"/>
                                      </p:to>
                                    </p:set>
                                    <p:animEffect filter="fade" transition="in">
                                      <p:cBhvr additive="repl">
                                        <p:cTn id="2370" dur="15"/>
                                        <p:tgtEl>
                                          <p:spTgt spid="826"/>
                                        </p:tgtEl>
                                      </p:cBhvr>
                                    </p:animEffect>
                                  </p:childTnLst>
                                </p:cTn>
                              </p:par>
                            </p:childTnLst>
                          </p:cTn>
                        </p:par>
                        <p:par>
                          <p:cTn id="2371" fill="hold">
                            <p:stCondLst>
                              <p:cond delay="3255"/>
                            </p:stCondLst>
                            <p:childTnLst>
                              <p:par>
                                <p:cTn id="2372" nodeType="afterEffect" fill="hold" presetClass="entr" presetID="10">
                                  <p:stCondLst>
                                    <p:cond delay="0"/>
                                  </p:stCondLst>
                                  <p:childTnLst>
                                    <p:set>
                                      <p:cBhvr>
                                        <p:cTn id="2373" dur="1" fill="hold">
                                          <p:stCondLst>
                                            <p:cond delay="0"/>
                                          </p:stCondLst>
                                        </p:cTn>
                                        <p:tgtEl>
                                          <p:spTgt spid="827"/>
                                        </p:tgtEl>
                                        <p:attrNameLst>
                                          <p:attrName>style.visibility</p:attrName>
                                        </p:attrNameLst>
                                      </p:cBhvr>
                                      <p:to>
                                        <p:strVal val="visible"/>
                                      </p:to>
                                    </p:set>
                                    <p:animEffect filter="fade" transition="in">
                                      <p:cBhvr additive="repl">
                                        <p:cTn id="2374" dur="15"/>
                                        <p:tgtEl>
                                          <p:spTgt spid="827"/>
                                        </p:tgtEl>
                                      </p:cBhvr>
                                    </p:animEffect>
                                  </p:childTnLst>
                                </p:cTn>
                              </p:par>
                            </p:childTnLst>
                          </p:cTn>
                        </p:par>
                        <p:par>
                          <p:cTn id="2375" fill="hold">
                            <p:stCondLst>
                              <p:cond delay="3270"/>
                            </p:stCondLst>
                            <p:childTnLst>
                              <p:par>
                                <p:cTn id="2376" nodeType="afterEffect" fill="hold" presetClass="entr" presetID="10">
                                  <p:stCondLst>
                                    <p:cond delay="0"/>
                                  </p:stCondLst>
                                  <p:childTnLst>
                                    <p:set>
                                      <p:cBhvr>
                                        <p:cTn id="2377" dur="1" fill="hold">
                                          <p:stCondLst>
                                            <p:cond delay="0"/>
                                          </p:stCondLst>
                                        </p:cTn>
                                        <p:tgtEl>
                                          <p:spTgt spid="828"/>
                                        </p:tgtEl>
                                        <p:attrNameLst>
                                          <p:attrName>style.visibility</p:attrName>
                                        </p:attrNameLst>
                                      </p:cBhvr>
                                      <p:to>
                                        <p:strVal val="visible"/>
                                      </p:to>
                                    </p:set>
                                    <p:animEffect filter="fade" transition="in">
                                      <p:cBhvr additive="repl">
                                        <p:cTn id="2378" dur="15"/>
                                        <p:tgtEl>
                                          <p:spTgt spid="828"/>
                                        </p:tgtEl>
                                      </p:cBhvr>
                                    </p:animEffect>
                                  </p:childTnLst>
                                </p:cTn>
                              </p:par>
                            </p:childTnLst>
                          </p:cTn>
                        </p:par>
                        <p:par>
                          <p:cTn id="2379" fill="hold">
                            <p:stCondLst>
                              <p:cond delay="3285"/>
                            </p:stCondLst>
                            <p:childTnLst>
                              <p:par>
                                <p:cTn id="2380" nodeType="afterEffect" fill="hold" presetClass="entr" presetID="10">
                                  <p:stCondLst>
                                    <p:cond delay="0"/>
                                  </p:stCondLst>
                                  <p:childTnLst>
                                    <p:set>
                                      <p:cBhvr>
                                        <p:cTn id="2381" dur="1" fill="hold">
                                          <p:stCondLst>
                                            <p:cond delay="0"/>
                                          </p:stCondLst>
                                        </p:cTn>
                                        <p:tgtEl>
                                          <p:spTgt spid="829"/>
                                        </p:tgtEl>
                                        <p:attrNameLst>
                                          <p:attrName>style.visibility</p:attrName>
                                        </p:attrNameLst>
                                      </p:cBhvr>
                                      <p:to>
                                        <p:strVal val="visible"/>
                                      </p:to>
                                    </p:set>
                                    <p:animEffect filter="fade" transition="in">
                                      <p:cBhvr additive="repl">
                                        <p:cTn id="2382" dur="15"/>
                                        <p:tgtEl>
                                          <p:spTgt spid="829"/>
                                        </p:tgtEl>
                                      </p:cBhvr>
                                    </p:animEffect>
                                  </p:childTnLst>
                                </p:cTn>
                              </p:par>
                            </p:childTnLst>
                          </p:cTn>
                        </p:par>
                        <p:par>
                          <p:cTn id="2383" fill="hold">
                            <p:stCondLst>
                              <p:cond delay="3300"/>
                            </p:stCondLst>
                            <p:childTnLst>
                              <p:par>
                                <p:cTn id="2384" nodeType="afterEffect" fill="hold" presetClass="entr" presetID="10">
                                  <p:stCondLst>
                                    <p:cond delay="0"/>
                                  </p:stCondLst>
                                  <p:childTnLst>
                                    <p:set>
                                      <p:cBhvr>
                                        <p:cTn id="2385" dur="1" fill="hold">
                                          <p:stCondLst>
                                            <p:cond delay="0"/>
                                          </p:stCondLst>
                                        </p:cTn>
                                        <p:tgtEl>
                                          <p:spTgt spid="830"/>
                                        </p:tgtEl>
                                        <p:attrNameLst>
                                          <p:attrName>style.visibility</p:attrName>
                                        </p:attrNameLst>
                                      </p:cBhvr>
                                      <p:to>
                                        <p:strVal val="visible"/>
                                      </p:to>
                                    </p:set>
                                    <p:animEffect filter="fade" transition="in">
                                      <p:cBhvr additive="repl">
                                        <p:cTn id="2386" dur="15"/>
                                        <p:tgtEl>
                                          <p:spTgt spid="830"/>
                                        </p:tgtEl>
                                      </p:cBhvr>
                                    </p:animEffect>
                                  </p:childTnLst>
                                </p:cTn>
                              </p:par>
                            </p:childTnLst>
                          </p:cTn>
                        </p:par>
                        <p:par>
                          <p:cTn id="2387" fill="hold">
                            <p:stCondLst>
                              <p:cond delay="3315"/>
                            </p:stCondLst>
                            <p:childTnLst>
                              <p:par>
                                <p:cTn id="2388" nodeType="afterEffect" fill="hold" presetClass="entr" presetID="10">
                                  <p:stCondLst>
                                    <p:cond delay="0"/>
                                  </p:stCondLst>
                                  <p:childTnLst>
                                    <p:set>
                                      <p:cBhvr>
                                        <p:cTn id="2389" dur="1" fill="hold">
                                          <p:stCondLst>
                                            <p:cond delay="0"/>
                                          </p:stCondLst>
                                        </p:cTn>
                                        <p:tgtEl>
                                          <p:spTgt spid="831"/>
                                        </p:tgtEl>
                                        <p:attrNameLst>
                                          <p:attrName>style.visibility</p:attrName>
                                        </p:attrNameLst>
                                      </p:cBhvr>
                                      <p:to>
                                        <p:strVal val="visible"/>
                                      </p:to>
                                    </p:set>
                                    <p:animEffect filter="fade" transition="in">
                                      <p:cBhvr additive="repl">
                                        <p:cTn id="2390" dur="15"/>
                                        <p:tgtEl>
                                          <p:spTgt spid="831"/>
                                        </p:tgtEl>
                                      </p:cBhvr>
                                    </p:animEffect>
                                  </p:childTnLst>
                                </p:cTn>
                              </p:par>
                            </p:childTnLst>
                          </p:cTn>
                        </p:par>
                        <p:par>
                          <p:cTn id="2391" fill="hold">
                            <p:stCondLst>
                              <p:cond delay="3330"/>
                            </p:stCondLst>
                            <p:childTnLst>
                              <p:par>
                                <p:cTn id="2392" nodeType="afterEffect" fill="hold" presetClass="entr" presetID="10">
                                  <p:stCondLst>
                                    <p:cond delay="0"/>
                                  </p:stCondLst>
                                  <p:childTnLst>
                                    <p:set>
                                      <p:cBhvr>
                                        <p:cTn id="2393" dur="1" fill="hold">
                                          <p:stCondLst>
                                            <p:cond delay="0"/>
                                          </p:stCondLst>
                                        </p:cTn>
                                        <p:tgtEl>
                                          <p:spTgt spid="832"/>
                                        </p:tgtEl>
                                        <p:attrNameLst>
                                          <p:attrName>style.visibility</p:attrName>
                                        </p:attrNameLst>
                                      </p:cBhvr>
                                      <p:to>
                                        <p:strVal val="visible"/>
                                      </p:to>
                                    </p:set>
                                    <p:animEffect filter="fade" transition="in">
                                      <p:cBhvr additive="repl">
                                        <p:cTn id="2394" dur="15"/>
                                        <p:tgtEl>
                                          <p:spTgt spid="832"/>
                                        </p:tgtEl>
                                      </p:cBhvr>
                                    </p:animEffect>
                                  </p:childTnLst>
                                </p:cTn>
                              </p:par>
                            </p:childTnLst>
                          </p:cTn>
                        </p:par>
                        <p:par>
                          <p:cTn id="2395" fill="hold">
                            <p:stCondLst>
                              <p:cond delay="3345"/>
                            </p:stCondLst>
                            <p:childTnLst>
                              <p:par>
                                <p:cTn id="2396" nodeType="afterEffect" fill="hold" presetClass="entr" presetID="10">
                                  <p:stCondLst>
                                    <p:cond delay="0"/>
                                  </p:stCondLst>
                                  <p:childTnLst>
                                    <p:set>
                                      <p:cBhvr>
                                        <p:cTn id="2397" dur="1" fill="hold">
                                          <p:stCondLst>
                                            <p:cond delay="0"/>
                                          </p:stCondLst>
                                        </p:cTn>
                                        <p:tgtEl>
                                          <p:spTgt spid="833"/>
                                        </p:tgtEl>
                                        <p:attrNameLst>
                                          <p:attrName>style.visibility</p:attrName>
                                        </p:attrNameLst>
                                      </p:cBhvr>
                                      <p:to>
                                        <p:strVal val="visible"/>
                                      </p:to>
                                    </p:set>
                                    <p:animEffect filter="fade" transition="in">
                                      <p:cBhvr additive="repl">
                                        <p:cTn id="2398" dur="15"/>
                                        <p:tgtEl>
                                          <p:spTgt spid="833"/>
                                        </p:tgtEl>
                                      </p:cBhvr>
                                    </p:animEffect>
                                  </p:childTnLst>
                                </p:cTn>
                              </p:par>
                            </p:childTnLst>
                          </p:cTn>
                        </p:par>
                        <p:par>
                          <p:cTn id="2399" fill="hold">
                            <p:stCondLst>
                              <p:cond delay="3360"/>
                            </p:stCondLst>
                            <p:childTnLst>
                              <p:par>
                                <p:cTn id="2400" nodeType="afterEffect" fill="hold" presetClass="entr" presetID="10">
                                  <p:stCondLst>
                                    <p:cond delay="0"/>
                                  </p:stCondLst>
                                  <p:childTnLst>
                                    <p:set>
                                      <p:cBhvr>
                                        <p:cTn id="2401" dur="1" fill="hold">
                                          <p:stCondLst>
                                            <p:cond delay="0"/>
                                          </p:stCondLst>
                                        </p:cTn>
                                        <p:tgtEl>
                                          <p:spTgt spid="834"/>
                                        </p:tgtEl>
                                        <p:attrNameLst>
                                          <p:attrName>style.visibility</p:attrName>
                                        </p:attrNameLst>
                                      </p:cBhvr>
                                      <p:to>
                                        <p:strVal val="visible"/>
                                      </p:to>
                                    </p:set>
                                    <p:animEffect filter="fade" transition="in">
                                      <p:cBhvr additive="repl">
                                        <p:cTn id="2402" dur="15"/>
                                        <p:tgtEl>
                                          <p:spTgt spid="834"/>
                                        </p:tgtEl>
                                      </p:cBhvr>
                                    </p:animEffect>
                                  </p:childTnLst>
                                </p:cTn>
                              </p:par>
                            </p:childTnLst>
                          </p:cTn>
                        </p:par>
                        <p:par>
                          <p:cTn id="2403" fill="hold">
                            <p:stCondLst>
                              <p:cond delay="3375"/>
                            </p:stCondLst>
                            <p:childTnLst>
                              <p:par>
                                <p:cTn id="2404" nodeType="afterEffect" fill="hold" presetClass="entr" presetID="10">
                                  <p:stCondLst>
                                    <p:cond delay="0"/>
                                  </p:stCondLst>
                                  <p:childTnLst>
                                    <p:set>
                                      <p:cBhvr>
                                        <p:cTn id="2405" dur="1" fill="hold">
                                          <p:stCondLst>
                                            <p:cond delay="0"/>
                                          </p:stCondLst>
                                        </p:cTn>
                                        <p:tgtEl>
                                          <p:spTgt spid="835"/>
                                        </p:tgtEl>
                                        <p:attrNameLst>
                                          <p:attrName>style.visibility</p:attrName>
                                        </p:attrNameLst>
                                      </p:cBhvr>
                                      <p:to>
                                        <p:strVal val="visible"/>
                                      </p:to>
                                    </p:set>
                                    <p:animEffect filter="fade" transition="in">
                                      <p:cBhvr additive="repl">
                                        <p:cTn id="2406" dur="15"/>
                                        <p:tgtEl>
                                          <p:spTgt spid="835"/>
                                        </p:tgtEl>
                                      </p:cBhvr>
                                    </p:animEffect>
                                  </p:childTnLst>
                                </p:cTn>
                              </p:par>
                            </p:childTnLst>
                          </p:cTn>
                        </p:par>
                        <p:par>
                          <p:cTn id="2407" fill="hold">
                            <p:stCondLst>
                              <p:cond delay="3390"/>
                            </p:stCondLst>
                            <p:childTnLst>
                              <p:par>
                                <p:cTn id="2408" nodeType="afterEffect" fill="hold" presetClass="entr" presetID="10">
                                  <p:stCondLst>
                                    <p:cond delay="0"/>
                                  </p:stCondLst>
                                  <p:childTnLst>
                                    <p:set>
                                      <p:cBhvr>
                                        <p:cTn id="2409" dur="1" fill="hold">
                                          <p:stCondLst>
                                            <p:cond delay="0"/>
                                          </p:stCondLst>
                                        </p:cTn>
                                        <p:tgtEl>
                                          <p:spTgt spid="836"/>
                                        </p:tgtEl>
                                        <p:attrNameLst>
                                          <p:attrName>style.visibility</p:attrName>
                                        </p:attrNameLst>
                                      </p:cBhvr>
                                      <p:to>
                                        <p:strVal val="visible"/>
                                      </p:to>
                                    </p:set>
                                    <p:animEffect filter="fade" transition="in">
                                      <p:cBhvr additive="repl">
                                        <p:cTn id="2410" dur="15"/>
                                        <p:tgtEl>
                                          <p:spTgt spid="836"/>
                                        </p:tgtEl>
                                      </p:cBhvr>
                                    </p:animEffect>
                                  </p:childTnLst>
                                </p:cTn>
                              </p:par>
                            </p:childTnLst>
                          </p:cTn>
                        </p:par>
                        <p:par>
                          <p:cTn id="2411" fill="hold">
                            <p:stCondLst>
                              <p:cond delay="3405"/>
                            </p:stCondLst>
                            <p:childTnLst>
                              <p:par>
                                <p:cTn id="2412" nodeType="afterEffect" fill="hold" presetClass="entr" presetID="10">
                                  <p:stCondLst>
                                    <p:cond delay="0"/>
                                  </p:stCondLst>
                                  <p:childTnLst>
                                    <p:set>
                                      <p:cBhvr>
                                        <p:cTn id="2413" dur="1" fill="hold">
                                          <p:stCondLst>
                                            <p:cond delay="0"/>
                                          </p:stCondLst>
                                        </p:cTn>
                                        <p:tgtEl>
                                          <p:spTgt spid="837"/>
                                        </p:tgtEl>
                                        <p:attrNameLst>
                                          <p:attrName>style.visibility</p:attrName>
                                        </p:attrNameLst>
                                      </p:cBhvr>
                                      <p:to>
                                        <p:strVal val="visible"/>
                                      </p:to>
                                    </p:set>
                                    <p:animEffect filter="fade" transition="in">
                                      <p:cBhvr additive="repl">
                                        <p:cTn id="2414" dur="15"/>
                                        <p:tgtEl>
                                          <p:spTgt spid="837"/>
                                        </p:tgtEl>
                                      </p:cBhvr>
                                    </p:animEffect>
                                  </p:childTnLst>
                                </p:cTn>
                              </p:par>
                            </p:childTnLst>
                          </p:cTn>
                        </p:par>
                        <p:par>
                          <p:cTn id="2415" fill="hold">
                            <p:stCondLst>
                              <p:cond delay="3420"/>
                            </p:stCondLst>
                            <p:childTnLst>
                              <p:par>
                                <p:cTn id="2416" nodeType="afterEffect" fill="hold" presetClass="entr" presetID="10">
                                  <p:stCondLst>
                                    <p:cond delay="0"/>
                                  </p:stCondLst>
                                  <p:childTnLst>
                                    <p:set>
                                      <p:cBhvr>
                                        <p:cTn id="2417" dur="1" fill="hold">
                                          <p:stCondLst>
                                            <p:cond delay="0"/>
                                          </p:stCondLst>
                                        </p:cTn>
                                        <p:tgtEl>
                                          <p:spTgt spid="838"/>
                                        </p:tgtEl>
                                        <p:attrNameLst>
                                          <p:attrName>style.visibility</p:attrName>
                                        </p:attrNameLst>
                                      </p:cBhvr>
                                      <p:to>
                                        <p:strVal val="visible"/>
                                      </p:to>
                                    </p:set>
                                    <p:animEffect filter="fade" transition="in">
                                      <p:cBhvr additive="repl">
                                        <p:cTn id="2418" dur="15"/>
                                        <p:tgtEl>
                                          <p:spTgt spid="838"/>
                                        </p:tgtEl>
                                      </p:cBhvr>
                                    </p:animEffect>
                                  </p:childTnLst>
                                </p:cTn>
                              </p:par>
                            </p:childTnLst>
                          </p:cTn>
                        </p:par>
                        <p:par>
                          <p:cTn id="2419" fill="hold">
                            <p:stCondLst>
                              <p:cond delay="3435"/>
                            </p:stCondLst>
                            <p:childTnLst>
                              <p:par>
                                <p:cTn id="2420" nodeType="afterEffect" fill="hold" presetClass="entr" presetID="10">
                                  <p:stCondLst>
                                    <p:cond delay="0"/>
                                  </p:stCondLst>
                                  <p:childTnLst>
                                    <p:set>
                                      <p:cBhvr>
                                        <p:cTn id="2421" dur="1" fill="hold">
                                          <p:stCondLst>
                                            <p:cond delay="0"/>
                                          </p:stCondLst>
                                        </p:cTn>
                                        <p:tgtEl>
                                          <p:spTgt spid="839"/>
                                        </p:tgtEl>
                                        <p:attrNameLst>
                                          <p:attrName>style.visibility</p:attrName>
                                        </p:attrNameLst>
                                      </p:cBhvr>
                                      <p:to>
                                        <p:strVal val="visible"/>
                                      </p:to>
                                    </p:set>
                                    <p:animEffect filter="fade" transition="in">
                                      <p:cBhvr additive="repl">
                                        <p:cTn id="2422" dur="15"/>
                                        <p:tgtEl>
                                          <p:spTgt spid="839"/>
                                        </p:tgtEl>
                                      </p:cBhvr>
                                    </p:animEffect>
                                  </p:childTnLst>
                                </p:cTn>
                              </p:par>
                            </p:childTnLst>
                          </p:cTn>
                        </p:par>
                        <p:par>
                          <p:cTn id="2423" fill="hold">
                            <p:stCondLst>
                              <p:cond delay="3450"/>
                            </p:stCondLst>
                            <p:childTnLst>
                              <p:par>
                                <p:cTn id="2424" nodeType="afterEffect" fill="hold" presetClass="entr" presetID="10">
                                  <p:stCondLst>
                                    <p:cond delay="0"/>
                                  </p:stCondLst>
                                  <p:childTnLst>
                                    <p:set>
                                      <p:cBhvr>
                                        <p:cTn id="2425" dur="1" fill="hold">
                                          <p:stCondLst>
                                            <p:cond delay="0"/>
                                          </p:stCondLst>
                                        </p:cTn>
                                        <p:tgtEl>
                                          <p:spTgt spid="840"/>
                                        </p:tgtEl>
                                        <p:attrNameLst>
                                          <p:attrName>style.visibility</p:attrName>
                                        </p:attrNameLst>
                                      </p:cBhvr>
                                      <p:to>
                                        <p:strVal val="visible"/>
                                      </p:to>
                                    </p:set>
                                    <p:animEffect filter="fade" transition="in">
                                      <p:cBhvr additive="repl">
                                        <p:cTn id="2426" dur="15"/>
                                        <p:tgtEl>
                                          <p:spTgt spid="840"/>
                                        </p:tgtEl>
                                      </p:cBhvr>
                                    </p:animEffect>
                                  </p:childTnLst>
                                </p:cTn>
                              </p:par>
                            </p:childTnLst>
                          </p:cTn>
                        </p:par>
                        <p:par>
                          <p:cTn id="2427" fill="hold">
                            <p:stCondLst>
                              <p:cond delay="3465"/>
                            </p:stCondLst>
                            <p:childTnLst>
                              <p:par>
                                <p:cTn id="2428" nodeType="afterEffect" fill="hold" presetClass="entr" presetID="10">
                                  <p:stCondLst>
                                    <p:cond delay="0"/>
                                  </p:stCondLst>
                                  <p:childTnLst>
                                    <p:set>
                                      <p:cBhvr>
                                        <p:cTn id="2429" dur="1" fill="hold">
                                          <p:stCondLst>
                                            <p:cond delay="0"/>
                                          </p:stCondLst>
                                        </p:cTn>
                                        <p:tgtEl>
                                          <p:spTgt spid="841"/>
                                        </p:tgtEl>
                                        <p:attrNameLst>
                                          <p:attrName>style.visibility</p:attrName>
                                        </p:attrNameLst>
                                      </p:cBhvr>
                                      <p:to>
                                        <p:strVal val="visible"/>
                                      </p:to>
                                    </p:set>
                                    <p:animEffect filter="fade" transition="in">
                                      <p:cBhvr additive="repl">
                                        <p:cTn id="2430" dur="15"/>
                                        <p:tgtEl>
                                          <p:spTgt spid="841"/>
                                        </p:tgtEl>
                                      </p:cBhvr>
                                    </p:animEffect>
                                  </p:childTnLst>
                                </p:cTn>
                              </p:par>
                            </p:childTnLst>
                          </p:cTn>
                        </p:par>
                        <p:par>
                          <p:cTn id="2431" fill="hold">
                            <p:stCondLst>
                              <p:cond delay="3480"/>
                            </p:stCondLst>
                            <p:childTnLst>
                              <p:par>
                                <p:cTn id="2432" nodeType="afterEffect" fill="hold" presetClass="entr" presetID="10">
                                  <p:stCondLst>
                                    <p:cond delay="0"/>
                                  </p:stCondLst>
                                  <p:childTnLst>
                                    <p:set>
                                      <p:cBhvr>
                                        <p:cTn id="2433" dur="1" fill="hold">
                                          <p:stCondLst>
                                            <p:cond delay="0"/>
                                          </p:stCondLst>
                                        </p:cTn>
                                        <p:tgtEl>
                                          <p:spTgt spid="842"/>
                                        </p:tgtEl>
                                        <p:attrNameLst>
                                          <p:attrName>style.visibility</p:attrName>
                                        </p:attrNameLst>
                                      </p:cBhvr>
                                      <p:to>
                                        <p:strVal val="visible"/>
                                      </p:to>
                                    </p:set>
                                    <p:animEffect filter="fade" transition="in">
                                      <p:cBhvr additive="repl">
                                        <p:cTn id="2434" dur="15"/>
                                        <p:tgtEl>
                                          <p:spTgt spid="842"/>
                                        </p:tgtEl>
                                      </p:cBhvr>
                                    </p:animEffect>
                                  </p:childTnLst>
                                </p:cTn>
                              </p:par>
                            </p:childTnLst>
                          </p:cTn>
                        </p:par>
                        <p:par>
                          <p:cTn id="2435" fill="hold">
                            <p:stCondLst>
                              <p:cond delay="3495"/>
                            </p:stCondLst>
                            <p:childTnLst>
                              <p:par>
                                <p:cTn id="2436" nodeType="afterEffect" fill="hold" presetClass="entr" presetID="10">
                                  <p:stCondLst>
                                    <p:cond delay="0"/>
                                  </p:stCondLst>
                                  <p:childTnLst>
                                    <p:set>
                                      <p:cBhvr>
                                        <p:cTn id="2437" dur="1" fill="hold">
                                          <p:stCondLst>
                                            <p:cond delay="0"/>
                                          </p:stCondLst>
                                        </p:cTn>
                                        <p:tgtEl>
                                          <p:spTgt spid="843"/>
                                        </p:tgtEl>
                                        <p:attrNameLst>
                                          <p:attrName>style.visibility</p:attrName>
                                        </p:attrNameLst>
                                      </p:cBhvr>
                                      <p:to>
                                        <p:strVal val="visible"/>
                                      </p:to>
                                    </p:set>
                                    <p:animEffect filter="fade" transition="in">
                                      <p:cBhvr additive="repl">
                                        <p:cTn id="2438" dur="15"/>
                                        <p:tgtEl>
                                          <p:spTgt spid="843"/>
                                        </p:tgtEl>
                                      </p:cBhvr>
                                    </p:animEffect>
                                  </p:childTnLst>
                                </p:cTn>
                              </p:par>
                            </p:childTnLst>
                          </p:cTn>
                        </p:par>
                        <p:par>
                          <p:cTn id="2439" fill="hold">
                            <p:stCondLst>
                              <p:cond delay="3510"/>
                            </p:stCondLst>
                            <p:childTnLst>
                              <p:par>
                                <p:cTn id="2440" nodeType="afterEffect" fill="hold" presetClass="entr" presetID="10">
                                  <p:stCondLst>
                                    <p:cond delay="0"/>
                                  </p:stCondLst>
                                  <p:childTnLst>
                                    <p:set>
                                      <p:cBhvr>
                                        <p:cTn id="2441" dur="1" fill="hold">
                                          <p:stCondLst>
                                            <p:cond delay="0"/>
                                          </p:stCondLst>
                                        </p:cTn>
                                        <p:tgtEl>
                                          <p:spTgt spid="844"/>
                                        </p:tgtEl>
                                        <p:attrNameLst>
                                          <p:attrName>style.visibility</p:attrName>
                                        </p:attrNameLst>
                                      </p:cBhvr>
                                      <p:to>
                                        <p:strVal val="visible"/>
                                      </p:to>
                                    </p:set>
                                    <p:animEffect filter="fade" transition="in">
                                      <p:cBhvr additive="repl">
                                        <p:cTn id="2442" dur="15"/>
                                        <p:tgtEl>
                                          <p:spTgt spid="844"/>
                                        </p:tgtEl>
                                      </p:cBhvr>
                                    </p:animEffect>
                                  </p:childTnLst>
                                </p:cTn>
                              </p:par>
                            </p:childTnLst>
                          </p:cTn>
                        </p:par>
                        <p:par>
                          <p:cTn id="2443" fill="hold">
                            <p:stCondLst>
                              <p:cond delay="3525"/>
                            </p:stCondLst>
                            <p:childTnLst>
                              <p:par>
                                <p:cTn id="2444" nodeType="afterEffect" fill="hold" presetClass="entr" presetID="10">
                                  <p:stCondLst>
                                    <p:cond delay="0"/>
                                  </p:stCondLst>
                                  <p:childTnLst>
                                    <p:set>
                                      <p:cBhvr>
                                        <p:cTn id="2445" dur="1" fill="hold">
                                          <p:stCondLst>
                                            <p:cond delay="0"/>
                                          </p:stCondLst>
                                        </p:cTn>
                                        <p:tgtEl>
                                          <p:spTgt spid="845"/>
                                        </p:tgtEl>
                                        <p:attrNameLst>
                                          <p:attrName>style.visibility</p:attrName>
                                        </p:attrNameLst>
                                      </p:cBhvr>
                                      <p:to>
                                        <p:strVal val="visible"/>
                                      </p:to>
                                    </p:set>
                                    <p:animEffect filter="fade" transition="in">
                                      <p:cBhvr additive="repl">
                                        <p:cTn id="2446" dur="15"/>
                                        <p:tgtEl>
                                          <p:spTgt spid="845"/>
                                        </p:tgtEl>
                                      </p:cBhvr>
                                    </p:animEffect>
                                  </p:childTnLst>
                                </p:cTn>
                              </p:par>
                            </p:childTnLst>
                          </p:cTn>
                        </p:par>
                        <p:par>
                          <p:cTn id="2447" fill="hold">
                            <p:stCondLst>
                              <p:cond delay="3540"/>
                            </p:stCondLst>
                            <p:childTnLst>
                              <p:par>
                                <p:cTn id="2448" nodeType="afterEffect" fill="hold" presetClass="entr" presetID="10">
                                  <p:stCondLst>
                                    <p:cond delay="0"/>
                                  </p:stCondLst>
                                  <p:childTnLst>
                                    <p:set>
                                      <p:cBhvr>
                                        <p:cTn id="2449" dur="1" fill="hold">
                                          <p:stCondLst>
                                            <p:cond delay="0"/>
                                          </p:stCondLst>
                                        </p:cTn>
                                        <p:tgtEl>
                                          <p:spTgt spid="846"/>
                                        </p:tgtEl>
                                        <p:attrNameLst>
                                          <p:attrName>style.visibility</p:attrName>
                                        </p:attrNameLst>
                                      </p:cBhvr>
                                      <p:to>
                                        <p:strVal val="visible"/>
                                      </p:to>
                                    </p:set>
                                    <p:animEffect filter="fade" transition="in">
                                      <p:cBhvr additive="repl">
                                        <p:cTn id="2450" dur="15"/>
                                        <p:tgtEl>
                                          <p:spTgt spid="846"/>
                                        </p:tgtEl>
                                      </p:cBhvr>
                                    </p:animEffect>
                                  </p:childTnLst>
                                </p:cTn>
                              </p:par>
                            </p:childTnLst>
                          </p:cTn>
                        </p:par>
                        <p:par>
                          <p:cTn id="2451" fill="hold">
                            <p:stCondLst>
                              <p:cond delay="3555"/>
                            </p:stCondLst>
                            <p:childTnLst>
                              <p:par>
                                <p:cTn id="2452" nodeType="afterEffect" fill="hold" presetClass="entr" presetID="10">
                                  <p:stCondLst>
                                    <p:cond delay="0"/>
                                  </p:stCondLst>
                                  <p:childTnLst>
                                    <p:set>
                                      <p:cBhvr>
                                        <p:cTn id="2453" dur="1" fill="hold">
                                          <p:stCondLst>
                                            <p:cond delay="0"/>
                                          </p:stCondLst>
                                        </p:cTn>
                                        <p:tgtEl>
                                          <p:spTgt spid="847"/>
                                        </p:tgtEl>
                                        <p:attrNameLst>
                                          <p:attrName>style.visibility</p:attrName>
                                        </p:attrNameLst>
                                      </p:cBhvr>
                                      <p:to>
                                        <p:strVal val="visible"/>
                                      </p:to>
                                    </p:set>
                                    <p:animEffect filter="fade" transition="in">
                                      <p:cBhvr additive="repl">
                                        <p:cTn id="2454" dur="15"/>
                                        <p:tgtEl>
                                          <p:spTgt spid="847"/>
                                        </p:tgtEl>
                                      </p:cBhvr>
                                    </p:animEffect>
                                  </p:childTnLst>
                                </p:cTn>
                              </p:par>
                            </p:childTnLst>
                          </p:cTn>
                        </p:par>
                        <p:par>
                          <p:cTn id="2455" fill="hold">
                            <p:stCondLst>
                              <p:cond delay="3570"/>
                            </p:stCondLst>
                            <p:childTnLst>
                              <p:par>
                                <p:cTn id="2456" nodeType="afterEffect" fill="hold" presetClass="entr" presetID="10">
                                  <p:stCondLst>
                                    <p:cond delay="0"/>
                                  </p:stCondLst>
                                  <p:childTnLst>
                                    <p:set>
                                      <p:cBhvr>
                                        <p:cTn id="2457" dur="1" fill="hold">
                                          <p:stCondLst>
                                            <p:cond delay="0"/>
                                          </p:stCondLst>
                                        </p:cTn>
                                        <p:tgtEl>
                                          <p:spTgt spid="848"/>
                                        </p:tgtEl>
                                        <p:attrNameLst>
                                          <p:attrName>style.visibility</p:attrName>
                                        </p:attrNameLst>
                                      </p:cBhvr>
                                      <p:to>
                                        <p:strVal val="visible"/>
                                      </p:to>
                                    </p:set>
                                    <p:animEffect filter="fade" transition="in">
                                      <p:cBhvr additive="repl">
                                        <p:cTn id="2458" dur="15"/>
                                        <p:tgtEl>
                                          <p:spTgt spid="848"/>
                                        </p:tgtEl>
                                      </p:cBhvr>
                                    </p:animEffect>
                                  </p:childTnLst>
                                </p:cTn>
                              </p:par>
                            </p:childTnLst>
                          </p:cTn>
                        </p:par>
                        <p:par>
                          <p:cTn id="2459" fill="hold">
                            <p:stCondLst>
                              <p:cond delay="3585"/>
                            </p:stCondLst>
                            <p:childTnLst>
                              <p:par>
                                <p:cTn id="2460" nodeType="afterEffect" fill="hold" presetClass="entr" presetID="10">
                                  <p:stCondLst>
                                    <p:cond delay="0"/>
                                  </p:stCondLst>
                                  <p:childTnLst>
                                    <p:set>
                                      <p:cBhvr>
                                        <p:cTn id="2461" dur="1" fill="hold">
                                          <p:stCondLst>
                                            <p:cond delay="0"/>
                                          </p:stCondLst>
                                        </p:cTn>
                                        <p:tgtEl>
                                          <p:spTgt spid="849"/>
                                        </p:tgtEl>
                                        <p:attrNameLst>
                                          <p:attrName>style.visibility</p:attrName>
                                        </p:attrNameLst>
                                      </p:cBhvr>
                                      <p:to>
                                        <p:strVal val="visible"/>
                                      </p:to>
                                    </p:set>
                                    <p:animEffect filter="fade" transition="in">
                                      <p:cBhvr additive="repl">
                                        <p:cTn id="2462" dur="15"/>
                                        <p:tgtEl>
                                          <p:spTgt spid="849"/>
                                        </p:tgtEl>
                                      </p:cBhvr>
                                    </p:animEffect>
                                  </p:childTnLst>
                                </p:cTn>
                              </p:par>
                            </p:childTnLst>
                          </p:cTn>
                        </p:par>
                      </p:childTnLst>
                    </p:cTn>
                  </p:par>
                  <p:par>
                    <p:cTn id="2463" fill="hold">
                      <p:stCondLst>
                        <p:cond delay="indefinite"/>
                      </p:stCondLst>
                      <p:childTnLst>
                        <p:par>
                          <p:cTn id="2464" fill="hold">
                            <p:stCondLst>
                              <p:cond delay="0"/>
                            </p:stCondLst>
                            <p:childTnLst>
                              <p:par>
                                <p:cTn id="2465" nodeType="clickEffect" fill="hold" presetClass="entr" presetID="10">
                                  <p:stCondLst>
                                    <p:cond delay="0"/>
                                  </p:stCondLst>
                                  <p:childTnLst>
                                    <p:set>
                                      <p:cBhvr>
                                        <p:cTn id="2466" dur="1" fill="hold">
                                          <p:stCondLst>
                                            <p:cond delay="0"/>
                                          </p:stCondLst>
                                        </p:cTn>
                                        <p:tgtEl>
                                          <p:spTgt spid="850"/>
                                        </p:tgtEl>
                                        <p:attrNameLst>
                                          <p:attrName>style.visibility</p:attrName>
                                        </p:attrNameLst>
                                      </p:cBhvr>
                                      <p:to>
                                        <p:strVal val="visible"/>
                                      </p:to>
                                    </p:set>
                                    <p:animEffect filter="fade" transition="in">
                                      <p:cBhvr additive="repl">
                                        <p:cTn id="2467" dur="100"/>
                                        <p:tgtEl>
                                          <p:spTgt spid="850"/>
                                        </p:tgtEl>
                                      </p:cBhvr>
                                    </p:animEffect>
                                  </p:childTnLst>
                                </p:cTn>
                              </p:par>
                            </p:childTnLst>
                          </p:cTn>
                        </p:par>
                        <p:par>
                          <p:cTn id="2468" fill="hold">
                            <p:stCondLst>
                              <p:cond delay="100"/>
                            </p:stCondLst>
                            <p:childTnLst>
                              <p:par>
                                <p:cTn id="2469" nodeType="afterEffect" fill="hold" presetClass="entr" presetID="10">
                                  <p:stCondLst>
                                    <p:cond delay="0"/>
                                  </p:stCondLst>
                                  <p:childTnLst>
                                    <p:set>
                                      <p:cBhvr>
                                        <p:cTn id="2470" dur="1" fill="hold">
                                          <p:stCondLst>
                                            <p:cond delay="0"/>
                                          </p:stCondLst>
                                        </p:cTn>
                                        <p:tgtEl>
                                          <p:spTgt spid="851"/>
                                        </p:tgtEl>
                                        <p:attrNameLst>
                                          <p:attrName>style.visibility</p:attrName>
                                        </p:attrNameLst>
                                      </p:cBhvr>
                                      <p:to>
                                        <p:strVal val="visible"/>
                                      </p:to>
                                    </p:set>
                                    <p:animEffect filter="fade" transition="in">
                                      <p:cBhvr additive="repl">
                                        <p:cTn id="2471" dur="100"/>
                                        <p:tgtEl>
                                          <p:spTgt spid="851"/>
                                        </p:tgtEl>
                                      </p:cBhvr>
                                    </p:animEffect>
                                  </p:childTnLst>
                                </p:cTn>
                              </p:par>
                            </p:childTnLst>
                          </p:cTn>
                        </p:par>
                        <p:par>
                          <p:cTn id="2472" fill="hold">
                            <p:stCondLst>
                              <p:cond delay="200"/>
                            </p:stCondLst>
                            <p:childTnLst>
                              <p:par>
                                <p:cTn id="2473" nodeType="afterEffect" fill="hold" presetClass="entr" presetID="10">
                                  <p:stCondLst>
                                    <p:cond delay="0"/>
                                  </p:stCondLst>
                                  <p:childTnLst>
                                    <p:set>
                                      <p:cBhvr>
                                        <p:cTn id="2474" dur="1" fill="hold">
                                          <p:stCondLst>
                                            <p:cond delay="0"/>
                                          </p:stCondLst>
                                        </p:cTn>
                                        <p:tgtEl>
                                          <p:spTgt spid="852"/>
                                        </p:tgtEl>
                                        <p:attrNameLst>
                                          <p:attrName>style.visibility</p:attrName>
                                        </p:attrNameLst>
                                      </p:cBhvr>
                                      <p:to>
                                        <p:strVal val="visible"/>
                                      </p:to>
                                    </p:set>
                                    <p:animEffect filter="fade" transition="in">
                                      <p:cBhvr additive="repl">
                                        <p:cTn id="2475" dur="100"/>
                                        <p:tgtEl>
                                          <p:spTgt spid="852"/>
                                        </p:tgtEl>
                                      </p:cBhvr>
                                    </p:animEffect>
                                  </p:childTnLst>
                                </p:cTn>
                              </p:par>
                            </p:childTnLst>
                          </p:cTn>
                        </p:par>
                        <p:par>
                          <p:cTn id="2476" fill="hold">
                            <p:stCondLst>
                              <p:cond delay="300"/>
                            </p:stCondLst>
                            <p:childTnLst>
                              <p:par>
                                <p:cTn id="2477" nodeType="afterEffect" fill="hold" presetClass="entr" presetID="10">
                                  <p:stCondLst>
                                    <p:cond delay="0"/>
                                  </p:stCondLst>
                                  <p:childTnLst>
                                    <p:set>
                                      <p:cBhvr>
                                        <p:cTn id="2478" dur="1" fill="hold">
                                          <p:stCondLst>
                                            <p:cond delay="0"/>
                                          </p:stCondLst>
                                        </p:cTn>
                                        <p:tgtEl>
                                          <p:spTgt spid="853"/>
                                        </p:tgtEl>
                                        <p:attrNameLst>
                                          <p:attrName>style.visibility</p:attrName>
                                        </p:attrNameLst>
                                      </p:cBhvr>
                                      <p:to>
                                        <p:strVal val="visible"/>
                                      </p:to>
                                    </p:set>
                                    <p:animEffect filter="fade" transition="in">
                                      <p:cBhvr additive="repl">
                                        <p:cTn id="2479" dur="100"/>
                                        <p:tgtEl>
                                          <p:spTgt spid="853"/>
                                        </p:tgtEl>
                                      </p:cBhvr>
                                    </p:animEffect>
                                  </p:childTnLst>
                                </p:cTn>
                              </p:par>
                            </p:childTnLst>
                          </p:cTn>
                        </p:par>
                        <p:par>
                          <p:cTn id="2480" fill="hold">
                            <p:stCondLst>
                              <p:cond delay="400"/>
                            </p:stCondLst>
                            <p:childTnLst>
                              <p:par>
                                <p:cTn id="2481" nodeType="afterEffect" fill="hold" presetClass="entr" presetID="10">
                                  <p:stCondLst>
                                    <p:cond delay="0"/>
                                  </p:stCondLst>
                                  <p:childTnLst>
                                    <p:set>
                                      <p:cBhvr>
                                        <p:cTn id="2482" dur="1" fill="hold">
                                          <p:stCondLst>
                                            <p:cond delay="0"/>
                                          </p:stCondLst>
                                        </p:cTn>
                                        <p:tgtEl>
                                          <p:spTgt spid="854"/>
                                        </p:tgtEl>
                                        <p:attrNameLst>
                                          <p:attrName>style.visibility</p:attrName>
                                        </p:attrNameLst>
                                      </p:cBhvr>
                                      <p:to>
                                        <p:strVal val="visible"/>
                                      </p:to>
                                    </p:set>
                                    <p:animEffect filter="fade" transition="in">
                                      <p:cBhvr additive="repl">
                                        <p:cTn id="2483" dur="100"/>
                                        <p:tgtEl>
                                          <p:spTgt spid="854"/>
                                        </p:tgtEl>
                                      </p:cBhvr>
                                    </p:animEffect>
                                  </p:childTnLst>
                                </p:cTn>
                              </p:par>
                            </p:childTnLst>
                          </p:cTn>
                        </p:par>
                        <p:par>
                          <p:cTn id="2484" fill="hold">
                            <p:stCondLst>
                              <p:cond delay="500"/>
                            </p:stCondLst>
                            <p:childTnLst>
                              <p:par>
                                <p:cTn id="2485" nodeType="afterEffect" fill="hold" presetClass="entr" presetID="10">
                                  <p:stCondLst>
                                    <p:cond delay="0"/>
                                  </p:stCondLst>
                                  <p:childTnLst>
                                    <p:set>
                                      <p:cBhvr>
                                        <p:cTn id="2486" dur="1" fill="hold">
                                          <p:stCondLst>
                                            <p:cond delay="0"/>
                                          </p:stCondLst>
                                        </p:cTn>
                                        <p:tgtEl>
                                          <p:spTgt spid="855"/>
                                        </p:tgtEl>
                                        <p:attrNameLst>
                                          <p:attrName>style.visibility</p:attrName>
                                        </p:attrNameLst>
                                      </p:cBhvr>
                                      <p:to>
                                        <p:strVal val="visible"/>
                                      </p:to>
                                    </p:set>
                                    <p:animEffect filter="fade" transition="in">
                                      <p:cBhvr additive="repl">
                                        <p:cTn id="2487" dur="100"/>
                                        <p:tgtEl>
                                          <p:spTgt spid="855"/>
                                        </p:tgtEl>
                                      </p:cBhvr>
                                    </p:animEffect>
                                  </p:childTnLst>
                                </p:cTn>
                              </p:par>
                            </p:childTnLst>
                          </p:cTn>
                        </p:par>
                        <p:par>
                          <p:cTn id="2488" fill="hold">
                            <p:stCondLst>
                              <p:cond delay="600"/>
                            </p:stCondLst>
                            <p:childTnLst>
                              <p:par>
                                <p:cTn id="2489" nodeType="afterEffect" fill="hold" presetClass="entr" presetID="10">
                                  <p:stCondLst>
                                    <p:cond delay="0"/>
                                  </p:stCondLst>
                                  <p:childTnLst>
                                    <p:set>
                                      <p:cBhvr>
                                        <p:cTn id="2490" dur="1" fill="hold">
                                          <p:stCondLst>
                                            <p:cond delay="0"/>
                                          </p:stCondLst>
                                        </p:cTn>
                                        <p:tgtEl>
                                          <p:spTgt spid="856"/>
                                        </p:tgtEl>
                                        <p:attrNameLst>
                                          <p:attrName>style.visibility</p:attrName>
                                        </p:attrNameLst>
                                      </p:cBhvr>
                                      <p:to>
                                        <p:strVal val="visible"/>
                                      </p:to>
                                    </p:set>
                                    <p:animEffect filter="fade" transition="in">
                                      <p:cBhvr additive="repl">
                                        <p:cTn id="2491" dur="100"/>
                                        <p:tgtEl>
                                          <p:spTgt spid="856"/>
                                        </p:tgtEl>
                                      </p:cBhvr>
                                    </p:animEffect>
                                  </p:childTnLst>
                                </p:cTn>
                              </p:par>
                            </p:childTnLst>
                          </p:cTn>
                        </p:par>
                        <p:par>
                          <p:cTn id="2492" fill="hold">
                            <p:stCondLst>
                              <p:cond delay="700"/>
                            </p:stCondLst>
                            <p:childTnLst>
                              <p:par>
                                <p:cTn id="2493" nodeType="afterEffect" fill="hold" presetClass="entr" presetID="10">
                                  <p:stCondLst>
                                    <p:cond delay="0"/>
                                  </p:stCondLst>
                                  <p:childTnLst>
                                    <p:set>
                                      <p:cBhvr>
                                        <p:cTn id="2494" dur="1" fill="hold">
                                          <p:stCondLst>
                                            <p:cond delay="0"/>
                                          </p:stCondLst>
                                        </p:cTn>
                                        <p:tgtEl>
                                          <p:spTgt spid="857"/>
                                        </p:tgtEl>
                                        <p:attrNameLst>
                                          <p:attrName>style.visibility</p:attrName>
                                        </p:attrNameLst>
                                      </p:cBhvr>
                                      <p:to>
                                        <p:strVal val="visible"/>
                                      </p:to>
                                    </p:set>
                                    <p:animEffect filter="fade" transition="in">
                                      <p:cBhvr additive="repl">
                                        <p:cTn id="2495" dur="100"/>
                                        <p:tgtEl>
                                          <p:spTgt spid="857"/>
                                        </p:tgtEl>
                                      </p:cBhvr>
                                    </p:animEffect>
                                  </p:childTnLst>
                                </p:cTn>
                              </p:par>
                            </p:childTnLst>
                          </p:cTn>
                        </p:par>
                        <p:par>
                          <p:cTn id="2496" fill="hold">
                            <p:stCondLst>
                              <p:cond delay="800"/>
                            </p:stCondLst>
                            <p:childTnLst>
                              <p:par>
                                <p:cTn id="2497" nodeType="afterEffect" fill="hold" presetClass="entr" presetID="10">
                                  <p:stCondLst>
                                    <p:cond delay="0"/>
                                  </p:stCondLst>
                                  <p:childTnLst>
                                    <p:set>
                                      <p:cBhvr>
                                        <p:cTn id="2498" dur="1" fill="hold">
                                          <p:stCondLst>
                                            <p:cond delay="0"/>
                                          </p:stCondLst>
                                        </p:cTn>
                                        <p:tgtEl>
                                          <p:spTgt spid="859"/>
                                        </p:tgtEl>
                                        <p:attrNameLst>
                                          <p:attrName>style.visibility</p:attrName>
                                        </p:attrNameLst>
                                      </p:cBhvr>
                                      <p:to>
                                        <p:strVal val="visible"/>
                                      </p:to>
                                    </p:set>
                                    <p:animEffect filter="fade" transition="in">
                                      <p:cBhvr additive="repl">
                                        <p:cTn id="2499" dur="100"/>
                                        <p:tgtEl>
                                          <p:spTgt spid="859"/>
                                        </p:tgtEl>
                                      </p:cBhvr>
                                    </p:animEffect>
                                  </p:childTnLst>
                                </p:cTn>
                              </p:par>
                            </p:childTnLst>
                          </p:cTn>
                        </p:par>
                        <p:par>
                          <p:cTn id="2500" fill="hold">
                            <p:stCondLst>
                              <p:cond delay="900"/>
                            </p:stCondLst>
                            <p:childTnLst>
                              <p:par>
                                <p:cTn id="2501" nodeType="afterEffect" fill="hold" presetClass="entr" presetID="10">
                                  <p:stCondLst>
                                    <p:cond delay="0"/>
                                  </p:stCondLst>
                                  <p:childTnLst>
                                    <p:set>
                                      <p:cBhvr>
                                        <p:cTn id="2502" dur="1" fill="hold">
                                          <p:stCondLst>
                                            <p:cond delay="0"/>
                                          </p:stCondLst>
                                        </p:cTn>
                                        <p:tgtEl>
                                          <p:spTgt spid="858"/>
                                        </p:tgtEl>
                                        <p:attrNameLst>
                                          <p:attrName>style.visibility</p:attrName>
                                        </p:attrNameLst>
                                      </p:cBhvr>
                                      <p:to>
                                        <p:strVal val="visible"/>
                                      </p:to>
                                    </p:set>
                                    <p:animEffect filter="fade" transition="in">
                                      <p:cBhvr additive="repl">
                                        <p:cTn id="2503" dur="100"/>
                                        <p:tgtEl>
                                          <p:spTgt spid="8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10" name="Group 64"/>
          <p:cNvGrpSpPr/>
          <p:nvPr/>
        </p:nvGrpSpPr>
        <p:grpSpPr>
          <a:xfrm>
            <a:off x="1901520" y="2232360"/>
            <a:ext cx="720720" cy="3606840"/>
            <a:chOff x="1901520" y="2232360"/>
            <a:chExt cx="720720" cy="3606840"/>
          </a:xfrm>
        </p:grpSpPr>
        <p:cxnSp>
          <p:nvCxnSpPr>
            <p:cNvPr id="911" name="Straight Connector 52"/>
            <p:cNvCxnSpPr/>
            <p:nvPr/>
          </p:nvCxnSpPr>
          <p:spPr>
            <a:xfrm flipH="1" flipV="1">
              <a:off x="1901520" y="4043160"/>
              <a:ext cx="721080" cy="1796400"/>
            </a:xfrm>
            <a:prstGeom prst="straightConnector1">
              <a:avLst/>
            </a:prstGeom>
            <a:ln>
              <a:solidFill>
                <a:srgbClr val="ffffff">
                  <a:lumMod val="65000"/>
                </a:srgbClr>
              </a:solidFill>
            </a:ln>
          </p:spPr>
        </p:cxnSp>
        <p:cxnSp>
          <p:nvCxnSpPr>
            <p:cNvPr id="912" name="Straight Connector 55"/>
            <p:cNvCxnSpPr/>
            <p:nvPr/>
          </p:nvCxnSpPr>
          <p:spPr>
            <a:xfrm flipH="1" flipV="1">
              <a:off x="1901520" y="4043160"/>
              <a:ext cx="721080" cy="1395720"/>
            </a:xfrm>
            <a:prstGeom prst="straightConnector1">
              <a:avLst/>
            </a:prstGeom>
            <a:ln>
              <a:solidFill>
                <a:srgbClr val="ffffff">
                  <a:lumMod val="65000"/>
                </a:srgbClr>
              </a:solidFill>
            </a:ln>
          </p:spPr>
        </p:cxnSp>
        <p:cxnSp>
          <p:nvCxnSpPr>
            <p:cNvPr id="913" name="Straight Connector 56"/>
            <p:cNvCxnSpPr/>
            <p:nvPr/>
          </p:nvCxnSpPr>
          <p:spPr>
            <a:xfrm flipH="1" flipV="1">
              <a:off x="1901520" y="4043160"/>
              <a:ext cx="721080" cy="995040"/>
            </a:xfrm>
            <a:prstGeom prst="straightConnector1">
              <a:avLst/>
            </a:prstGeom>
            <a:ln>
              <a:solidFill>
                <a:srgbClr val="ffffff">
                  <a:lumMod val="65000"/>
                </a:srgbClr>
              </a:solidFill>
            </a:ln>
          </p:spPr>
        </p:cxnSp>
        <p:cxnSp>
          <p:nvCxnSpPr>
            <p:cNvPr id="914" name="Straight Connector 57"/>
            <p:cNvCxnSpPr/>
            <p:nvPr/>
          </p:nvCxnSpPr>
          <p:spPr>
            <a:xfrm flipH="1" flipV="1">
              <a:off x="1901520" y="4043160"/>
              <a:ext cx="721080" cy="594360"/>
            </a:xfrm>
            <a:prstGeom prst="straightConnector1">
              <a:avLst/>
            </a:prstGeom>
            <a:ln>
              <a:solidFill>
                <a:srgbClr val="ffffff">
                  <a:lumMod val="65000"/>
                </a:srgbClr>
              </a:solidFill>
            </a:ln>
          </p:spPr>
        </p:cxnSp>
        <p:cxnSp>
          <p:nvCxnSpPr>
            <p:cNvPr id="915" name="Straight Connector 58"/>
            <p:cNvCxnSpPr/>
            <p:nvPr/>
          </p:nvCxnSpPr>
          <p:spPr>
            <a:xfrm flipH="1" flipV="1">
              <a:off x="1901520" y="4043160"/>
              <a:ext cx="721080" cy="193320"/>
            </a:xfrm>
            <a:prstGeom prst="straightConnector1">
              <a:avLst/>
            </a:prstGeom>
            <a:ln>
              <a:solidFill>
                <a:srgbClr val="ffffff">
                  <a:lumMod val="65000"/>
                </a:srgbClr>
              </a:solidFill>
            </a:ln>
          </p:spPr>
        </p:cxnSp>
        <p:cxnSp>
          <p:nvCxnSpPr>
            <p:cNvPr id="916" name="Straight Connector 59"/>
            <p:cNvCxnSpPr/>
            <p:nvPr/>
          </p:nvCxnSpPr>
          <p:spPr>
            <a:xfrm flipH="1">
              <a:off x="1901520" y="3835440"/>
              <a:ext cx="721080" cy="208080"/>
            </a:xfrm>
            <a:prstGeom prst="straightConnector1">
              <a:avLst/>
            </a:prstGeom>
            <a:ln>
              <a:solidFill>
                <a:srgbClr val="ffffff">
                  <a:lumMod val="65000"/>
                </a:srgbClr>
              </a:solidFill>
            </a:ln>
          </p:spPr>
        </p:cxnSp>
        <p:cxnSp>
          <p:nvCxnSpPr>
            <p:cNvPr id="917" name="Straight Connector 60"/>
            <p:cNvCxnSpPr/>
            <p:nvPr/>
          </p:nvCxnSpPr>
          <p:spPr>
            <a:xfrm flipH="1">
              <a:off x="1901520" y="3434760"/>
              <a:ext cx="721080" cy="608760"/>
            </a:xfrm>
            <a:prstGeom prst="straightConnector1">
              <a:avLst/>
            </a:prstGeom>
            <a:ln>
              <a:solidFill>
                <a:srgbClr val="ffffff">
                  <a:lumMod val="65000"/>
                </a:srgbClr>
              </a:solidFill>
            </a:ln>
          </p:spPr>
        </p:cxnSp>
        <p:cxnSp>
          <p:nvCxnSpPr>
            <p:cNvPr id="918" name="Straight Connector 61"/>
            <p:cNvCxnSpPr/>
            <p:nvPr/>
          </p:nvCxnSpPr>
          <p:spPr>
            <a:xfrm flipH="1">
              <a:off x="1901520" y="3034080"/>
              <a:ext cx="721080" cy="1009440"/>
            </a:xfrm>
            <a:prstGeom prst="straightConnector1">
              <a:avLst/>
            </a:prstGeom>
            <a:ln>
              <a:solidFill>
                <a:srgbClr val="ffffff">
                  <a:lumMod val="65000"/>
                </a:srgbClr>
              </a:solidFill>
            </a:ln>
          </p:spPr>
        </p:cxnSp>
        <p:cxnSp>
          <p:nvCxnSpPr>
            <p:cNvPr id="919" name="Straight Connector 62"/>
            <p:cNvCxnSpPr/>
            <p:nvPr/>
          </p:nvCxnSpPr>
          <p:spPr>
            <a:xfrm flipH="1">
              <a:off x="1901520" y="2232360"/>
              <a:ext cx="721080" cy="1811160"/>
            </a:xfrm>
            <a:prstGeom prst="straightConnector1">
              <a:avLst/>
            </a:prstGeom>
            <a:ln>
              <a:solidFill>
                <a:srgbClr val="ffffff">
                  <a:lumMod val="65000"/>
                </a:srgbClr>
              </a:solidFill>
            </a:ln>
          </p:spPr>
        </p:cxnSp>
        <p:cxnSp>
          <p:nvCxnSpPr>
            <p:cNvPr id="920" name="Straight Connector 63"/>
            <p:cNvCxnSpPr/>
            <p:nvPr/>
          </p:nvCxnSpPr>
          <p:spPr>
            <a:xfrm flipH="1">
              <a:off x="1901520" y="2633400"/>
              <a:ext cx="721080" cy="1410120"/>
            </a:xfrm>
            <a:prstGeom prst="straightConnector1">
              <a:avLst/>
            </a:prstGeom>
            <a:ln>
              <a:solidFill>
                <a:srgbClr val="ffffff">
                  <a:lumMod val="65000"/>
                </a:srgbClr>
              </a:solidFill>
            </a:ln>
          </p:spPr>
        </p:cxnSp>
      </p:grpSp>
      <p:grpSp>
        <p:nvGrpSpPr>
          <p:cNvPr id="921" name="Group 546"/>
          <p:cNvGrpSpPr/>
          <p:nvPr/>
        </p:nvGrpSpPr>
        <p:grpSpPr>
          <a:xfrm>
            <a:off x="6240240" y="1915200"/>
            <a:ext cx="3054960" cy="4102200"/>
            <a:chOff x="6240240" y="1915200"/>
            <a:chExt cx="3054960" cy="4102200"/>
          </a:xfrm>
        </p:grpSpPr>
        <p:cxnSp>
          <p:nvCxnSpPr>
            <p:cNvPr id="922" name="Straight Connector 306"/>
            <p:cNvCxnSpPr/>
            <p:nvPr/>
          </p:nvCxnSpPr>
          <p:spPr>
            <a:xfrm>
              <a:off x="6244560" y="1915200"/>
              <a:ext cx="3051000" cy="298440"/>
            </a:xfrm>
            <a:prstGeom prst="straightConnector1">
              <a:avLst/>
            </a:prstGeom>
            <a:ln>
              <a:solidFill>
                <a:srgbClr val="ffffff">
                  <a:lumMod val="65000"/>
                </a:srgbClr>
              </a:solidFill>
            </a:ln>
          </p:spPr>
        </p:cxnSp>
        <p:cxnSp>
          <p:nvCxnSpPr>
            <p:cNvPr id="923" name="Straight Connector 307"/>
            <p:cNvCxnSpPr/>
            <p:nvPr/>
          </p:nvCxnSpPr>
          <p:spPr>
            <a:xfrm>
              <a:off x="6244560" y="2093400"/>
              <a:ext cx="3051000" cy="120240"/>
            </a:xfrm>
            <a:prstGeom prst="straightConnector1">
              <a:avLst/>
            </a:prstGeom>
            <a:ln>
              <a:solidFill>
                <a:srgbClr val="ffffff">
                  <a:lumMod val="65000"/>
                </a:srgbClr>
              </a:solidFill>
            </a:ln>
          </p:spPr>
        </p:cxnSp>
        <p:cxnSp>
          <p:nvCxnSpPr>
            <p:cNvPr id="924" name="Straight Connector 308"/>
            <p:cNvCxnSpPr/>
            <p:nvPr/>
          </p:nvCxnSpPr>
          <p:spPr>
            <a:xfrm flipV="1">
              <a:off x="6244560" y="2213280"/>
              <a:ext cx="3051000" cy="58320"/>
            </a:xfrm>
            <a:prstGeom prst="straightConnector1">
              <a:avLst/>
            </a:prstGeom>
            <a:ln>
              <a:solidFill>
                <a:srgbClr val="ffffff">
                  <a:lumMod val="65000"/>
                </a:srgbClr>
              </a:solidFill>
            </a:ln>
          </p:spPr>
        </p:cxnSp>
        <p:cxnSp>
          <p:nvCxnSpPr>
            <p:cNvPr id="925" name="Straight Connector 309"/>
            <p:cNvCxnSpPr/>
            <p:nvPr/>
          </p:nvCxnSpPr>
          <p:spPr>
            <a:xfrm flipV="1">
              <a:off x="6244560" y="2213280"/>
              <a:ext cx="3051000" cy="236520"/>
            </a:xfrm>
            <a:prstGeom prst="straightConnector1">
              <a:avLst/>
            </a:prstGeom>
            <a:ln>
              <a:solidFill>
                <a:srgbClr val="ffffff">
                  <a:lumMod val="65000"/>
                </a:srgbClr>
              </a:solidFill>
            </a:ln>
          </p:spPr>
        </p:cxnSp>
        <p:cxnSp>
          <p:nvCxnSpPr>
            <p:cNvPr id="926" name="Straight Connector 310"/>
            <p:cNvCxnSpPr/>
            <p:nvPr/>
          </p:nvCxnSpPr>
          <p:spPr>
            <a:xfrm flipV="1">
              <a:off x="6244560" y="2213280"/>
              <a:ext cx="3051000" cy="414720"/>
            </a:xfrm>
            <a:prstGeom prst="straightConnector1">
              <a:avLst/>
            </a:prstGeom>
            <a:ln>
              <a:solidFill>
                <a:srgbClr val="ffffff">
                  <a:lumMod val="65000"/>
                </a:srgbClr>
              </a:solidFill>
            </a:ln>
          </p:spPr>
        </p:cxnSp>
        <p:cxnSp>
          <p:nvCxnSpPr>
            <p:cNvPr id="927" name="Straight Connector 311"/>
            <p:cNvCxnSpPr/>
            <p:nvPr/>
          </p:nvCxnSpPr>
          <p:spPr>
            <a:xfrm flipV="1">
              <a:off x="6244560" y="2213280"/>
              <a:ext cx="3051000" cy="592560"/>
            </a:xfrm>
            <a:prstGeom prst="straightConnector1">
              <a:avLst/>
            </a:prstGeom>
            <a:ln>
              <a:solidFill>
                <a:srgbClr val="ffffff">
                  <a:lumMod val="65000"/>
                </a:srgbClr>
              </a:solidFill>
            </a:ln>
          </p:spPr>
        </p:cxnSp>
        <p:cxnSp>
          <p:nvCxnSpPr>
            <p:cNvPr id="928" name="Straight Connector 312"/>
            <p:cNvCxnSpPr/>
            <p:nvPr/>
          </p:nvCxnSpPr>
          <p:spPr>
            <a:xfrm flipV="1">
              <a:off x="6244560" y="2213280"/>
              <a:ext cx="3051000" cy="770760"/>
            </a:xfrm>
            <a:prstGeom prst="straightConnector1">
              <a:avLst/>
            </a:prstGeom>
            <a:ln>
              <a:solidFill>
                <a:srgbClr val="ffffff">
                  <a:lumMod val="65000"/>
                </a:srgbClr>
              </a:solidFill>
            </a:ln>
          </p:spPr>
        </p:cxnSp>
        <p:cxnSp>
          <p:nvCxnSpPr>
            <p:cNvPr id="929" name="Straight Connector 313"/>
            <p:cNvCxnSpPr/>
            <p:nvPr/>
          </p:nvCxnSpPr>
          <p:spPr>
            <a:xfrm flipV="1">
              <a:off x="6244560" y="2213280"/>
              <a:ext cx="3051000" cy="948600"/>
            </a:xfrm>
            <a:prstGeom prst="straightConnector1">
              <a:avLst/>
            </a:prstGeom>
            <a:ln>
              <a:solidFill>
                <a:srgbClr val="ffffff">
                  <a:lumMod val="65000"/>
                </a:srgbClr>
              </a:solidFill>
            </a:ln>
          </p:spPr>
        </p:cxnSp>
        <p:cxnSp>
          <p:nvCxnSpPr>
            <p:cNvPr id="930" name="Straight Connector 314"/>
            <p:cNvCxnSpPr/>
            <p:nvPr/>
          </p:nvCxnSpPr>
          <p:spPr>
            <a:xfrm flipV="1">
              <a:off x="6244560" y="2213280"/>
              <a:ext cx="3051000" cy="1126800"/>
            </a:xfrm>
            <a:prstGeom prst="straightConnector1">
              <a:avLst/>
            </a:prstGeom>
            <a:ln>
              <a:solidFill>
                <a:srgbClr val="ffffff">
                  <a:lumMod val="65000"/>
                </a:srgbClr>
              </a:solidFill>
            </a:ln>
          </p:spPr>
        </p:cxnSp>
        <p:cxnSp>
          <p:nvCxnSpPr>
            <p:cNvPr id="931" name="Straight Connector 315"/>
            <p:cNvCxnSpPr/>
            <p:nvPr/>
          </p:nvCxnSpPr>
          <p:spPr>
            <a:xfrm flipV="1">
              <a:off x="6244560" y="2213280"/>
              <a:ext cx="3051000" cy="1304640"/>
            </a:xfrm>
            <a:prstGeom prst="straightConnector1">
              <a:avLst/>
            </a:prstGeom>
            <a:ln>
              <a:solidFill>
                <a:srgbClr val="ffffff">
                  <a:lumMod val="65000"/>
                </a:srgbClr>
              </a:solidFill>
            </a:ln>
          </p:spPr>
        </p:cxnSp>
        <p:cxnSp>
          <p:nvCxnSpPr>
            <p:cNvPr id="932" name="Straight Connector 316"/>
            <p:cNvCxnSpPr/>
            <p:nvPr/>
          </p:nvCxnSpPr>
          <p:spPr>
            <a:xfrm flipV="1">
              <a:off x="6244560" y="2213280"/>
              <a:ext cx="3051000" cy="1482840"/>
            </a:xfrm>
            <a:prstGeom prst="straightConnector1">
              <a:avLst/>
            </a:prstGeom>
            <a:ln>
              <a:solidFill>
                <a:srgbClr val="ffffff">
                  <a:lumMod val="65000"/>
                </a:srgbClr>
              </a:solidFill>
            </a:ln>
          </p:spPr>
        </p:cxnSp>
        <p:cxnSp>
          <p:nvCxnSpPr>
            <p:cNvPr id="933" name="Straight Connector 317"/>
            <p:cNvCxnSpPr/>
            <p:nvPr/>
          </p:nvCxnSpPr>
          <p:spPr>
            <a:xfrm flipV="1">
              <a:off x="6244560" y="2213280"/>
              <a:ext cx="3051000" cy="1661040"/>
            </a:xfrm>
            <a:prstGeom prst="straightConnector1">
              <a:avLst/>
            </a:prstGeom>
            <a:ln>
              <a:solidFill>
                <a:srgbClr val="ffffff">
                  <a:lumMod val="65000"/>
                </a:srgbClr>
              </a:solidFill>
            </a:ln>
          </p:spPr>
        </p:cxnSp>
        <p:cxnSp>
          <p:nvCxnSpPr>
            <p:cNvPr id="934" name="Straight Connector 318"/>
            <p:cNvCxnSpPr/>
            <p:nvPr/>
          </p:nvCxnSpPr>
          <p:spPr>
            <a:xfrm flipV="1">
              <a:off x="6244560" y="2213280"/>
              <a:ext cx="3051000" cy="1838880"/>
            </a:xfrm>
            <a:prstGeom prst="straightConnector1">
              <a:avLst/>
            </a:prstGeom>
            <a:ln>
              <a:solidFill>
                <a:srgbClr val="ffffff">
                  <a:lumMod val="65000"/>
                </a:srgbClr>
              </a:solidFill>
            </a:ln>
          </p:spPr>
        </p:cxnSp>
        <p:cxnSp>
          <p:nvCxnSpPr>
            <p:cNvPr id="935" name="Straight Connector 319"/>
            <p:cNvCxnSpPr/>
            <p:nvPr/>
          </p:nvCxnSpPr>
          <p:spPr>
            <a:xfrm flipV="1">
              <a:off x="6244560" y="2213280"/>
              <a:ext cx="3051000" cy="2017080"/>
            </a:xfrm>
            <a:prstGeom prst="straightConnector1">
              <a:avLst/>
            </a:prstGeom>
            <a:ln>
              <a:solidFill>
                <a:srgbClr val="ffffff">
                  <a:lumMod val="65000"/>
                </a:srgbClr>
              </a:solidFill>
            </a:ln>
          </p:spPr>
        </p:cxnSp>
        <p:cxnSp>
          <p:nvCxnSpPr>
            <p:cNvPr id="936" name="Straight Connector 320"/>
            <p:cNvCxnSpPr/>
            <p:nvPr/>
          </p:nvCxnSpPr>
          <p:spPr>
            <a:xfrm flipV="1">
              <a:off x="6244560" y="2213280"/>
              <a:ext cx="3051000" cy="2194920"/>
            </a:xfrm>
            <a:prstGeom prst="straightConnector1">
              <a:avLst/>
            </a:prstGeom>
            <a:ln>
              <a:solidFill>
                <a:srgbClr val="ffffff">
                  <a:lumMod val="65000"/>
                </a:srgbClr>
              </a:solidFill>
            </a:ln>
          </p:spPr>
        </p:cxnSp>
        <p:cxnSp>
          <p:nvCxnSpPr>
            <p:cNvPr id="937" name="Straight Connector 321"/>
            <p:cNvCxnSpPr/>
            <p:nvPr/>
          </p:nvCxnSpPr>
          <p:spPr>
            <a:xfrm flipV="1">
              <a:off x="6244560" y="2213280"/>
              <a:ext cx="3051000" cy="2373120"/>
            </a:xfrm>
            <a:prstGeom prst="straightConnector1">
              <a:avLst/>
            </a:prstGeom>
            <a:ln>
              <a:solidFill>
                <a:srgbClr val="ffffff">
                  <a:lumMod val="65000"/>
                </a:srgbClr>
              </a:solidFill>
            </a:ln>
          </p:spPr>
        </p:cxnSp>
        <p:cxnSp>
          <p:nvCxnSpPr>
            <p:cNvPr id="938" name="Straight Connector 322"/>
            <p:cNvCxnSpPr/>
            <p:nvPr/>
          </p:nvCxnSpPr>
          <p:spPr>
            <a:xfrm flipV="1">
              <a:off x="6244560" y="2213280"/>
              <a:ext cx="3051000" cy="2550960"/>
            </a:xfrm>
            <a:prstGeom prst="straightConnector1">
              <a:avLst/>
            </a:prstGeom>
            <a:ln>
              <a:solidFill>
                <a:srgbClr val="ffffff">
                  <a:lumMod val="65000"/>
                </a:srgbClr>
              </a:solidFill>
            </a:ln>
          </p:spPr>
        </p:cxnSp>
        <p:cxnSp>
          <p:nvCxnSpPr>
            <p:cNvPr id="939" name="Straight Connector 323"/>
            <p:cNvCxnSpPr/>
            <p:nvPr/>
          </p:nvCxnSpPr>
          <p:spPr>
            <a:xfrm flipV="1">
              <a:off x="6244560" y="2213280"/>
              <a:ext cx="3051000" cy="2729160"/>
            </a:xfrm>
            <a:prstGeom prst="straightConnector1">
              <a:avLst/>
            </a:prstGeom>
            <a:ln>
              <a:solidFill>
                <a:srgbClr val="ffffff">
                  <a:lumMod val="65000"/>
                </a:srgbClr>
              </a:solidFill>
            </a:ln>
          </p:spPr>
        </p:cxnSp>
        <p:cxnSp>
          <p:nvCxnSpPr>
            <p:cNvPr id="940" name="Straight Connector 324"/>
            <p:cNvCxnSpPr/>
            <p:nvPr/>
          </p:nvCxnSpPr>
          <p:spPr>
            <a:xfrm flipV="1">
              <a:off x="6244560" y="2213280"/>
              <a:ext cx="3051000" cy="2907360"/>
            </a:xfrm>
            <a:prstGeom prst="straightConnector1">
              <a:avLst/>
            </a:prstGeom>
            <a:ln>
              <a:solidFill>
                <a:srgbClr val="ffffff">
                  <a:lumMod val="65000"/>
                </a:srgbClr>
              </a:solidFill>
            </a:ln>
          </p:spPr>
        </p:cxnSp>
        <p:cxnSp>
          <p:nvCxnSpPr>
            <p:cNvPr id="941" name="Straight Connector 325"/>
            <p:cNvCxnSpPr/>
            <p:nvPr/>
          </p:nvCxnSpPr>
          <p:spPr>
            <a:xfrm flipV="1">
              <a:off x="6244560" y="2213280"/>
              <a:ext cx="3051000" cy="3085200"/>
            </a:xfrm>
            <a:prstGeom prst="straightConnector1">
              <a:avLst/>
            </a:prstGeom>
            <a:ln>
              <a:solidFill>
                <a:srgbClr val="ffffff">
                  <a:lumMod val="65000"/>
                </a:srgbClr>
              </a:solidFill>
            </a:ln>
          </p:spPr>
        </p:cxnSp>
        <p:cxnSp>
          <p:nvCxnSpPr>
            <p:cNvPr id="942" name="Straight Connector 326"/>
            <p:cNvCxnSpPr/>
            <p:nvPr/>
          </p:nvCxnSpPr>
          <p:spPr>
            <a:xfrm flipV="1">
              <a:off x="6244560" y="2213280"/>
              <a:ext cx="3051000" cy="3263400"/>
            </a:xfrm>
            <a:prstGeom prst="straightConnector1">
              <a:avLst/>
            </a:prstGeom>
            <a:ln>
              <a:solidFill>
                <a:srgbClr val="ffffff">
                  <a:lumMod val="65000"/>
                </a:srgbClr>
              </a:solidFill>
            </a:ln>
          </p:spPr>
        </p:cxnSp>
        <p:cxnSp>
          <p:nvCxnSpPr>
            <p:cNvPr id="943" name="Straight Connector 327"/>
            <p:cNvCxnSpPr/>
            <p:nvPr/>
          </p:nvCxnSpPr>
          <p:spPr>
            <a:xfrm flipV="1">
              <a:off x="6244560" y="2213280"/>
              <a:ext cx="3051000" cy="3441240"/>
            </a:xfrm>
            <a:prstGeom prst="straightConnector1">
              <a:avLst/>
            </a:prstGeom>
            <a:ln>
              <a:solidFill>
                <a:srgbClr val="ffffff">
                  <a:lumMod val="65000"/>
                </a:srgbClr>
              </a:solidFill>
            </a:ln>
          </p:spPr>
        </p:cxnSp>
        <p:cxnSp>
          <p:nvCxnSpPr>
            <p:cNvPr id="944" name="Straight Connector 328"/>
            <p:cNvCxnSpPr/>
            <p:nvPr/>
          </p:nvCxnSpPr>
          <p:spPr>
            <a:xfrm flipV="1">
              <a:off x="6244560" y="2213280"/>
              <a:ext cx="3051000" cy="3619440"/>
            </a:xfrm>
            <a:prstGeom prst="straightConnector1">
              <a:avLst/>
            </a:prstGeom>
            <a:ln>
              <a:solidFill>
                <a:srgbClr val="ffffff">
                  <a:lumMod val="65000"/>
                </a:srgbClr>
              </a:solidFill>
            </a:ln>
          </p:spPr>
        </p:cxnSp>
        <p:cxnSp>
          <p:nvCxnSpPr>
            <p:cNvPr id="945" name="Straight Connector 329"/>
            <p:cNvCxnSpPr/>
            <p:nvPr/>
          </p:nvCxnSpPr>
          <p:spPr>
            <a:xfrm flipV="1">
              <a:off x="6244560" y="2213280"/>
              <a:ext cx="3051000" cy="3797280"/>
            </a:xfrm>
            <a:prstGeom prst="straightConnector1">
              <a:avLst/>
            </a:prstGeom>
            <a:ln>
              <a:solidFill>
                <a:srgbClr val="ffffff">
                  <a:lumMod val="65000"/>
                </a:srgbClr>
              </a:solidFill>
            </a:ln>
          </p:spPr>
        </p:cxnSp>
        <p:cxnSp>
          <p:nvCxnSpPr>
            <p:cNvPr id="946" name="Straight Connector 330"/>
            <p:cNvCxnSpPr/>
            <p:nvPr/>
          </p:nvCxnSpPr>
          <p:spPr>
            <a:xfrm>
              <a:off x="6240240" y="1919880"/>
              <a:ext cx="3055320" cy="695160"/>
            </a:xfrm>
            <a:prstGeom prst="straightConnector1">
              <a:avLst/>
            </a:prstGeom>
            <a:ln>
              <a:solidFill>
                <a:srgbClr val="ffffff">
                  <a:lumMod val="65000"/>
                </a:srgbClr>
              </a:solidFill>
            </a:ln>
          </p:spPr>
        </p:cxnSp>
        <p:cxnSp>
          <p:nvCxnSpPr>
            <p:cNvPr id="947" name="Straight Connector 331"/>
            <p:cNvCxnSpPr/>
            <p:nvPr/>
          </p:nvCxnSpPr>
          <p:spPr>
            <a:xfrm>
              <a:off x="6240240" y="2098080"/>
              <a:ext cx="3055320" cy="516960"/>
            </a:xfrm>
            <a:prstGeom prst="straightConnector1">
              <a:avLst/>
            </a:prstGeom>
            <a:ln>
              <a:solidFill>
                <a:srgbClr val="ffffff">
                  <a:lumMod val="65000"/>
                </a:srgbClr>
              </a:solidFill>
            </a:ln>
          </p:spPr>
        </p:cxnSp>
        <p:cxnSp>
          <p:nvCxnSpPr>
            <p:cNvPr id="948" name="Straight Connector 332"/>
            <p:cNvCxnSpPr/>
            <p:nvPr/>
          </p:nvCxnSpPr>
          <p:spPr>
            <a:xfrm>
              <a:off x="6240240" y="2276280"/>
              <a:ext cx="3055320" cy="338760"/>
            </a:xfrm>
            <a:prstGeom prst="straightConnector1">
              <a:avLst/>
            </a:prstGeom>
            <a:ln>
              <a:solidFill>
                <a:srgbClr val="ffffff">
                  <a:lumMod val="65000"/>
                </a:srgbClr>
              </a:solidFill>
            </a:ln>
          </p:spPr>
        </p:cxnSp>
        <p:cxnSp>
          <p:nvCxnSpPr>
            <p:cNvPr id="949" name="Straight Connector 333"/>
            <p:cNvCxnSpPr/>
            <p:nvPr/>
          </p:nvCxnSpPr>
          <p:spPr>
            <a:xfrm>
              <a:off x="6240240" y="2454120"/>
              <a:ext cx="3055320" cy="160920"/>
            </a:xfrm>
            <a:prstGeom prst="straightConnector1">
              <a:avLst/>
            </a:prstGeom>
            <a:ln>
              <a:solidFill>
                <a:srgbClr val="ffffff">
                  <a:lumMod val="65000"/>
                </a:srgbClr>
              </a:solidFill>
            </a:ln>
          </p:spPr>
        </p:cxnSp>
        <p:cxnSp>
          <p:nvCxnSpPr>
            <p:cNvPr id="950" name="Straight Connector 334"/>
            <p:cNvCxnSpPr/>
            <p:nvPr/>
          </p:nvCxnSpPr>
          <p:spPr>
            <a:xfrm flipV="1">
              <a:off x="6240240" y="2614680"/>
              <a:ext cx="3055320" cy="18000"/>
            </a:xfrm>
            <a:prstGeom prst="straightConnector1">
              <a:avLst/>
            </a:prstGeom>
            <a:ln>
              <a:solidFill>
                <a:srgbClr val="ffffff">
                  <a:lumMod val="65000"/>
                </a:srgbClr>
              </a:solidFill>
            </a:ln>
          </p:spPr>
        </p:cxnSp>
        <p:cxnSp>
          <p:nvCxnSpPr>
            <p:cNvPr id="951" name="Straight Connector 335"/>
            <p:cNvCxnSpPr/>
            <p:nvPr/>
          </p:nvCxnSpPr>
          <p:spPr>
            <a:xfrm flipV="1">
              <a:off x="6240240" y="2614680"/>
              <a:ext cx="3055320" cy="195840"/>
            </a:xfrm>
            <a:prstGeom prst="straightConnector1">
              <a:avLst/>
            </a:prstGeom>
            <a:ln>
              <a:solidFill>
                <a:srgbClr val="ffffff">
                  <a:lumMod val="65000"/>
                </a:srgbClr>
              </a:solidFill>
            </a:ln>
          </p:spPr>
        </p:cxnSp>
        <p:cxnSp>
          <p:nvCxnSpPr>
            <p:cNvPr id="952" name="Straight Connector 336"/>
            <p:cNvCxnSpPr/>
            <p:nvPr/>
          </p:nvCxnSpPr>
          <p:spPr>
            <a:xfrm flipV="1">
              <a:off x="6240240" y="2614680"/>
              <a:ext cx="3055320" cy="374040"/>
            </a:xfrm>
            <a:prstGeom prst="straightConnector1">
              <a:avLst/>
            </a:prstGeom>
            <a:ln>
              <a:solidFill>
                <a:srgbClr val="ffffff">
                  <a:lumMod val="65000"/>
                </a:srgbClr>
              </a:solidFill>
            </a:ln>
          </p:spPr>
        </p:cxnSp>
        <p:cxnSp>
          <p:nvCxnSpPr>
            <p:cNvPr id="953" name="Straight Connector 337"/>
            <p:cNvCxnSpPr/>
            <p:nvPr/>
          </p:nvCxnSpPr>
          <p:spPr>
            <a:xfrm flipV="1">
              <a:off x="6240240" y="2614680"/>
              <a:ext cx="3055320" cy="551880"/>
            </a:xfrm>
            <a:prstGeom prst="straightConnector1">
              <a:avLst/>
            </a:prstGeom>
            <a:ln>
              <a:solidFill>
                <a:srgbClr val="ffffff">
                  <a:lumMod val="65000"/>
                </a:srgbClr>
              </a:solidFill>
            </a:ln>
          </p:spPr>
        </p:cxnSp>
        <p:cxnSp>
          <p:nvCxnSpPr>
            <p:cNvPr id="954" name="Straight Connector 338"/>
            <p:cNvCxnSpPr/>
            <p:nvPr/>
          </p:nvCxnSpPr>
          <p:spPr>
            <a:xfrm flipV="1">
              <a:off x="6240240" y="2614680"/>
              <a:ext cx="3055320" cy="730080"/>
            </a:xfrm>
            <a:prstGeom prst="straightConnector1">
              <a:avLst/>
            </a:prstGeom>
            <a:ln>
              <a:solidFill>
                <a:srgbClr val="ffffff">
                  <a:lumMod val="65000"/>
                </a:srgbClr>
              </a:solidFill>
            </a:ln>
          </p:spPr>
        </p:cxnSp>
        <p:cxnSp>
          <p:nvCxnSpPr>
            <p:cNvPr id="955" name="Straight Connector 339"/>
            <p:cNvCxnSpPr/>
            <p:nvPr/>
          </p:nvCxnSpPr>
          <p:spPr>
            <a:xfrm flipV="1">
              <a:off x="6240240" y="2614680"/>
              <a:ext cx="3055320" cy="908280"/>
            </a:xfrm>
            <a:prstGeom prst="straightConnector1">
              <a:avLst/>
            </a:prstGeom>
            <a:ln>
              <a:solidFill>
                <a:srgbClr val="ffffff">
                  <a:lumMod val="65000"/>
                </a:srgbClr>
              </a:solidFill>
            </a:ln>
          </p:spPr>
        </p:cxnSp>
        <p:cxnSp>
          <p:nvCxnSpPr>
            <p:cNvPr id="956" name="Straight Connector 340"/>
            <p:cNvCxnSpPr/>
            <p:nvPr/>
          </p:nvCxnSpPr>
          <p:spPr>
            <a:xfrm flipV="1">
              <a:off x="6240240" y="2614680"/>
              <a:ext cx="3055320" cy="1086120"/>
            </a:xfrm>
            <a:prstGeom prst="straightConnector1">
              <a:avLst/>
            </a:prstGeom>
            <a:ln>
              <a:solidFill>
                <a:srgbClr val="ffffff">
                  <a:lumMod val="65000"/>
                </a:srgbClr>
              </a:solidFill>
            </a:ln>
          </p:spPr>
        </p:cxnSp>
        <p:cxnSp>
          <p:nvCxnSpPr>
            <p:cNvPr id="957" name="Straight Connector 341"/>
            <p:cNvCxnSpPr/>
            <p:nvPr/>
          </p:nvCxnSpPr>
          <p:spPr>
            <a:xfrm flipV="1">
              <a:off x="6240240" y="2614680"/>
              <a:ext cx="3055320" cy="1264320"/>
            </a:xfrm>
            <a:prstGeom prst="straightConnector1">
              <a:avLst/>
            </a:prstGeom>
            <a:ln>
              <a:solidFill>
                <a:srgbClr val="ffffff">
                  <a:lumMod val="65000"/>
                </a:srgbClr>
              </a:solidFill>
            </a:ln>
          </p:spPr>
        </p:cxnSp>
        <p:cxnSp>
          <p:nvCxnSpPr>
            <p:cNvPr id="958" name="Straight Connector 342"/>
            <p:cNvCxnSpPr/>
            <p:nvPr/>
          </p:nvCxnSpPr>
          <p:spPr>
            <a:xfrm flipV="1">
              <a:off x="6240240" y="2614680"/>
              <a:ext cx="3055320" cy="1442160"/>
            </a:xfrm>
            <a:prstGeom prst="straightConnector1">
              <a:avLst/>
            </a:prstGeom>
            <a:ln>
              <a:solidFill>
                <a:srgbClr val="ffffff">
                  <a:lumMod val="65000"/>
                </a:srgbClr>
              </a:solidFill>
            </a:ln>
          </p:spPr>
        </p:cxnSp>
        <p:cxnSp>
          <p:nvCxnSpPr>
            <p:cNvPr id="959" name="Straight Connector 343"/>
            <p:cNvCxnSpPr/>
            <p:nvPr/>
          </p:nvCxnSpPr>
          <p:spPr>
            <a:xfrm flipV="1">
              <a:off x="6240240" y="2614680"/>
              <a:ext cx="3055320" cy="1620360"/>
            </a:xfrm>
            <a:prstGeom prst="straightConnector1">
              <a:avLst/>
            </a:prstGeom>
            <a:ln>
              <a:solidFill>
                <a:srgbClr val="ffffff">
                  <a:lumMod val="65000"/>
                </a:srgbClr>
              </a:solidFill>
            </a:ln>
          </p:spPr>
        </p:cxnSp>
        <p:cxnSp>
          <p:nvCxnSpPr>
            <p:cNvPr id="960" name="Straight Connector 344"/>
            <p:cNvCxnSpPr/>
            <p:nvPr/>
          </p:nvCxnSpPr>
          <p:spPr>
            <a:xfrm flipV="1">
              <a:off x="6240240" y="2614680"/>
              <a:ext cx="3055320" cy="1798200"/>
            </a:xfrm>
            <a:prstGeom prst="straightConnector1">
              <a:avLst/>
            </a:prstGeom>
            <a:ln>
              <a:solidFill>
                <a:srgbClr val="ffffff">
                  <a:lumMod val="65000"/>
                </a:srgbClr>
              </a:solidFill>
            </a:ln>
          </p:spPr>
        </p:cxnSp>
        <p:cxnSp>
          <p:nvCxnSpPr>
            <p:cNvPr id="961" name="Straight Connector 345"/>
            <p:cNvCxnSpPr/>
            <p:nvPr/>
          </p:nvCxnSpPr>
          <p:spPr>
            <a:xfrm flipV="1">
              <a:off x="6240240" y="2614680"/>
              <a:ext cx="3055320" cy="1976400"/>
            </a:xfrm>
            <a:prstGeom prst="straightConnector1">
              <a:avLst/>
            </a:prstGeom>
            <a:ln>
              <a:solidFill>
                <a:srgbClr val="ffffff">
                  <a:lumMod val="65000"/>
                </a:srgbClr>
              </a:solidFill>
            </a:ln>
          </p:spPr>
        </p:cxnSp>
        <p:cxnSp>
          <p:nvCxnSpPr>
            <p:cNvPr id="962" name="Straight Connector 346"/>
            <p:cNvCxnSpPr/>
            <p:nvPr/>
          </p:nvCxnSpPr>
          <p:spPr>
            <a:xfrm flipV="1">
              <a:off x="6240240" y="2614680"/>
              <a:ext cx="3055320" cy="2154600"/>
            </a:xfrm>
            <a:prstGeom prst="straightConnector1">
              <a:avLst/>
            </a:prstGeom>
            <a:ln>
              <a:solidFill>
                <a:srgbClr val="ffffff">
                  <a:lumMod val="65000"/>
                </a:srgbClr>
              </a:solidFill>
            </a:ln>
          </p:spPr>
        </p:cxnSp>
        <p:cxnSp>
          <p:nvCxnSpPr>
            <p:cNvPr id="963" name="Straight Connector 347"/>
            <p:cNvCxnSpPr/>
            <p:nvPr/>
          </p:nvCxnSpPr>
          <p:spPr>
            <a:xfrm flipV="1">
              <a:off x="6240240" y="2614680"/>
              <a:ext cx="3055320" cy="2332440"/>
            </a:xfrm>
            <a:prstGeom prst="straightConnector1">
              <a:avLst/>
            </a:prstGeom>
            <a:ln>
              <a:solidFill>
                <a:srgbClr val="ffffff">
                  <a:lumMod val="65000"/>
                </a:srgbClr>
              </a:solidFill>
            </a:ln>
          </p:spPr>
        </p:cxnSp>
        <p:cxnSp>
          <p:nvCxnSpPr>
            <p:cNvPr id="964" name="Straight Connector 348"/>
            <p:cNvCxnSpPr/>
            <p:nvPr/>
          </p:nvCxnSpPr>
          <p:spPr>
            <a:xfrm flipV="1">
              <a:off x="6240240" y="2614680"/>
              <a:ext cx="3055320" cy="2510640"/>
            </a:xfrm>
            <a:prstGeom prst="straightConnector1">
              <a:avLst/>
            </a:prstGeom>
            <a:ln>
              <a:solidFill>
                <a:srgbClr val="ffffff">
                  <a:lumMod val="65000"/>
                </a:srgbClr>
              </a:solidFill>
            </a:ln>
          </p:spPr>
        </p:cxnSp>
        <p:cxnSp>
          <p:nvCxnSpPr>
            <p:cNvPr id="965" name="Straight Connector 349"/>
            <p:cNvCxnSpPr/>
            <p:nvPr/>
          </p:nvCxnSpPr>
          <p:spPr>
            <a:xfrm flipV="1">
              <a:off x="6240240" y="2614680"/>
              <a:ext cx="3055320" cy="2688480"/>
            </a:xfrm>
            <a:prstGeom prst="straightConnector1">
              <a:avLst/>
            </a:prstGeom>
            <a:ln>
              <a:solidFill>
                <a:srgbClr val="ffffff">
                  <a:lumMod val="65000"/>
                </a:srgbClr>
              </a:solidFill>
            </a:ln>
          </p:spPr>
        </p:cxnSp>
        <p:cxnSp>
          <p:nvCxnSpPr>
            <p:cNvPr id="966" name="Straight Connector 350"/>
            <p:cNvCxnSpPr/>
            <p:nvPr/>
          </p:nvCxnSpPr>
          <p:spPr>
            <a:xfrm flipV="1">
              <a:off x="6240240" y="2614680"/>
              <a:ext cx="3055320" cy="2866680"/>
            </a:xfrm>
            <a:prstGeom prst="straightConnector1">
              <a:avLst/>
            </a:prstGeom>
            <a:ln>
              <a:solidFill>
                <a:srgbClr val="ffffff">
                  <a:lumMod val="65000"/>
                </a:srgbClr>
              </a:solidFill>
            </a:ln>
          </p:spPr>
        </p:cxnSp>
        <p:cxnSp>
          <p:nvCxnSpPr>
            <p:cNvPr id="967" name="Straight Connector 351"/>
            <p:cNvCxnSpPr/>
            <p:nvPr/>
          </p:nvCxnSpPr>
          <p:spPr>
            <a:xfrm flipV="1">
              <a:off x="6240240" y="2614680"/>
              <a:ext cx="3055320" cy="3044520"/>
            </a:xfrm>
            <a:prstGeom prst="straightConnector1">
              <a:avLst/>
            </a:prstGeom>
            <a:ln>
              <a:solidFill>
                <a:srgbClr val="ffffff">
                  <a:lumMod val="65000"/>
                </a:srgbClr>
              </a:solidFill>
            </a:ln>
          </p:spPr>
        </p:cxnSp>
        <p:cxnSp>
          <p:nvCxnSpPr>
            <p:cNvPr id="968" name="Straight Connector 352"/>
            <p:cNvCxnSpPr/>
            <p:nvPr/>
          </p:nvCxnSpPr>
          <p:spPr>
            <a:xfrm flipV="1">
              <a:off x="6240240" y="2614680"/>
              <a:ext cx="3055320" cy="3222720"/>
            </a:xfrm>
            <a:prstGeom prst="straightConnector1">
              <a:avLst/>
            </a:prstGeom>
            <a:ln>
              <a:solidFill>
                <a:srgbClr val="ffffff">
                  <a:lumMod val="65000"/>
                </a:srgbClr>
              </a:solidFill>
            </a:ln>
          </p:spPr>
        </p:cxnSp>
        <p:cxnSp>
          <p:nvCxnSpPr>
            <p:cNvPr id="969" name="Straight Connector 353"/>
            <p:cNvCxnSpPr/>
            <p:nvPr/>
          </p:nvCxnSpPr>
          <p:spPr>
            <a:xfrm flipV="1">
              <a:off x="6240240" y="2614680"/>
              <a:ext cx="3055320" cy="3400920"/>
            </a:xfrm>
            <a:prstGeom prst="straightConnector1">
              <a:avLst/>
            </a:prstGeom>
            <a:ln>
              <a:solidFill>
                <a:srgbClr val="ffffff">
                  <a:lumMod val="65000"/>
                </a:srgbClr>
              </a:solidFill>
            </a:ln>
          </p:spPr>
        </p:cxnSp>
        <p:cxnSp>
          <p:nvCxnSpPr>
            <p:cNvPr id="970" name="Straight Connector 354"/>
            <p:cNvCxnSpPr/>
            <p:nvPr/>
          </p:nvCxnSpPr>
          <p:spPr>
            <a:xfrm>
              <a:off x="6240240" y="1922400"/>
              <a:ext cx="3055320" cy="1094040"/>
            </a:xfrm>
            <a:prstGeom prst="straightConnector1">
              <a:avLst/>
            </a:prstGeom>
            <a:ln>
              <a:solidFill>
                <a:srgbClr val="ffffff">
                  <a:lumMod val="65000"/>
                </a:srgbClr>
              </a:solidFill>
            </a:ln>
          </p:spPr>
        </p:cxnSp>
        <p:cxnSp>
          <p:nvCxnSpPr>
            <p:cNvPr id="971" name="Straight Connector 355"/>
            <p:cNvCxnSpPr/>
            <p:nvPr/>
          </p:nvCxnSpPr>
          <p:spPr>
            <a:xfrm>
              <a:off x="6240240" y="2100240"/>
              <a:ext cx="3055320" cy="916200"/>
            </a:xfrm>
            <a:prstGeom prst="straightConnector1">
              <a:avLst/>
            </a:prstGeom>
            <a:ln>
              <a:solidFill>
                <a:srgbClr val="ffffff">
                  <a:lumMod val="65000"/>
                </a:srgbClr>
              </a:solidFill>
            </a:ln>
          </p:spPr>
        </p:cxnSp>
        <p:cxnSp>
          <p:nvCxnSpPr>
            <p:cNvPr id="972" name="Straight Connector 356"/>
            <p:cNvCxnSpPr/>
            <p:nvPr/>
          </p:nvCxnSpPr>
          <p:spPr>
            <a:xfrm>
              <a:off x="6240240" y="2278440"/>
              <a:ext cx="3055320" cy="738000"/>
            </a:xfrm>
            <a:prstGeom prst="straightConnector1">
              <a:avLst/>
            </a:prstGeom>
            <a:ln>
              <a:solidFill>
                <a:srgbClr val="ffffff">
                  <a:lumMod val="65000"/>
                </a:srgbClr>
              </a:solidFill>
            </a:ln>
          </p:spPr>
        </p:cxnSp>
        <p:cxnSp>
          <p:nvCxnSpPr>
            <p:cNvPr id="973" name="Straight Connector 357"/>
            <p:cNvCxnSpPr/>
            <p:nvPr/>
          </p:nvCxnSpPr>
          <p:spPr>
            <a:xfrm>
              <a:off x="6240240" y="2456280"/>
              <a:ext cx="3055320" cy="560160"/>
            </a:xfrm>
            <a:prstGeom prst="straightConnector1">
              <a:avLst/>
            </a:prstGeom>
            <a:ln>
              <a:solidFill>
                <a:srgbClr val="ffffff">
                  <a:lumMod val="65000"/>
                </a:srgbClr>
              </a:solidFill>
            </a:ln>
          </p:spPr>
        </p:cxnSp>
        <p:cxnSp>
          <p:nvCxnSpPr>
            <p:cNvPr id="974" name="Straight Connector 358"/>
            <p:cNvCxnSpPr/>
            <p:nvPr/>
          </p:nvCxnSpPr>
          <p:spPr>
            <a:xfrm>
              <a:off x="6240240" y="2634480"/>
              <a:ext cx="3055320" cy="381960"/>
            </a:xfrm>
            <a:prstGeom prst="straightConnector1">
              <a:avLst/>
            </a:prstGeom>
            <a:ln>
              <a:solidFill>
                <a:srgbClr val="ffffff">
                  <a:lumMod val="65000"/>
                </a:srgbClr>
              </a:solidFill>
            </a:ln>
          </p:spPr>
        </p:cxnSp>
        <p:cxnSp>
          <p:nvCxnSpPr>
            <p:cNvPr id="975" name="Straight Connector 359"/>
            <p:cNvCxnSpPr/>
            <p:nvPr/>
          </p:nvCxnSpPr>
          <p:spPr>
            <a:xfrm>
              <a:off x="6240240" y="2812320"/>
              <a:ext cx="3055320" cy="204120"/>
            </a:xfrm>
            <a:prstGeom prst="straightConnector1">
              <a:avLst/>
            </a:prstGeom>
            <a:ln>
              <a:solidFill>
                <a:srgbClr val="ffffff">
                  <a:lumMod val="65000"/>
                </a:srgbClr>
              </a:solidFill>
            </a:ln>
          </p:spPr>
        </p:cxnSp>
        <p:cxnSp>
          <p:nvCxnSpPr>
            <p:cNvPr id="976" name="Straight Connector 360"/>
            <p:cNvCxnSpPr/>
            <p:nvPr/>
          </p:nvCxnSpPr>
          <p:spPr>
            <a:xfrm>
              <a:off x="6240240" y="2990520"/>
              <a:ext cx="3055320" cy="25920"/>
            </a:xfrm>
            <a:prstGeom prst="straightConnector1">
              <a:avLst/>
            </a:prstGeom>
            <a:ln>
              <a:solidFill>
                <a:srgbClr val="ffffff">
                  <a:lumMod val="65000"/>
                </a:srgbClr>
              </a:solidFill>
            </a:ln>
          </p:spPr>
        </p:cxnSp>
        <p:cxnSp>
          <p:nvCxnSpPr>
            <p:cNvPr id="977" name="Straight Connector 361"/>
            <p:cNvCxnSpPr/>
            <p:nvPr/>
          </p:nvCxnSpPr>
          <p:spPr>
            <a:xfrm flipV="1">
              <a:off x="6240240" y="3016080"/>
              <a:ext cx="3055320" cy="153000"/>
            </a:xfrm>
            <a:prstGeom prst="straightConnector1">
              <a:avLst/>
            </a:prstGeom>
            <a:ln>
              <a:solidFill>
                <a:srgbClr val="ffffff">
                  <a:lumMod val="65000"/>
                </a:srgbClr>
              </a:solidFill>
            </a:ln>
          </p:spPr>
        </p:cxnSp>
        <p:cxnSp>
          <p:nvCxnSpPr>
            <p:cNvPr id="978" name="Straight Connector 362"/>
            <p:cNvCxnSpPr/>
            <p:nvPr/>
          </p:nvCxnSpPr>
          <p:spPr>
            <a:xfrm flipV="1">
              <a:off x="6240240" y="3016080"/>
              <a:ext cx="3055320" cy="330840"/>
            </a:xfrm>
            <a:prstGeom prst="straightConnector1">
              <a:avLst/>
            </a:prstGeom>
            <a:ln>
              <a:solidFill>
                <a:srgbClr val="ffffff">
                  <a:lumMod val="65000"/>
                </a:srgbClr>
              </a:solidFill>
            </a:ln>
          </p:spPr>
        </p:cxnSp>
        <p:cxnSp>
          <p:nvCxnSpPr>
            <p:cNvPr id="979" name="Straight Connector 363"/>
            <p:cNvCxnSpPr/>
            <p:nvPr/>
          </p:nvCxnSpPr>
          <p:spPr>
            <a:xfrm flipV="1">
              <a:off x="6240240" y="3016080"/>
              <a:ext cx="3055320" cy="509040"/>
            </a:xfrm>
            <a:prstGeom prst="straightConnector1">
              <a:avLst/>
            </a:prstGeom>
            <a:ln>
              <a:solidFill>
                <a:srgbClr val="ffffff">
                  <a:lumMod val="65000"/>
                </a:srgbClr>
              </a:solidFill>
            </a:ln>
          </p:spPr>
        </p:cxnSp>
        <p:cxnSp>
          <p:nvCxnSpPr>
            <p:cNvPr id="980" name="Straight Connector 364"/>
            <p:cNvCxnSpPr/>
            <p:nvPr/>
          </p:nvCxnSpPr>
          <p:spPr>
            <a:xfrm flipV="1">
              <a:off x="6240240" y="3016080"/>
              <a:ext cx="3055320" cy="686880"/>
            </a:xfrm>
            <a:prstGeom prst="straightConnector1">
              <a:avLst/>
            </a:prstGeom>
            <a:ln>
              <a:solidFill>
                <a:srgbClr val="ffffff">
                  <a:lumMod val="65000"/>
                </a:srgbClr>
              </a:solidFill>
            </a:ln>
          </p:spPr>
        </p:cxnSp>
        <p:cxnSp>
          <p:nvCxnSpPr>
            <p:cNvPr id="981" name="Straight Connector 365"/>
            <p:cNvCxnSpPr/>
            <p:nvPr/>
          </p:nvCxnSpPr>
          <p:spPr>
            <a:xfrm flipV="1">
              <a:off x="6240240" y="3016080"/>
              <a:ext cx="3055320" cy="865080"/>
            </a:xfrm>
            <a:prstGeom prst="straightConnector1">
              <a:avLst/>
            </a:prstGeom>
            <a:ln>
              <a:solidFill>
                <a:srgbClr val="ffffff">
                  <a:lumMod val="65000"/>
                </a:srgbClr>
              </a:solidFill>
            </a:ln>
          </p:spPr>
        </p:cxnSp>
        <p:cxnSp>
          <p:nvCxnSpPr>
            <p:cNvPr id="982" name="Straight Connector 366"/>
            <p:cNvCxnSpPr/>
            <p:nvPr/>
          </p:nvCxnSpPr>
          <p:spPr>
            <a:xfrm flipV="1">
              <a:off x="6240240" y="3016080"/>
              <a:ext cx="3055320" cy="1042920"/>
            </a:xfrm>
            <a:prstGeom prst="straightConnector1">
              <a:avLst/>
            </a:prstGeom>
            <a:ln>
              <a:solidFill>
                <a:srgbClr val="ffffff">
                  <a:lumMod val="65000"/>
                </a:srgbClr>
              </a:solidFill>
            </a:ln>
          </p:spPr>
        </p:cxnSp>
        <p:cxnSp>
          <p:nvCxnSpPr>
            <p:cNvPr id="983" name="Straight Connector 367"/>
            <p:cNvCxnSpPr/>
            <p:nvPr/>
          </p:nvCxnSpPr>
          <p:spPr>
            <a:xfrm flipV="1">
              <a:off x="6240240" y="3016080"/>
              <a:ext cx="3055320" cy="1221120"/>
            </a:xfrm>
            <a:prstGeom prst="straightConnector1">
              <a:avLst/>
            </a:prstGeom>
            <a:ln>
              <a:solidFill>
                <a:srgbClr val="ffffff">
                  <a:lumMod val="65000"/>
                </a:srgbClr>
              </a:solidFill>
            </a:ln>
          </p:spPr>
        </p:cxnSp>
        <p:cxnSp>
          <p:nvCxnSpPr>
            <p:cNvPr id="984" name="Straight Connector 368"/>
            <p:cNvCxnSpPr/>
            <p:nvPr/>
          </p:nvCxnSpPr>
          <p:spPr>
            <a:xfrm flipV="1">
              <a:off x="6240240" y="3016080"/>
              <a:ext cx="3055320" cy="1399320"/>
            </a:xfrm>
            <a:prstGeom prst="straightConnector1">
              <a:avLst/>
            </a:prstGeom>
            <a:ln>
              <a:solidFill>
                <a:srgbClr val="ffffff">
                  <a:lumMod val="65000"/>
                </a:srgbClr>
              </a:solidFill>
            </a:ln>
          </p:spPr>
        </p:cxnSp>
        <p:cxnSp>
          <p:nvCxnSpPr>
            <p:cNvPr id="985" name="Straight Connector 369"/>
            <p:cNvCxnSpPr/>
            <p:nvPr/>
          </p:nvCxnSpPr>
          <p:spPr>
            <a:xfrm flipV="1">
              <a:off x="6240240" y="3016080"/>
              <a:ext cx="3055320" cy="1577160"/>
            </a:xfrm>
            <a:prstGeom prst="straightConnector1">
              <a:avLst/>
            </a:prstGeom>
            <a:ln>
              <a:solidFill>
                <a:srgbClr val="ffffff">
                  <a:lumMod val="65000"/>
                </a:srgbClr>
              </a:solidFill>
            </a:ln>
          </p:spPr>
        </p:cxnSp>
        <p:cxnSp>
          <p:nvCxnSpPr>
            <p:cNvPr id="986" name="Straight Connector 370"/>
            <p:cNvCxnSpPr/>
            <p:nvPr/>
          </p:nvCxnSpPr>
          <p:spPr>
            <a:xfrm flipV="1">
              <a:off x="6240240" y="3016080"/>
              <a:ext cx="3055320" cy="1755360"/>
            </a:xfrm>
            <a:prstGeom prst="straightConnector1">
              <a:avLst/>
            </a:prstGeom>
            <a:ln>
              <a:solidFill>
                <a:srgbClr val="ffffff">
                  <a:lumMod val="65000"/>
                </a:srgbClr>
              </a:solidFill>
            </a:ln>
          </p:spPr>
        </p:cxnSp>
        <p:cxnSp>
          <p:nvCxnSpPr>
            <p:cNvPr id="987" name="Straight Connector 371"/>
            <p:cNvCxnSpPr/>
            <p:nvPr/>
          </p:nvCxnSpPr>
          <p:spPr>
            <a:xfrm flipV="1">
              <a:off x="6240240" y="3016080"/>
              <a:ext cx="3055320" cy="1933200"/>
            </a:xfrm>
            <a:prstGeom prst="straightConnector1">
              <a:avLst/>
            </a:prstGeom>
            <a:ln>
              <a:solidFill>
                <a:srgbClr val="ffffff">
                  <a:lumMod val="65000"/>
                </a:srgbClr>
              </a:solidFill>
            </a:ln>
          </p:spPr>
        </p:cxnSp>
        <p:cxnSp>
          <p:nvCxnSpPr>
            <p:cNvPr id="988" name="Straight Connector 372"/>
            <p:cNvCxnSpPr/>
            <p:nvPr/>
          </p:nvCxnSpPr>
          <p:spPr>
            <a:xfrm flipV="1">
              <a:off x="6240240" y="3016080"/>
              <a:ext cx="3055320" cy="2111400"/>
            </a:xfrm>
            <a:prstGeom prst="straightConnector1">
              <a:avLst/>
            </a:prstGeom>
            <a:ln>
              <a:solidFill>
                <a:srgbClr val="ffffff">
                  <a:lumMod val="65000"/>
                </a:srgbClr>
              </a:solidFill>
            </a:ln>
          </p:spPr>
        </p:cxnSp>
        <p:cxnSp>
          <p:nvCxnSpPr>
            <p:cNvPr id="989" name="Straight Connector 373"/>
            <p:cNvCxnSpPr/>
            <p:nvPr/>
          </p:nvCxnSpPr>
          <p:spPr>
            <a:xfrm flipV="1">
              <a:off x="6240240" y="3016080"/>
              <a:ext cx="3055320" cy="2289240"/>
            </a:xfrm>
            <a:prstGeom prst="straightConnector1">
              <a:avLst/>
            </a:prstGeom>
            <a:ln>
              <a:solidFill>
                <a:srgbClr val="ffffff">
                  <a:lumMod val="65000"/>
                </a:srgbClr>
              </a:solidFill>
            </a:ln>
          </p:spPr>
        </p:cxnSp>
        <p:cxnSp>
          <p:nvCxnSpPr>
            <p:cNvPr id="990" name="Straight Connector 374"/>
            <p:cNvCxnSpPr/>
            <p:nvPr/>
          </p:nvCxnSpPr>
          <p:spPr>
            <a:xfrm flipV="1">
              <a:off x="6240240" y="3016080"/>
              <a:ext cx="3055320" cy="2467440"/>
            </a:xfrm>
            <a:prstGeom prst="straightConnector1">
              <a:avLst/>
            </a:prstGeom>
            <a:ln>
              <a:solidFill>
                <a:srgbClr val="ffffff">
                  <a:lumMod val="65000"/>
                </a:srgbClr>
              </a:solidFill>
            </a:ln>
          </p:spPr>
        </p:cxnSp>
        <p:cxnSp>
          <p:nvCxnSpPr>
            <p:cNvPr id="991" name="Straight Connector 375"/>
            <p:cNvCxnSpPr/>
            <p:nvPr/>
          </p:nvCxnSpPr>
          <p:spPr>
            <a:xfrm flipV="1">
              <a:off x="6240240" y="3016080"/>
              <a:ext cx="3055320" cy="2645640"/>
            </a:xfrm>
            <a:prstGeom prst="straightConnector1">
              <a:avLst/>
            </a:prstGeom>
            <a:ln>
              <a:solidFill>
                <a:srgbClr val="ffffff">
                  <a:lumMod val="65000"/>
                </a:srgbClr>
              </a:solidFill>
            </a:ln>
          </p:spPr>
        </p:cxnSp>
        <p:cxnSp>
          <p:nvCxnSpPr>
            <p:cNvPr id="992" name="Straight Connector 376"/>
            <p:cNvCxnSpPr/>
            <p:nvPr/>
          </p:nvCxnSpPr>
          <p:spPr>
            <a:xfrm flipV="1">
              <a:off x="6240240" y="3016080"/>
              <a:ext cx="3055320" cy="2823480"/>
            </a:xfrm>
            <a:prstGeom prst="straightConnector1">
              <a:avLst/>
            </a:prstGeom>
            <a:ln>
              <a:solidFill>
                <a:srgbClr val="ffffff">
                  <a:lumMod val="65000"/>
                </a:srgbClr>
              </a:solidFill>
            </a:ln>
          </p:spPr>
        </p:cxnSp>
        <p:cxnSp>
          <p:nvCxnSpPr>
            <p:cNvPr id="993" name="Straight Connector 377"/>
            <p:cNvCxnSpPr/>
            <p:nvPr/>
          </p:nvCxnSpPr>
          <p:spPr>
            <a:xfrm flipV="1">
              <a:off x="6240240" y="3016080"/>
              <a:ext cx="3055320" cy="3001680"/>
            </a:xfrm>
            <a:prstGeom prst="straightConnector1">
              <a:avLst/>
            </a:prstGeom>
            <a:ln>
              <a:solidFill>
                <a:srgbClr val="ffffff">
                  <a:lumMod val="65000"/>
                </a:srgbClr>
              </a:solidFill>
            </a:ln>
          </p:spPr>
        </p:cxnSp>
        <p:cxnSp>
          <p:nvCxnSpPr>
            <p:cNvPr id="994" name="Straight Connector 378"/>
            <p:cNvCxnSpPr/>
            <p:nvPr/>
          </p:nvCxnSpPr>
          <p:spPr>
            <a:xfrm>
              <a:off x="6240240" y="1922400"/>
              <a:ext cx="3055320" cy="1495440"/>
            </a:xfrm>
            <a:prstGeom prst="straightConnector1">
              <a:avLst/>
            </a:prstGeom>
            <a:ln>
              <a:solidFill>
                <a:srgbClr val="ffffff">
                  <a:lumMod val="65000"/>
                </a:srgbClr>
              </a:solidFill>
            </a:ln>
          </p:spPr>
        </p:cxnSp>
        <p:cxnSp>
          <p:nvCxnSpPr>
            <p:cNvPr id="995" name="Straight Connector 379"/>
            <p:cNvCxnSpPr/>
            <p:nvPr/>
          </p:nvCxnSpPr>
          <p:spPr>
            <a:xfrm>
              <a:off x="6240240" y="2100240"/>
              <a:ext cx="3055320" cy="1317600"/>
            </a:xfrm>
            <a:prstGeom prst="straightConnector1">
              <a:avLst/>
            </a:prstGeom>
            <a:ln>
              <a:solidFill>
                <a:srgbClr val="ffffff">
                  <a:lumMod val="65000"/>
                </a:srgbClr>
              </a:solidFill>
            </a:ln>
          </p:spPr>
        </p:cxnSp>
        <p:cxnSp>
          <p:nvCxnSpPr>
            <p:cNvPr id="996" name="Straight Connector 380"/>
            <p:cNvCxnSpPr/>
            <p:nvPr/>
          </p:nvCxnSpPr>
          <p:spPr>
            <a:xfrm>
              <a:off x="6240240" y="2278440"/>
              <a:ext cx="3055320" cy="1139400"/>
            </a:xfrm>
            <a:prstGeom prst="straightConnector1">
              <a:avLst/>
            </a:prstGeom>
            <a:ln>
              <a:solidFill>
                <a:srgbClr val="ffffff">
                  <a:lumMod val="65000"/>
                </a:srgbClr>
              </a:solidFill>
            </a:ln>
          </p:spPr>
        </p:cxnSp>
        <p:cxnSp>
          <p:nvCxnSpPr>
            <p:cNvPr id="997" name="Straight Connector 381"/>
            <p:cNvCxnSpPr/>
            <p:nvPr/>
          </p:nvCxnSpPr>
          <p:spPr>
            <a:xfrm>
              <a:off x="6240240" y="2456280"/>
              <a:ext cx="3055320" cy="961560"/>
            </a:xfrm>
            <a:prstGeom prst="straightConnector1">
              <a:avLst/>
            </a:prstGeom>
            <a:ln>
              <a:solidFill>
                <a:srgbClr val="ffffff">
                  <a:lumMod val="65000"/>
                </a:srgbClr>
              </a:solidFill>
            </a:ln>
          </p:spPr>
        </p:cxnSp>
        <p:cxnSp>
          <p:nvCxnSpPr>
            <p:cNvPr id="998" name="Straight Connector 382"/>
            <p:cNvCxnSpPr/>
            <p:nvPr/>
          </p:nvCxnSpPr>
          <p:spPr>
            <a:xfrm>
              <a:off x="6240240" y="2634480"/>
              <a:ext cx="3055320" cy="783360"/>
            </a:xfrm>
            <a:prstGeom prst="straightConnector1">
              <a:avLst/>
            </a:prstGeom>
            <a:ln>
              <a:solidFill>
                <a:srgbClr val="ffffff">
                  <a:lumMod val="65000"/>
                </a:srgbClr>
              </a:solidFill>
            </a:ln>
          </p:spPr>
        </p:cxnSp>
        <p:cxnSp>
          <p:nvCxnSpPr>
            <p:cNvPr id="999" name="Straight Connector 383"/>
            <p:cNvCxnSpPr/>
            <p:nvPr/>
          </p:nvCxnSpPr>
          <p:spPr>
            <a:xfrm>
              <a:off x="6240240" y="2812320"/>
              <a:ext cx="3055320" cy="605520"/>
            </a:xfrm>
            <a:prstGeom prst="straightConnector1">
              <a:avLst/>
            </a:prstGeom>
            <a:ln>
              <a:solidFill>
                <a:srgbClr val="ffffff">
                  <a:lumMod val="65000"/>
                </a:srgbClr>
              </a:solidFill>
            </a:ln>
          </p:spPr>
        </p:cxnSp>
        <p:cxnSp>
          <p:nvCxnSpPr>
            <p:cNvPr id="1000" name="Straight Connector 384"/>
            <p:cNvCxnSpPr/>
            <p:nvPr/>
          </p:nvCxnSpPr>
          <p:spPr>
            <a:xfrm>
              <a:off x="6240240" y="2990520"/>
              <a:ext cx="3055320" cy="427320"/>
            </a:xfrm>
            <a:prstGeom prst="straightConnector1">
              <a:avLst/>
            </a:prstGeom>
            <a:ln>
              <a:solidFill>
                <a:srgbClr val="ffffff">
                  <a:lumMod val="65000"/>
                </a:srgbClr>
              </a:solidFill>
            </a:ln>
          </p:spPr>
        </p:cxnSp>
        <p:cxnSp>
          <p:nvCxnSpPr>
            <p:cNvPr id="1001" name="Straight Connector 385"/>
            <p:cNvCxnSpPr/>
            <p:nvPr/>
          </p:nvCxnSpPr>
          <p:spPr>
            <a:xfrm>
              <a:off x="6240240" y="3168720"/>
              <a:ext cx="3055320" cy="249120"/>
            </a:xfrm>
            <a:prstGeom prst="straightConnector1">
              <a:avLst/>
            </a:prstGeom>
            <a:ln>
              <a:solidFill>
                <a:srgbClr val="ffffff">
                  <a:lumMod val="65000"/>
                </a:srgbClr>
              </a:solidFill>
            </a:ln>
          </p:spPr>
        </p:cxnSp>
        <p:cxnSp>
          <p:nvCxnSpPr>
            <p:cNvPr id="1002" name="Straight Connector 386"/>
            <p:cNvCxnSpPr/>
            <p:nvPr/>
          </p:nvCxnSpPr>
          <p:spPr>
            <a:xfrm>
              <a:off x="6240240" y="3346560"/>
              <a:ext cx="3055320" cy="71280"/>
            </a:xfrm>
            <a:prstGeom prst="straightConnector1">
              <a:avLst/>
            </a:prstGeom>
            <a:ln>
              <a:solidFill>
                <a:srgbClr val="ffffff">
                  <a:lumMod val="65000"/>
                </a:srgbClr>
              </a:solidFill>
            </a:ln>
          </p:spPr>
        </p:cxnSp>
        <p:cxnSp>
          <p:nvCxnSpPr>
            <p:cNvPr id="1003" name="Straight Connector 387"/>
            <p:cNvCxnSpPr/>
            <p:nvPr/>
          </p:nvCxnSpPr>
          <p:spPr>
            <a:xfrm flipV="1">
              <a:off x="6240240" y="3417480"/>
              <a:ext cx="3055320" cy="107640"/>
            </a:xfrm>
            <a:prstGeom prst="straightConnector1">
              <a:avLst/>
            </a:prstGeom>
            <a:ln>
              <a:solidFill>
                <a:srgbClr val="ffffff">
                  <a:lumMod val="65000"/>
                </a:srgbClr>
              </a:solidFill>
            </a:ln>
          </p:spPr>
        </p:cxnSp>
        <p:cxnSp>
          <p:nvCxnSpPr>
            <p:cNvPr id="1004" name="Straight Connector 388"/>
            <p:cNvCxnSpPr/>
            <p:nvPr/>
          </p:nvCxnSpPr>
          <p:spPr>
            <a:xfrm flipV="1">
              <a:off x="6240240" y="3417480"/>
              <a:ext cx="3055320" cy="285480"/>
            </a:xfrm>
            <a:prstGeom prst="straightConnector1">
              <a:avLst/>
            </a:prstGeom>
            <a:ln>
              <a:solidFill>
                <a:srgbClr val="ffffff">
                  <a:lumMod val="65000"/>
                </a:srgbClr>
              </a:solidFill>
            </a:ln>
          </p:spPr>
        </p:cxnSp>
        <p:cxnSp>
          <p:nvCxnSpPr>
            <p:cNvPr id="1005" name="Straight Connector 389"/>
            <p:cNvCxnSpPr/>
            <p:nvPr/>
          </p:nvCxnSpPr>
          <p:spPr>
            <a:xfrm flipV="1">
              <a:off x="6240240" y="3417480"/>
              <a:ext cx="3055320" cy="463680"/>
            </a:xfrm>
            <a:prstGeom prst="straightConnector1">
              <a:avLst/>
            </a:prstGeom>
            <a:ln>
              <a:solidFill>
                <a:srgbClr val="ffffff">
                  <a:lumMod val="65000"/>
                </a:srgbClr>
              </a:solidFill>
            </a:ln>
          </p:spPr>
        </p:cxnSp>
        <p:cxnSp>
          <p:nvCxnSpPr>
            <p:cNvPr id="1006" name="Straight Connector 390"/>
            <p:cNvCxnSpPr/>
            <p:nvPr/>
          </p:nvCxnSpPr>
          <p:spPr>
            <a:xfrm flipV="1">
              <a:off x="6240240" y="3417480"/>
              <a:ext cx="3055320" cy="641520"/>
            </a:xfrm>
            <a:prstGeom prst="straightConnector1">
              <a:avLst/>
            </a:prstGeom>
            <a:ln>
              <a:solidFill>
                <a:srgbClr val="ffffff">
                  <a:lumMod val="65000"/>
                </a:srgbClr>
              </a:solidFill>
            </a:ln>
          </p:spPr>
        </p:cxnSp>
        <p:cxnSp>
          <p:nvCxnSpPr>
            <p:cNvPr id="1007" name="Straight Connector 391"/>
            <p:cNvCxnSpPr/>
            <p:nvPr/>
          </p:nvCxnSpPr>
          <p:spPr>
            <a:xfrm flipV="1">
              <a:off x="6240240" y="3417480"/>
              <a:ext cx="3055320" cy="819720"/>
            </a:xfrm>
            <a:prstGeom prst="straightConnector1">
              <a:avLst/>
            </a:prstGeom>
            <a:ln>
              <a:solidFill>
                <a:srgbClr val="ffffff">
                  <a:lumMod val="65000"/>
                </a:srgbClr>
              </a:solidFill>
            </a:ln>
          </p:spPr>
        </p:cxnSp>
        <p:cxnSp>
          <p:nvCxnSpPr>
            <p:cNvPr id="1008" name="Straight Connector 392"/>
            <p:cNvCxnSpPr/>
            <p:nvPr/>
          </p:nvCxnSpPr>
          <p:spPr>
            <a:xfrm flipV="1">
              <a:off x="6240240" y="3417480"/>
              <a:ext cx="3055320" cy="997920"/>
            </a:xfrm>
            <a:prstGeom prst="straightConnector1">
              <a:avLst/>
            </a:prstGeom>
            <a:ln>
              <a:solidFill>
                <a:srgbClr val="ffffff">
                  <a:lumMod val="65000"/>
                </a:srgbClr>
              </a:solidFill>
            </a:ln>
          </p:spPr>
        </p:cxnSp>
        <p:cxnSp>
          <p:nvCxnSpPr>
            <p:cNvPr id="1009" name="Straight Connector 393"/>
            <p:cNvCxnSpPr/>
            <p:nvPr/>
          </p:nvCxnSpPr>
          <p:spPr>
            <a:xfrm flipV="1">
              <a:off x="6240240" y="3417480"/>
              <a:ext cx="3055320" cy="1175760"/>
            </a:xfrm>
            <a:prstGeom prst="straightConnector1">
              <a:avLst/>
            </a:prstGeom>
            <a:ln>
              <a:solidFill>
                <a:srgbClr val="ffffff">
                  <a:lumMod val="65000"/>
                </a:srgbClr>
              </a:solidFill>
            </a:ln>
          </p:spPr>
        </p:cxnSp>
        <p:cxnSp>
          <p:nvCxnSpPr>
            <p:cNvPr id="1010" name="Straight Connector 394"/>
            <p:cNvCxnSpPr/>
            <p:nvPr/>
          </p:nvCxnSpPr>
          <p:spPr>
            <a:xfrm flipV="1">
              <a:off x="6240240" y="3417480"/>
              <a:ext cx="3055320" cy="1353960"/>
            </a:xfrm>
            <a:prstGeom prst="straightConnector1">
              <a:avLst/>
            </a:prstGeom>
            <a:ln>
              <a:solidFill>
                <a:srgbClr val="ffffff">
                  <a:lumMod val="65000"/>
                </a:srgbClr>
              </a:solidFill>
            </a:ln>
          </p:spPr>
        </p:cxnSp>
        <p:cxnSp>
          <p:nvCxnSpPr>
            <p:cNvPr id="1011" name="Straight Connector 395"/>
            <p:cNvCxnSpPr/>
            <p:nvPr/>
          </p:nvCxnSpPr>
          <p:spPr>
            <a:xfrm flipV="1">
              <a:off x="6240240" y="3417480"/>
              <a:ext cx="3055320" cy="1531800"/>
            </a:xfrm>
            <a:prstGeom prst="straightConnector1">
              <a:avLst/>
            </a:prstGeom>
            <a:ln>
              <a:solidFill>
                <a:srgbClr val="ffffff">
                  <a:lumMod val="65000"/>
                </a:srgbClr>
              </a:solidFill>
            </a:ln>
          </p:spPr>
        </p:cxnSp>
        <p:cxnSp>
          <p:nvCxnSpPr>
            <p:cNvPr id="1012" name="Straight Connector 396"/>
            <p:cNvCxnSpPr/>
            <p:nvPr/>
          </p:nvCxnSpPr>
          <p:spPr>
            <a:xfrm flipV="1">
              <a:off x="6240240" y="3417480"/>
              <a:ext cx="3055320" cy="1710000"/>
            </a:xfrm>
            <a:prstGeom prst="straightConnector1">
              <a:avLst/>
            </a:prstGeom>
            <a:ln>
              <a:solidFill>
                <a:srgbClr val="ffffff">
                  <a:lumMod val="65000"/>
                </a:srgbClr>
              </a:solidFill>
            </a:ln>
          </p:spPr>
        </p:cxnSp>
        <p:cxnSp>
          <p:nvCxnSpPr>
            <p:cNvPr id="1013" name="Straight Connector 397"/>
            <p:cNvCxnSpPr/>
            <p:nvPr/>
          </p:nvCxnSpPr>
          <p:spPr>
            <a:xfrm flipV="1">
              <a:off x="6240240" y="3417480"/>
              <a:ext cx="3055320" cy="1887840"/>
            </a:xfrm>
            <a:prstGeom prst="straightConnector1">
              <a:avLst/>
            </a:prstGeom>
            <a:ln>
              <a:solidFill>
                <a:srgbClr val="ffffff">
                  <a:lumMod val="65000"/>
                </a:srgbClr>
              </a:solidFill>
            </a:ln>
          </p:spPr>
        </p:cxnSp>
        <p:cxnSp>
          <p:nvCxnSpPr>
            <p:cNvPr id="1014" name="Straight Connector 398"/>
            <p:cNvCxnSpPr/>
            <p:nvPr/>
          </p:nvCxnSpPr>
          <p:spPr>
            <a:xfrm flipV="1">
              <a:off x="6240240" y="3417480"/>
              <a:ext cx="3055320" cy="2066040"/>
            </a:xfrm>
            <a:prstGeom prst="straightConnector1">
              <a:avLst/>
            </a:prstGeom>
            <a:ln>
              <a:solidFill>
                <a:srgbClr val="ffffff">
                  <a:lumMod val="65000"/>
                </a:srgbClr>
              </a:solidFill>
            </a:ln>
          </p:spPr>
        </p:cxnSp>
        <p:cxnSp>
          <p:nvCxnSpPr>
            <p:cNvPr id="1015" name="Straight Connector 399"/>
            <p:cNvCxnSpPr/>
            <p:nvPr/>
          </p:nvCxnSpPr>
          <p:spPr>
            <a:xfrm flipV="1">
              <a:off x="6240240" y="3417480"/>
              <a:ext cx="3055320" cy="2244240"/>
            </a:xfrm>
            <a:prstGeom prst="straightConnector1">
              <a:avLst/>
            </a:prstGeom>
            <a:ln>
              <a:solidFill>
                <a:srgbClr val="ffffff">
                  <a:lumMod val="65000"/>
                </a:srgbClr>
              </a:solidFill>
            </a:ln>
          </p:spPr>
        </p:cxnSp>
        <p:cxnSp>
          <p:nvCxnSpPr>
            <p:cNvPr id="1016" name="Straight Connector 400"/>
            <p:cNvCxnSpPr/>
            <p:nvPr/>
          </p:nvCxnSpPr>
          <p:spPr>
            <a:xfrm flipV="1">
              <a:off x="6240240" y="3417480"/>
              <a:ext cx="3055320" cy="2422080"/>
            </a:xfrm>
            <a:prstGeom prst="straightConnector1">
              <a:avLst/>
            </a:prstGeom>
            <a:ln>
              <a:solidFill>
                <a:srgbClr val="ffffff">
                  <a:lumMod val="65000"/>
                </a:srgbClr>
              </a:solidFill>
            </a:ln>
          </p:spPr>
        </p:cxnSp>
        <p:cxnSp>
          <p:nvCxnSpPr>
            <p:cNvPr id="1017" name="Straight Connector 401"/>
            <p:cNvCxnSpPr/>
            <p:nvPr/>
          </p:nvCxnSpPr>
          <p:spPr>
            <a:xfrm flipV="1">
              <a:off x="6240240" y="3417480"/>
              <a:ext cx="3055320" cy="2600280"/>
            </a:xfrm>
            <a:prstGeom prst="straightConnector1">
              <a:avLst/>
            </a:prstGeom>
            <a:ln>
              <a:solidFill>
                <a:srgbClr val="ffffff">
                  <a:lumMod val="65000"/>
                </a:srgbClr>
              </a:solidFill>
            </a:ln>
          </p:spPr>
        </p:cxnSp>
        <p:cxnSp>
          <p:nvCxnSpPr>
            <p:cNvPr id="1018" name="Straight Connector 402"/>
            <p:cNvCxnSpPr/>
            <p:nvPr/>
          </p:nvCxnSpPr>
          <p:spPr>
            <a:xfrm>
              <a:off x="6240240" y="1922400"/>
              <a:ext cx="3055320" cy="1896840"/>
            </a:xfrm>
            <a:prstGeom prst="straightConnector1">
              <a:avLst/>
            </a:prstGeom>
            <a:ln>
              <a:solidFill>
                <a:srgbClr val="ffffff">
                  <a:lumMod val="65000"/>
                </a:srgbClr>
              </a:solidFill>
            </a:ln>
          </p:spPr>
        </p:cxnSp>
        <p:cxnSp>
          <p:nvCxnSpPr>
            <p:cNvPr id="1019" name="Straight Connector 403"/>
            <p:cNvCxnSpPr/>
            <p:nvPr/>
          </p:nvCxnSpPr>
          <p:spPr>
            <a:xfrm>
              <a:off x="6240240" y="2100240"/>
              <a:ext cx="3055320" cy="1719000"/>
            </a:xfrm>
            <a:prstGeom prst="straightConnector1">
              <a:avLst/>
            </a:prstGeom>
            <a:ln>
              <a:solidFill>
                <a:srgbClr val="ffffff">
                  <a:lumMod val="65000"/>
                </a:srgbClr>
              </a:solidFill>
            </a:ln>
          </p:spPr>
        </p:cxnSp>
        <p:cxnSp>
          <p:nvCxnSpPr>
            <p:cNvPr id="1020" name="Straight Connector 404"/>
            <p:cNvCxnSpPr/>
            <p:nvPr/>
          </p:nvCxnSpPr>
          <p:spPr>
            <a:xfrm>
              <a:off x="6240240" y="2278440"/>
              <a:ext cx="3055320" cy="1540800"/>
            </a:xfrm>
            <a:prstGeom prst="straightConnector1">
              <a:avLst/>
            </a:prstGeom>
            <a:ln>
              <a:solidFill>
                <a:srgbClr val="ffffff">
                  <a:lumMod val="65000"/>
                </a:srgbClr>
              </a:solidFill>
            </a:ln>
          </p:spPr>
        </p:cxnSp>
        <p:cxnSp>
          <p:nvCxnSpPr>
            <p:cNvPr id="1021" name="Straight Connector 405"/>
            <p:cNvCxnSpPr/>
            <p:nvPr/>
          </p:nvCxnSpPr>
          <p:spPr>
            <a:xfrm>
              <a:off x="6240240" y="2456280"/>
              <a:ext cx="3055320" cy="1362960"/>
            </a:xfrm>
            <a:prstGeom prst="straightConnector1">
              <a:avLst/>
            </a:prstGeom>
            <a:ln>
              <a:solidFill>
                <a:srgbClr val="ffffff">
                  <a:lumMod val="65000"/>
                </a:srgbClr>
              </a:solidFill>
            </a:ln>
          </p:spPr>
        </p:cxnSp>
        <p:cxnSp>
          <p:nvCxnSpPr>
            <p:cNvPr id="1022" name="Straight Connector 406"/>
            <p:cNvCxnSpPr/>
            <p:nvPr/>
          </p:nvCxnSpPr>
          <p:spPr>
            <a:xfrm>
              <a:off x="6240240" y="2634480"/>
              <a:ext cx="3055320" cy="1184760"/>
            </a:xfrm>
            <a:prstGeom prst="straightConnector1">
              <a:avLst/>
            </a:prstGeom>
            <a:ln>
              <a:solidFill>
                <a:srgbClr val="ffffff">
                  <a:lumMod val="65000"/>
                </a:srgbClr>
              </a:solidFill>
            </a:ln>
          </p:spPr>
        </p:cxnSp>
        <p:cxnSp>
          <p:nvCxnSpPr>
            <p:cNvPr id="1023" name="Straight Connector 407"/>
            <p:cNvCxnSpPr/>
            <p:nvPr/>
          </p:nvCxnSpPr>
          <p:spPr>
            <a:xfrm>
              <a:off x="6240240" y="2812320"/>
              <a:ext cx="3055320" cy="1006920"/>
            </a:xfrm>
            <a:prstGeom prst="straightConnector1">
              <a:avLst/>
            </a:prstGeom>
            <a:ln>
              <a:solidFill>
                <a:srgbClr val="ffffff">
                  <a:lumMod val="65000"/>
                </a:srgbClr>
              </a:solidFill>
            </a:ln>
          </p:spPr>
        </p:cxnSp>
        <p:cxnSp>
          <p:nvCxnSpPr>
            <p:cNvPr id="1024" name="Straight Connector 408"/>
            <p:cNvCxnSpPr/>
            <p:nvPr/>
          </p:nvCxnSpPr>
          <p:spPr>
            <a:xfrm>
              <a:off x="6240240" y="2990520"/>
              <a:ext cx="3055320" cy="828720"/>
            </a:xfrm>
            <a:prstGeom prst="straightConnector1">
              <a:avLst/>
            </a:prstGeom>
            <a:ln>
              <a:solidFill>
                <a:srgbClr val="ffffff">
                  <a:lumMod val="65000"/>
                </a:srgbClr>
              </a:solidFill>
            </a:ln>
          </p:spPr>
        </p:cxnSp>
        <p:cxnSp>
          <p:nvCxnSpPr>
            <p:cNvPr id="1025" name="Straight Connector 409"/>
            <p:cNvCxnSpPr/>
            <p:nvPr/>
          </p:nvCxnSpPr>
          <p:spPr>
            <a:xfrm>
              <a:off x="6240240" y="3168720"/>
              <a:ext cx="3055320" cy="650520"/>
            </a:xfrm>
            <a:prstGeom prst="straightConnector1">
              <a:avLst/>
            </a:prstGeom>
            <a:ln>
              <a:solidFill>
                <a:srgbClr val="ffffff">
                  <a:lumMod val="65000"/>
                </a:srgbClr>
              </a:solidFill>
            </a:ln>
          </p:spPr>
        </p:cxnSp>
        <p:cxnSp>
          <p:nvCxnSpPr>
            <p:cNvPr id="1026" name="Straight Connector 410"/>
            <p:cNvCxnSpPr/>
            <p:nvPr/>
          </p:nvCxnSpPr>
          <p:spPr>
            <a:xfrm>
              <a:off x="6240240" y="3346560"/>
              <a:ext cx="3055320" cy="472680"/>
            </a:xfrm>
            <a:prstGeom prst="straightConnector1">
              <a:avLst/>
            </a:prstGeom>
            <a:ln>
              <a:solidFill>
                <a:srgbClr val="ffffff">
                  <a:lumMod val="65000"/>
                </a:srgbClr>
              </a:solidFill>
            </a:ln>
          </p:spPr>
        </p:cxnSp>
        <p:cxnSp>
          <p:nvCxnSpPr>
            <p:cNvPr id="1027" name="Straight Connector 411"/>
            <p:cNvCxnSpPr/>
            <p:nvPr/>
          </p:nvCxnSpPr>
          <p:spPr>
            <a:xfrm>
              <a:off x="6240240" y="3524760"/>
              <a:ext cx="3055320" cy="294480"/>
            </a:xfrm>
            <a:prstGeom prst="straightConnector1">
              <a:avLst/>
            </a:prstGeom>
            <a:ln>
              <a:solidFill>
                <a:srgbClr val="ffffff">
                  <a:lumMod val="65000"/>
                </a:srgbClr>
              </a:solidFill>
            </a:ln>
          </p:spPr>
        </p:cxnSp>
        <p:cxnSp>
          <p:nvCxnSpPr>
            <p:cNvPr id="1028" name="Straight Connector 412"/>
            <p:cNvCxnSpPr/>
            <p:nvPr/>
          </p:nvCxnSpPr>
          <p:spPr>
            <a:xfrm>
              <a:off x="6240240" y="3702600"/>
              <a:ext cx="3055320" cy="116640"/>
            </a:xfrm>
            <a:prstGeom prst="straightConnector1">
              <a:avLst/>
            </a:prstGeom>
            <a:ln>
              <a:solidFill>
                <a:srgbClr val="ffffff">
                  <a:lumMod val="65000"/>
                </a:srgbClr>
              </a:solidFill>
            </a:ln>
          </p:spPr>
        </p:cxnSp>
        <p:cxnSp>
          <p:nvCxnSpPr>
            <p:cNvPr id="1029" name="Straight Connector 413"/>
            <p:cNvCxnSpPr/>
            <p:nvPr/>
          </p:nvCxnSpPr>
          <p:spPr>
            <a:xfrm flipV="1">
              <a:off x="6240240" y="3818880"/>
              <a:ext cx="3055320" cy="62280"/>
            </a:xfrm>
            <a:prstGeom prst="straightConnector1">
              <a:avLst/>
            </a:prstGeom>
            <a:ln>
              <a:solidFill>
                <a:srgbClr val="ffffff">
                  <a:lumMod val="65000"/>
                </a:srgbClr>
              </a:solidFill>
            </a:ln>
          </p:spPr>
        </p:cxnSp>
        <p:cxnSp>
          <p:nvCxnSpPr>
            <p:cNvPr id="1030" name="Straight Connector 414"/>
            <p:cNvCxnSpPr/>
            <p:nvPr/>
          </p:nvCxnSpPr>
          <p:spPr>
            <a:xfrm flipV="1">
              <a:off x="6240240" y="3818880"/>
              <a:ext cx="3055320" cy="240120"/>
            </a:xfrm>
            <a:prstGeom prst="straightConnector1">
              <a:avLst/>
            </a:prstGeom>
            <a:ln>
              <a:solidFill>
                <a:srgbClr val="ffffff">
                  <a:lumMod val="65000"/>
                </a:srgbClr>
              </a:solidFill>
            </a:ln>
          </p:spPr>
        </p:cxnSp>
        <p:cxnSp>
          <p:nvCxnSpPr>
            <p:cNvPr id="1031" name="Straight Connector 415"/>
            <p:cNvCxnSpPr/>
            <p:nvPr/>
          </p:nvCxnSpPr>
          <p:spPr>
            <a:xfrm flipV="1">
              <a:off x="6240240" y="3818880"/>
              <a:ext cx="3055320" cy="418320"/>
            </a:xfrm>
            <a:prstGeom prst="straightConnector1">
              <a:avLst/>
            </a:prstGeom>
            <a:ln>
              <a:solidFill>
                <a:srgbClr val="ffffff">
                  <a:lumMod val="65000"/>
                </a:srgbClr>
              </a:solidFill>
            </a:ln>
          </p:spPr>
        </p:cxnSp>
        <p:cxnSp>
          <p:nvCxnSpPr>
            <p:cNvPr id="1032" name="Straight Connector 416"/>
            <p:cNvCxnSpPr/>
            <p:nvPr/>
          </p:nvCxnSpPr>
          <p:spPr>
            <a:xfrm flipV="1">
              <a:off x="6240240" y="3818880"/>
              <a:ext cx="3055320" cy="596520"/>
            </a:xfrm>
            <a:prstGeom prst="straightConnector1">
              <a:avLst/>
            </a:prstGeom>
            <a:ln>
              <a:solidFill>
                <a:srgbClr val="ffffff">
                  <a:lumMod val="65000"/>
                </a:srgbClr>
              </a:solidFill>
            </a:ln>
          </p:spPr>
        </p:cxnSp>
        <p:cxnSp>
          <p:nvCxnSpPr>
            <p:cNvPr id="1033" name="Straight Connector 417"/>
            <p:cNvCxnSpPr/>
            <p:nvPr/>
          </p:nvCxnSpPr>
          <p:spPr>
            <a:xfrm flipV="1">
              <a:off x="6240240" y="3818880"/>
              <a:ext cx="3055320" cy="774360"/>
            </a:xfrm>
            <a:prstGeom prst="straightConnector1">
              <a:avLst/>
            </a:prstGeom>
            <a:ln>
              <a:solidFill>
                <a:srgbClr val="ffffff">
                  <a:lumMod val="65000"/>
                </a:srgbClr>
              </a:solidFill>
            </a:ln>
          </p:spPr>
        </p:cxnSp>
        <p:cxnSp>
          <p:nvCxnSpPr>
            <p:cNvPr id="1034" name="Straight Connector 418"/>
            <p:cNvCxnSpPr/>
            <p:nvPr/>
          </p:nvCxnSpPr>
          <p:spPr>
            <a:xfrm flipV="1">
              <a:off x="6240240" y="3818880"/>
              <a:ext cx="3055320" cy="952560"/>
            </a:xfrm>
            <a:prstGeom prst="straightConnector1">
              <a:avLst/>
            </a:prstGeom>
            <a:ln>
              <a:solidFill>
                <a:srgbClr val="ffffff">
                  <a:lumMod val="65000"/>
                </a:srgbClr>
              </a:solidFill>
            </a:ln>
          </p:spPr>
        </p:cxnSp>
        <p:cxnSp>
          <p:nvCxnSpPr>
            <p:cNvPr id="1035" name="Straight Connector 419"/>
            <p:cNvCxnSpPr/>
            <p:nvPr/>
          </p:nvCxnSpPr>
          <p:spPr>
            <a:xfrm flipV="1">
              <a:off x="6240240" y="3818880"/>
              <a:ext cx="3055320" cy="1130400"/>
            </a:xfrm>
            <a:prstGeom prst="straightConnector1">
              <a:avLst/>
            </a:prstGeom>
            <a:ln>
              <a:solidFill>
                <a:srgbClr val="ffffff">
                  <a:lumMod val="65000"/>
                </a:srgbClr>
              </a:solidFill>
            </a:ln>
          </p:spPr>
        </p:cxnSp>
        <p:cxnSp>
          <p:nvCxnSpPr>
            <p:cNvPr id="1036" name="Straight Connector 420"/>
            <p:cNvCxnSpPr/>
            <p:nvPr/>
          </p:nvCxnSpPr>
          <p:spPr>
            <a:xfrm flipV="1">
              <a:off x="6240240" y="3818880"/>
              <a:ext cx="3055320" cy="1308600"/>
            </a:xfrm>
            <a:prstGeom prst="straightConnector1">
              <a:avLst/>
            </a:prstGeom>
            <a:ln>
              <a:solidFill>
                <a:srgbClr val="ffffff">
                  <a:lumMod val="65000"/>
                </a:srgbClr>
              </a:solidFill>
            </a:ln>
          </p:spPr>
        </p:cxnSp>
        <p:cxnSp>
          <p:nvCxnSpPr>
            <p:cNvPr id="1037" name="Straight Connector 421"/>
            <p:cNvCxnSpPr/>
            <p:nvPr/>
          </p:nvCxnSpPr>
          <p:spPr>
            <a:xfrm flipV="1">
              <a:off x="6240240" y="3818880"/>
              <a:ext cx="3055320" cy="1486440"/>
            </a:xfrm>
            <a:prstGeom prst="straightConnector1">
              <a:avLst/>
            </a:prstGeom>
            <a:ln>
              <a:solidFill>
                <a:srgbClr val="ffffff">
                  <a:lumMod val="65000"/>
                </a:srgbClr>
              </a:solidFill>
            </a:ln>
          </p:spPr>
        </p:cxnSp>
        <p:cxnSp>
          <p:nvCxnSpPr>
            <p:cNvPr id="1038" name="Straight Connector 422"/>
            <p:cNvCxnSpPr/>
            <p:nvPr/>
          </p:nvCxnSpPr>
          <p:spPr>
            <a:xfrm flipV="1">
              <a:off x="6240240" y="3818880"/>
              <a:ext cx="3055320" cy="1664640"/>
            </a:xfrm>
            <a:prstGeom prst="straightConnector1">
              <a:avLst/>
            </a:prstGeom>
            <a:ln>
              <a:solidFill>
                <a:srgbClr val="ffffff">
                  <a:lumMod val="65000"/>
                </a:srgbClr>
              </a:solidFill>
            </a:ln>
          </p:spPr>
        </p:cxnSp>
        <p:cxnSp>
          <p:nvCxnSpPr>
            <p:cNvPr id="1039" name="Straight Connector 423"/>
            <p:cNvCxnSpPr/>
            <p:nvPr/>
          </p:nvCxnSpPr>
          <p:spPr>
            <a:xfrm flipV="1">
              <a:off x="6240240" y="3818880"/>
              <a:ext cx="3055320" cy="1842840"/>
            </a:xfrm>
            <a:prstGeom prst="straightConnector1">
              <a:avLst/>
            </a:prstGeom>
            <a:ln>
              <a:solidFill>
                <a:srgbClr val="ffffff">
                  <a:lumMod val="65000"/>
                </a:srgbClr>
              </a:solidFill>
            </a:ln>
          </p:spPr>
        </p:cxnSp>
        <p:cxnSp>
          <p:nvCxnSpPr>
            <p:cNvPr id="1040" name="Straight Connector 424"/>
            <p:cNvCxnSpPr/>
            <p:nvPr/>
          </p:nvCxnSpPr>
          <p:spPr>
            <a:xfrm flipV="1">
              <a:off x="6240240" y="3818880"/>
              <a:ext cx="3055320" cy="2020680"/>
            </a:xfrm>
            <a:prstGeom prst="straightConnector1">
              <a:avLst/>
            </a:prstGeom>
            <a:ln>
              <a:solidFill>
                <a:srgbClr val="ffffff">
                  <a:lumMod val="65000"/>
                </a:srgbClr>
              </a:solidFill>
            </a:ln>
          </p:spPr>
        </p:cxnSp>
        <p:cxnSp>
          <p:nvCxnSpPr>
            <p:cNvPr id="1041" name="Straight Connector 425"/>
            <p:cNvCxnSpPr/>
            <p:nvPr/>
          </p:nvCxnSpPr>
          <p:spPr>
            <a:xfrm flipV="1">
              <a:off x="6240240" y="3818880"/>
              <a:ext cx="3055320" cy="2198880"/>
            </a:xfrm>
            <a:prstGeom prst="straightConnector1">
              <a:avLst/>
            </a:prstGeom>
            <a:ln>
              <a:solidFill>
                <a:srgbClr val="ffffff">
                  <a:lumMod val="65000"/>
                </a:srgbClr>
              </a:solidFill>
            </a:ln>
          </p:spPr>
        </p:cxnSp>
        <p:cxnSp>
          <p:nvCxnSpPr>
            <p:cNvPr id="1042" name="Straight Connector 426"/>
            <p:cNvCxnSpPr/>
            <p:nvPr/>
          </p:nvCxnSpPr>
          <p:spPr>
            <a:xfrm>
              <a:off x="6240240" y="1922400"/>
              <a:ext cx="3055320" cy="2298240"/>
            </a:xfrm>
            <a:prstGeom prst="straightConnector1">
              <a:avLst/>
            </a:prstGeom>
            <a:ln>
              <a:solidFill>
                <a:srgbClr val="ffffff">
                  <a:lumMod val="65000"/>
                </a:srgbClr>
              </a:solidFill>
            </a:ln>
          </p:spPr>
        </p:cxnSp>
        <p:cxnSp>
          <p:nvCxnSpPr>
            <p:cNvPr id="1043" name="Straight Connector 427"/>
            <p:cNvCxnSpPr/>
            <p:nvPr/>
          </p:nvCxnSpPr>
          <p:spPr>
            <a:xfrm>
              <a:off x="6240240" y="2100240"/>
              <a:ext cx="3055320" cy="2120400"/>
            </a:xfrm>
            <a:prstGeom prst="straightConnector1">
              <a:avLst/>
            </a:prstGeom>
            <a:ln>
              <a:solidFill>
                <a:srgbClr val="ffffff">
                  <a:lumMod val="65000"/>
                </a:srgbClr>
              </a:solidFill>
            </a:ln>
          </p:spPr>
        </p:cxnSp>
        <p:cxnSp>
          <p:nvCxnSpPr>
            <p:cNvPr id="1044" name="Straight Connector 428"/>
            <p:cNvCxnSpPr/>
            <p:nvPr/>
          </p:nvCxnSpPr>
          <p:spPr>
            <a:xfrm>
              <a:off x="6240240" y="2278440"/>
              <a:ext cx="3055320" cy="1942200"/>
            </a:xfrm>
            <a:prstGeom prst="straightConnector1">
              <a:avLst/>
            </a:prstGeom>
            <a:ln>
              <a:solidFill>
                <a:srgbClr val="ffffff">
                  <a:lumMod val="65000"/>
                </a:srgbClr>
              </a:solidFill>
            </a:ln>
          </p:spPr>
        </p:cxnSp>
        <p:cxnSp>
          <p:nvCxnSpPr>
            <p:cNvPr id="1045" name="Straight Connector 429"/>
            <p:cNvCxnSpPr/>
            <p:nvPr/>
          </p:nvCxnSpPr>
          <p:spPr>
            <a:xfrm>
              <a:off x="6240240" y="2456280"/>
              <a:ext cx="3055320" cy="1764360"/>
            </a:xfrm>
            <a:prstGeom prst="straightConnector1">
              <a:avLst/>
            </a:prstGeom>
            <a:ln>
              <a:solidFill>
                <a:srgbClr val="ffffff">
                  <a:lumMod val="65000"/>
                </a:srgbClr>
              </a:solidFill>
            </a:ln>
          </p:spPr>
        </p:cxnSp>
        <p:cxnSp>
          <p:nvCxnSpPr>
            <p:cNvPr id="1046" name="Straight Connector 430"/>
            <p:cNvCxnSpPr/>
            <p:nvPr/>
          </p:nvCxnSpPr>
          <p:spPr>
            <a:xfrm>
              <a:off x="6240240" y="2634480"/>
              <a:ext cx="3055320" cy="1586160"/>
            </a:xfrm>
            <a:prstGeom prst="straightConnector1">
              <a:avLst/>
            </a:prstGeom>
            <a:ln>
              <a:solidFill>
                <a:srgbClr val="ffffff">
                  <a:lumMod val="65000"/>
                </a:srgbClr>
              </a:solidFill>
            </a:ln>
          </p:spPr>
        </p:cxnSp>
        <p:cxnSp>
          <p:nvCxnSpPr>
            <p:cNvPr id="1047" name="Straight Connector 431"/>
            <p:cNvCxnSpPr/>
            <p:nvPr/>
          </p:nvCxnSpPr>
          <p:spPr>
            <a:xfrm>
              <a:off x="6240240" y="2812320"/>
              <a:ext cx="3055320" cy="1408320"/>
            </a:xfrm>
            <a:prstGeom prst="straightConnector1">
              <a:avLst/>
            </a:prstGeom>
            <a:ln>
              <a:solidFill>
                <a:srgbClr val="ffffff">
                  <a:lumMod val="65000"/>
                </a:srgbClr>
              </a:solidFill>
            </a:ln>
          </p:spPr>
        </p:cxnSp>
        <p:cxnSp>
          <p:nvCxnSpPr>
            <p:cNvPr id="1048" name="Straight Connector 432"/>
            <p:cNvCxnSpPr/>
            <p:nvPr/>
          </p:nvCxnSpPr>
          <p:spPr>
            <a:xfrm>
              <a:off x="6240240" y="2990520"/>
              <a:ext cx="3055320" cy="1230120"/>
            </a:xfrm>
            <a:prstGeom prst="straightConnector1">
              <a:avLst/>
            </a:prstGeom>
            <a:ln>
              <a:solidFill>
                <a:srgbClr val="ffffff">
                  <a:lumMod val="65000"/>
                </a:srgbClr>
              </a:solidFill>
            </a:ln>
          </p:spPr>
        </p:cxnSp>
        <p:cxnSp>
          <p:nvCxnSpPr>
            <p:cNvPr id="1049" name="Straight Connector 433"/>
            <p:cNvCxnSpPr/>
            <p:nvPr/>
          </p:nvCxnSpPr>
          <p:spPr>
            <a:xfrm>
              <a:off x="6240240" y="3168720"/>
              <a:ext cx="3055320" cy="1051920"/>
            </a:xfrm>
            <a:prstGeom prst="straightConnector1">
              <a:avLst/>
            </a:prstGeom>
            <a:ln>
              <a:solidFill>
                <a:srgbClr val="ffffff">
                  <a:lumMod val="65000"/>
                </a:srgbClr>
              </a:solidFill>
            </a:ln>
          </p:spPr>
        </p:cxnSp>
        <p:cxnSp>
          <p:nvCxnSpPr>
            <p:cNvPr id="1050" name="Straight Connector 434"/>
            <p:cNvCxnSpPr/>
            <p:nvPr/>
          </p:nvCxnSpPr>
          <p:spPr>
            <a:xfrm>
              <a:off x="6240240" y="3346560"/>
              <a:ext cx="3055320" cy="874080"/>
            </a:xfrm>
            <a:prstGeom prst="straightConnector1">
              <a:avLst/>
            </a:prstGeom>
            <a:ln>
              <a:solidFill>
                <a:srgbClr val="ffffff">
                  <a:lumMod val="65000"/>
                </a:srgbClr>
              </a:solidFill>
            </a:ln>
          </p:spPr>
        </p:cxnSp>
        <p:cxnSp>
          <p:nvCxnSpPr>
            <p:cNvPr id="1051" name="Straight Connector 435"/>
            <p:cNvCxnSpPr/>
            <p:nvPr/>
          </p:nvCxnSpPr>
          <p:spPr>
            <a:xfrm>
              <a:off x="6240240" y="3524760"/>
              <a:ext cx="3055320" cy="695880"/>
            </a:xfrm>
            <a:prstGeom prst="straightConnector1">
              <a:avLst/>
            </a:prstGeom>
            <a:ln>
              <a:solidFill>
                <a:srgbClr val="ffffff">
                  <a:lumMod val="65000"/>
                </a:srgbClr>
              </a:solidFill>
            </a:ln>
          </p:spPr>
        </p:cxnSp>
        <p:cxnSp>
          <p:nvCxnSpPr>
            <p:cNvPr id="1052" name="Straight Connector 436"/>
            <p:cNvCxnSpPr/>
            <p:nvPr/>
          </p:nvCxnSpPr>
          <p:spPr>
            <a:xfrm>
              <a:off x="6240240" y="3702600"/>
              <a:ext cx="3055320" cy="518040"/>
            </a:xfrm>
            <a:prstGeom prst="straightConnector1">
              <a:avLst/>
            </a:prstGeom>
            <a:ln>
              <a:solidFill>
                <a:srgbClr val="ffffff">
                  <a:lumMod val="65000"/>
                </a:srgbClr>
              </a:solidFill>
            </a:ln>
          </p:spPr>
        </p:cxnSp>
        <p:cxnSp>
          <p:nvCxnSpPr>
            <p:cNvPr id="1053" name="Straight Connector 437"/>
            <p:cNvCxnSpPr/>
            <p:nvPr/>
          </p:nvCxnSpPr>
          <p:spPr>
            <a:xfrm>
              <a:off x="6240240" y="3880800"/>
              <a:ext cx="3055320" cy="339840"/>
            </a:xfrm>
            <a:prstGeom prst="straightConnector1">
              <a:avLst/>
            </a:prstGeom>
            <a:ln>
              <a:solidFill>
                <a:srgbClr val="ffffff">
                  <a:lumMod val="65000"/>
                </a:srgbClr>
              </a:solidFill>
            </a:ln>
          </p:spPr>
        </p:cxnSp>
        <p:cxnSp>
          <p:nvCxnSpPr>
            <p:cNvPr id="1054" name="Straight Connector 438"/>
            <p:cNvCxnSpPr/>
            <p:nvPr/>
          </p:nvCxnSpPr>
          <p:spPr>
            <a:xfrm>
              <a:off x="6240240" y="4058640"/>
              <a:ext cx="3055320" cy="162000"/>
            </a:xfrm>
            <a:prstGeom prst="straightConnector1">
              <a:avLst/>
            </a:prstGeom>
            <a:ln>
              <a:solidFill>
                <a:srgbClr val="ffffff">
                  <a:lumMod val="65000"/>
                </a:srgbClr>
              </a:solidFill>
            </a:ln>
          </p:spPr>
        </p:cxnSp>
        <p:cxnSp>
          <p:nvCxnSpPr>
            <p:cNvPr id="1055" name="Straight Connector 439"/>
            <p:cNvCxnSpPr/>
            <p:nvPr/>
          </p:nvCxnSpPr>
          <p:spPr>
            <a:xfrm flipV="1">
              <a:off x="6240240" y="4220280"/>
              <a:ext cx="3055320" cy="16920"/>
            </a:xfrm>
            <a:prstGeom prst="straightConnector1">
              <a:avLst/>
            </a:prstGeom>
            <a:ln>
              <a:solidFill>
                <a:srgbClr val="ffffff">
                  <a:lumMod val="65000"/>
                </a:srgbClr>
              </a:solidFill>
            </a:ln>
          </p:spPr>
        </p:cxnSp>
        <p:cxnSp>
          <p:nvCxnSpPr>
            <p:cNvPr id="1056" name="Straight Connector 440"/>
            <p:cNvCxnSpPr/>
            <p:nvPr/>
          </p:nvCxnSpPr>
          <p:spPr>
            <a:xfrm flipV="1">
              <a:off x="6240240" y="4220280"/>
              <a:ext cx="3055320" cy="195120"/>
            </a:xfrm>
            <a:prstGeom prst="straightConnector1">
              <a:avLst/>
            </a:prstGeom>
            <a:ln>
              <a:solidFill>
                <a:srgbClr val="ffffff">
                  <a:lumMod val="65000"/>
                </a:srgbClr>
              </a:solidFill>
            </a:ln>
          </p:spPr>
        </p:cxnSp>
        <p:cxnSp>
          <p:nvCxnSpPr>
            <p:cNvPr id="1057" name="Straight Connector 441"/>
            <p:cNvCxnSpPr/>
            <p:nvPr/>
          </p:nvCxnSpPr>
          <p:spPr>
            <a:xfrm flipV="1">
              <a:off x="6240240" y="4220280"/>
              <a:ext cx="3055320" cy="372960"/>
            </a:xfrm>
            <a:prstGeom prst="straightConnector1">
              <a:avLst/>
            </a:prstGeom>
            <a:ln>
              <a:solidFill>
                <a:srgbClr val="ffffff">
                  <a:lumMod val="65000"/>
                </a:srgbClr>
              </a:solidFill>
            </a:ln>
          </p:spPr>
        </p:cxnSp>
        <p:cxnSp>
          <p:nvCxnSpPr>
            <p:cNvPr id="1058" name="Straight Connector 442"/>
            <p:cNvCxnSpPr/>
            <p:nvPr/>
          </p:nvCxnSpPr>
          <p:spPr>
            <a:xfrm flipV="1">
              <a:off x="6240240" y="4220280"/>
              <a:ext cx="3055320" cy="551160"/>
            </a:xfrm>
            <a:prstGeom prst="straightConnector1">
              <a:avLst/>
            </a:prstGeom>
            <a:ln>
              <a:solidFill>
                <a:srgbClr val="ffffff">
                  <a:lumMod val="65000"/>
                </a:srgbClr>
              </a:solidFill>
            </a:ln>
          </p:spPr>
        </p:cxnSp>
        <p:cxnSp>
          <p:nvCxnSpPr>
            <p:cNvPr id="1059" name="Straight Connector 443"/>
            <p:cNvCxnSpPr/>
            <p:nvPr/>
          </p:nvCxnSpPr>
          <p:spPr>
            <a:xfrm flipV="1">
              <a:off x="6240240" y="4220280"/>
              <a:ext cx="3055320" cy="729000"/>
            </a:xfrm>
            <a:prstGeom prst="straightConnector1">
              <a:avLst/>
            </a:prstGeom>
            <a:ln>
              <a:solidFill>
                <a:srgbClr val="ffffff">
                  <a:lumMod val="65000"/>
                </a:srgbClr>
              </a:solidFill>
            </a:ln>
          </p:spPr>
        </p:cxnSp>
        <p:cxnSp>
          <p:nvCxnSpPr>
            <p:cNvPr id="1060" name="Straight Connector 444"/>
            <p:cNvCxnSpPr/>
            <p:nvPr/>
          </p:nvCxnSpPr>
          <p:spPr>
            <a:xfrm flipV="1">
              <a:off x="6240240" y="4220280"/>
              <a:ext cx="3055320" cy="907200"/>
            </a:xfrm>
            <a:prstGeom prst="straightConnector1">
              <a:avLst/>
            </a:prstGeom>
            <a:ln>
              <a:solidFill>
                <a:srgbClr val="ffffff">
                  <a:lumMod val="65000"/>
                </a:srgbClr>
              </a:solidFill>
            </a:ln>
          </p:spPr>
        </p:cxnSp>
        <p:cxnSp>
          <p:nvCxnSpPr>
            <p:cNvPr id="1061" name="Straight Connector 445"/>
            <p:cNvCxnSpPr/>
            <p:nvPr/>
          </p:nvCxnSpPr>
          <p:spPr>
            <a:xfrm flipV="1">
              <a:off x="6240240" y="4220280"/>
              <a:ext cx="3055320" cy="1085040"/>
            </a:xfrm>
            <a:prstGeom prst="straightConnector1">
              <a:avLst/>
            </a:prstGeom>
            <a:ln>
              <a:solidFill>
                <a:srgbClr val="ffffff">
                  <a:lumMod val="65000"/>
                </a:srgbClr>
              </a:solidFill>
            </a:ln>
          </p:spPr>
        </p:cxnSp>
        <p:cxnSp>
          <p:nvCxnSpPr>
            <p:cNvPr id="1062" name="Straight Connector 446"/>
            <p:cNvCxnSpPr/>
            <p:nvPr/>
          </p:nvCxnSpPr>
          <p:spPr>
            <a:xfrm flipV="1">
              <a:off x="6240240" y="4220280"/>
              <a:ext cx="3055320" cy="1263240"/>
            </a:xfrm>
            <a:prstGeom prst="straightConnector1">
              <a:avLst/>
            </a:prstGeom>
            <a:ln>
              <a:solidFill>
                <a:srgbClr val="ffffff">
                  <a:lumMod val="65000"/>
                </a:srgbClr>
              </a:solidFill>
            </a:ln>
          </p:spPr>
        </p:cxnSp>
        <p:cxnSp>
          <p:nvCxnSpPr>
            <p:cNvPr id="1063" name="Straight Connector 447"/>
            <p:cNvCxnSpPr/>
            <p:nvPr/>
          </p:nvCxnSpPr>
          <p:spPr>
            <a:xfrm flipV="1">
              <a:off x="6240240" y="4220280"/>
              <a:ext cx="3055320" cy="1441440"/>
            </a:xfrm>
            <a:prstGeom prst="straightConnector1">
              <a:avLst/>
            </a:prstGeom>
            <a:ln>
              <a:solidFill>
                <a:srgbClr val="ffffff">
                  <a:lumMod val="65000"/>
                </a:srgbClr>
              </a:solidFill>
            </a:ln>
          </p:spPr>
        </p:cxnSp>
        <p:cxnSp>
          <p:nvCxnSpPr>
            <p:cNvPr id="1064" name="Straight Connector 448"/>
            <p:cNvCxnSpPr/>
            <p:nvPr/>
          </p:nvCxnSpPr>
          <p:spPr>
            <a:xfrm flipV="1">
              <a:off x="6240240" y="4220280"/>
              <a:ext cx="3055320" cy="1619280"/>
            </a:xfrm>
            <a:prstGeom prst="straightConnector1">
              <a:avLst/>
            </a:prstGeom>
            <a:ln>
              <a:solidFill>
                <a:srgbClr val="ffffff">
                  <a:lumMod val="65000"/>
                </a:srgbClr>
              </a:solidFill>
            </a:ln>
          </p:spPr>
        </p:cxnSp>
        <p:cxnSp>
          <p:nvCxnSpPr>
            <p:cNvPr id="1065" name="Straight Connector 449"/>
            <p:cNvCxnSpPr/>
            <p:nvPr/>
          </p:nvCxnSpPr>
          <p:spPr>
            <a:xfrm flipV="1">
              <a:off x="6240240" y="4220280"/>
              <a:ext cx="3055320" cy="1797480"/>
            </a:xfrm>
            <a:prstGeom prst="straightConnector1">
              <a:avLst/>
            </a:prstGeom>
            <a:ln>
              <a:solidFill>
                <a:srgbClr val="ffffff">
                  <a:lumMod val="65000"/>
                </a:srgbClr>
              </a:solidFill>
            </a:ln>
          </p:spPr>
        </p:cxnSp>
        <p:cxnSp>
          <p:nvCxnSpPr>
            <p:cNvPr id="1066" name="Straight Connector 450"/>
            <p:cNvCxnSpPr/>
            <p:nvPr/>
          </p:nvCxnSpPr>
          <p:spPr>
            <a:xfrm>
              <a:off x="6240240" y="1922400"/>
              <a:ext cx="3055320" cy="2699640"/>
            </a:xfrm>
            <a:prstGeom prst="straightConnector1">
              <a:avLst/>
            </a:prstGeom>
            <a:ln>
              <a:solidFill>
                <a:srgbClr val="ffffff">
                  <a:lumMod val="65000"/>
                </a:srgbClr>
              </a:solidFill>
            </a:ln>
          </p:spPr>
        </p:cxnSp>
        <p:cxnSp>
          <p:nvCxnSpPr>
            <p:cNvPr id="1067" name="Straight Connector 451"/>
            <p:cNvCxnSpPr/>
            <p:nvPr/>
          </p:nvCxnSpPr>
          <p:spPr>
            <a:xfrm>
              <a:off x="6240240" y="2100240"/>
              <a:ext cx="3055320" cy="2521800"/>
            </a:xfrm>
            <a:prstGeom prst="straightConnector1">
              <a:avLst/>
            </a:prstGeom>
            <a:ln>
              <a:solidFill>
                <a:srgbClr val="ffffff">
                  <a:lumMod val="65000"/>
                </a:srgbClr>
              </a:solidFill>
            </a:ln>
          </p:spPr>
        </p:cxnSp>
        <p:cxnSp>
          <p:nvCxnSpPr>
            <p:cNvPr id="1068" name="Straight Connector 452"/>
            <p:cNvCxnSpPr/>
            <p:nvPr/>
          </p:nvCxnSpPr>
          <p:spPr>
            <a:xfrm>
              <a:off x="6240240" y="2278440"/>
              <a:ext cx="3055320" cy="2343600"/>
            </a:xfrm>
            <a:prstGeom prst="straightConnector1">
              <a:avLst/>
            </a:prstGeom>
            <a:ln>
              <a:solidFill>
                <a:srgbClr val="ffffff">
                  <a:lumMod val="65000"/>
                </a:srgbClr>
              </a:solidFill>
            </a:ln>
          </p:spPr>
        </p:cxnSp>
        <p:cxnSp>
          <p:nvCxnSpPr>
            <p:cNvPr id="1069" name="Straight Connector 453"/>
            <p:cNvCxnSpPr/>
            <p:nvPr/>
          </p:nvCxnSpPr>
          <p:spPr>
            <a:xfrm>
              <a:off x="6240240" y="2456280"/>
              <a:ext cx="3055320" cy="2165760"/>
            </a:xfrm>
            <a:prstGeom prst="straightConnector1">
              <a:avLst/>
            </a:prstGeom>
            <a:ln>
              <a:solidFill>
                <a:srgbClr val="ffffff">
                  <a:lumMod val="65000"/>
                </a:srgbClr>
              </a:solidFill>
            </a:ln>
          </p:spPr>
        </p:cxnSp>
        <p:cxnSp>
          <p:nvCxnSpPr>
            <p:cNvPr id="1070" name="Straight Connector 454"/>
            <p:cNvCxnSpPr/>
            <p:nvPr/>
          </p:nvCxnSpPr>
          <p:spPr>
            <a:xfrm>
              <a:off x="6240240" y="2634480"/>
              <a:ext cx="3055320" cy="1987560"/>
            </a:xfrm>
            <a:prstGeom prst="straightConnector1">
              <a:avLst/>
            </a:prstGeom>
            <a:ln>
              <a:solidFill>
                <a:srgbClr val="ffffff">
                  <a:lumMod val="65000"/>
                </a:srgbClr>
              </a:solidFill>
            </a:ln>
          </p:spPr>
        </p:cxnSp>
        <p:cxnSp>
          <p:nvCxnSpPr>
            <p:cNvPr id="1071" name="Straight Connector 455"/>
            <p:cNvCxnSpPr/>
            <p:nvPr/>
          </p:nvCxnSpPr>
          <p:spPr>
            <a:xfrm>
              <a:off x="6240240" y="2812320"/>
              <a:ext cx="3055320" cy="1809720"/>
            </a:xfrm>
            <a:prstGeom prst="straightConnector1">
              <a:avLst/>
            </a:prstGeom>
            <a:ln>
              <a:solidFill>
                <a:srgbClr val="ffffff">
                  <a:lumMod val="65000"/>
                </a:srgbClr>
              </a:solidFill>
            </a:ln>
          </p:spPr>
        </p:cxnSp>
        <p:cxnSp>
          <p:nvCxnSpPr>
            <p:cNvPr id="1072" name="Straight Connector 456"/>
            <p:cNvCxnSpPr/>
            <p:nvPr/>
          </p:nvCxnSpPr>
          <p:spPr>
            <a:xfrm>
              <a:off x="6240240" y="2990520"/>
              <a:ext cx="3055320" cy="1631520"/>
            </a:xfrm>
            <a:prstGeom prst="straightConnector1">
              <a:avLst/>
            </a:prstGeom>
            <a:ln>
              <a:solidFill>
                <a:srgbClr val="ffffff">
                  <a:lumMod val="65000"/>
                </a:srgbClr>
              </a:solidFill>
            </a:ln>
          </p:spPr>
        </p:cxnSp>
        <p:cxnSp>
          <p:nvCxnSpPr>
            <p:cNvPr id="1073" name="Straight Connector 457"/>
            <p:cNvCxnSpPr/>
            <p:nvPr/>
          </p:nvCxnSpPr>
          <p:spPr>
            <a:xfrm>
              <a:off x="6240240" y="3168720"/>
              <a:ext cx="3055320" cy="1453320"/>
            </a:xfrm>
            <a:prstGeom prst="straightConnector1">
              <a:avLst/>
            </a:prstGeom>
            <a:ln>
              <a:solidFill>
                <a:srgbClr val="ffffff">
                  <a:lumMod val="65000"/>
                </a:srgbClr>
              </a:solidFill>
            </a:ln>
          </p:spPr>
        </p:cxnSp>
        <p:cxnSp>
          <p:nvCxnSpPr>
            <p:cNvPr id="1074" name="Straight Connector 458"/>
            <p:cNvCxnSpPr/>
            <p:nvPr/>
          </p:nvCxnSpPr>
          <p:spPr>
            <a:xfrm>
              <a:off x="6240240" y="3346560"/>
              <a:ext cx="3055320" cy="1275480"/>
            </a:xfrm>
            <a:prstGeom prst="straightConnector1">
              <a:avLst/>
            </a:prstGeom>
            <a:ln>
              <a:solidFill>
                <a:srgbClr val="ffffff">
                  <a:lumMod val="65000"/>
                </a:srgbClr>
              </a:solidFill>
            </a:ln>
          </p:spPr>
        </p:cxnSp>
        <p:cxnSp>
          <p:nvCxnSpPr>
            <p:cNvPr id="1075" name="Straight Connector 459"/>
            <p:cNvCxnSpPr/>
            <p:nvPr/>
          </p:nvCxnSpPr>
          <p:spPr>
            <a:xfrm>
              <a:off x="6240240" y="3524760"/>
              <a:ext cx="3055320" cy="1097280"/>
            </a:xfrm>
            <a:prstGeom prst="straightConnector1">
              <a:avLst/>
            </a:prstGeom>
            <a:ln>
              <a:solidFill>
                <a:srgbClr val="ffffff">
                  <a:lumMod val="65000"/>
                </a:srgbClr>
              </a:solidFill>
            </a:ln>
          </p:spPr>
        </p:cxnSp>
        <p:cxnSp>
          <p:nvCxnSpPr>
            <p:cNvPr id="1076" name="Straight Connector 460"/>
            <p:cNvCxnSpPr/>
            <p:nvPr/>
          </p:nvCxnSpPr>
          <p:spPr>
            <a:xfrm>
              <a:off x="6240240" y="3702600"/>
              <a:ext cx="3055320" cy="919440"/>
            </a:xfrm>
            <a:prstGeom prst="straightConnector1">
              <a:avLst/>
            </a:prstGeom>
            <a:ln>
              <a:solidFill>
                <a:srgbClr val="ffffff">
                  <a:lumMod val="65000"/>
                </a:srgbClr>
              </a:solidFill>
            </a:ln>
          </p:spPr>
        </p:cxnSp>
        <p:cxnSp>
          <p:nvCxnSpPr>
            <p:cNvPr id="1077" name="Straight Connector 461"/>
            <p:cNvCxnSpPr/>
            <p:nvPr/>
          </p:nvCxnSpPr>
          <p:spPr>
            <a:xfrm>
              <a:off x="6240240" y="3880800"/>
              <a:ext cx="3055320" cy="741240"/>
            </a:xfrm>
            <a:prstGeom prst="straightConnector1">
              <a:avLst/>
            </a:prstGeom>
            <a:ln>
              <a:solidFill>
                <a:srgbClr val="ffffff">
                  <a:lumMod val="65000"/>
                </a:srgbClr>
              </a:solidFill>
            </a:ln>
          </p:spPr>
        </p:cxnSp>
        <p:cxnSp>
          <p:nvCxnSpPr>
            <p:cNvPr id="1078" name="Straight Connector 462"/>
            <p:cNvCxnSpPr/>
            <p:nvPr/>
          </p:nvCxnSpPr>
          <p:spPr>
            <a:xfrm>
              <a:off x="6240240" y="4058640"/>
              <a:ext cx="3055320" cy="563400"/>
            </a:xfrm>
            <a:prstGeom prst="straightConnector1">
              <a:avLst/>
            </a:prstGeom>
            <a:ln>
              <a:solidFill>
                <a:srgbClr val="ffffff">
                  <a:lumMod val="65000"/>
                </a:srgbClr>
              </a:solidFill>
            </a:ln>
          </p:spPr>
        </p:cxnSp>
        <p:cxnSp>
          <p:nvCxnSpPr>
            <p:cNvPr id="1079" name="Straight Connector 463"/>
            <p:cNvCxnSpPr/>
            <p:nvPr/>
          </p:nvCxnSpPr>
          <p:spPr>
            <a:xfrm>
              <a:off x="6240240" y="4236840"/>
              <a:ext cx="3055320" cy="385200"/>
            </a:xfrm>
            <a:prstGeom prst="straightConnector1">
              <a:avLst/>
            </a:prstGeom>
            <a:ln>
              <a:solidFill>
                <a:srgbClr val="ffffff">
                  <a:lumMod val="65000"/>
                </a:srgbClr>
              </a:solidFill>
            </a:ln>
          </p:spPr>
        </p:cxnSp>
        <p:cxnSp>
          <p:nvCxnSpPr>
            <p:cNvPr id="1080" name="Straight Connector 464"/>
            <p:cNvCxnSpPr/>
            <p:nvPr/>
          </p:nvCxnSpPr>
          <p:spPr>
            <a:xfrm>
              <a:off x="6240240" y="4415040"/>
              <a:ext cx="3055320" cy="207000"/>
            </a:xfrm>
            <a:prstGeom prst="straightConnector1">
              <a:avLst/>
            </a:prstGeom>
            <a:ln>
              <a:solidFill>
                <a:srgbClr val="ffffff">
                  <a:lumMod val="65000"/>
                </a:srgbClr>
              </a:solidFill>
            </a:ln>
          </p:spPr>
        </p:cxnSp>
        <p:cxnSp>
          <p:nvCxnSpPr>
            <p:cNvPr id="1081" name="Straight Connector 465"/>
            <p:cNvCxnSpPr/>
            <p:nvPr/>
          </p:nvCxnSpPr>
          <p:spPr>
            <a:xfrm>
              <a:off x="6240240" y="4592880"/>
              <a:ext cx="3055320" cy="29160"/>
            </a:xfrm>
            <a:prstGeom prst="straightConnector1">
              <a:avLst/>
            </a:prstGeom>
            <a:ln>
              <a:solidFill>
                <a:srgbClr val="ffffff">
                  <a:lumMod val="65000"/>
                </a:srgbClr>
              </a:solidFill>
            </a:ln>
          </p:spPr>
        </p:cxnSp>
        <p:cxnSp>
          <p:nvCxnSpPr>
            <p:cNvPr id="1082" name="Straight Connector 466"/>
            <p:cNvCxnSpPr/>
            <p:nvPr/>
          </p:nvCxnSpPr>
          <p:spPr>
            <a:xfrm flipV="1">
              <a:off x="6240240" y="4621680"/>
              <a:ext cx="3055320" cy="149760"/>
            </a:xfrm>
            <a:prstGeom prst="straightConnector1">
              <a:avLst/>
            </a:prstGeom>
            <a:ln>
              <a:solidFill>
                <a:srgbClr val="ffffff">
                  <a:lumMod val="65000"/>
                </a:srgbClr>
              </a:solidFill>
            </a:ln>
          </p:spPr>
        </p:cxnSp>
        <p:cxnSp>
          <p:nvCxnSpPr>
            <p:cNvPr id="1083" name="Straight Connector 467"/>
            <p:cNvCxnSpPr/>
            <p:nvPr/>
          </p:nvCxnSpPr>
          <p:spPr>
            <a:xfrm flipV="1">
              <a:off x="6240240" y="4621680"/>
              <a:ext cx="3055320" cy="327600"/>
            </a:xfrm>
            <a:prstGeom prst="straightConnector1">
              <a:avLst/>
            </a:prstGeom>
            <a:ln>
              <a:solidFill>
                <a:srgbClr val="ffffff">
                  <a:lumMod val="65000"/>
                </a:srgbClr>
              </a:solidFill>
            </a:ln>
          </p:spPr>
        </p:cxnSp>
        <p:cxnSp>
          <p:nvCxnSpPr>
            <p:cNvPr id="1084" name="Straight Connector 468"/>
            <p:cNvCxnSpPr/>
            <p:nvPr/>
          </p:nvCxnSpPr>
          <p:spPr>
            <a:xfrm flipV="1">
              <a:off x="6240240" y="4621680"/>
              <a:ext cx="3055320" cy="505800"/>
            </a:xfrm>
            <a:prstGeom prst="straightConnector1">
              <a:avLst/>
            </a:prstGeom>
            <a:ln>
              <a:solidFill>
                <a:srgbClr val="ffffff">
                  <a:lumMod val="65000"/>
                </a:srgbClr>
              </a:solidFill>
            </a:ln>
          </p:spPr>
        </p:cxnSp>
        <p:cxnSp>
          <p:nvCxnSpPr>
            <p:cNvPr id="1085" name="Straight Connector 469"/>
            <p:cNvCxnSpPr/>
            <p:nvPr/>
          </p:nvCxnSpPr>
          <p:spPr>
            <a:xfrm flipV="1">
              <a:off x="6240240" y="4621680"/>
              <a:ext cx="3055320" cy="683640"/>
            </a:xfrm>
            <a:prstGeom prst="straightConnector1">
              <a:avLst/>
            </a:prstGeom>
            <a:ln>
              <a:solidFill>
                <a:srgbClr val="ffffff">
                  <a:lumMod val="65000"/>
                </a:srgbClr>
              </a:solidFill>
            </a:ln>
          </p:spPr>
        </p:cxnSp>
        <p:cxnSp>
          <p:nvCxnSpPr>
            <p:cNvPr id="1086" name="Straight Connector 470"/>
            <p:cNvCxnSpPr/>
            <p:nvPr/>
          </p:nvCxnSpPr>
          <p:spPr>
            <a:xfrm flipV="1">
              <a:off x="6240240" y="4621680"/>
              <a:ext cx="3055320" cy="861840"/>
            </a:xfrm>
            <a:prstGeom prst="straightConnector1">
              <a:avLst/>
            </a:prstGeom>
            <a:ln>
              <a:solidFill>
                <a:srgbClr val="ffffff">
                  <a:lumMod val="65000"/>
                </a:srgbClr>
              </a:solidFill>
            </a:ln>
          </p:spPr>
        </p:cxnSp>
        <p:cxnSp>
          <p:nvCxnSpPr>
            <p:cNvPr id="1087" name="Straight Connector 471"/>
            <p:cNvCxnSpPr/>
            <p:nvPr/>
          </p:nvCxnSpPr>
          <p:spPr>
            <a:xfrm flipV="1">
              <a:off x="6240240" y="4621680"/>
              <a:ext cx="3055320" cy="1040040"/>
            </a:xfrm>
            <a:prstGeom prst="straightConnector1">
              <a:avLst/>
            </a:prstGeom>
            <a:ln>
              <a:solidFill>
                <a:srgbClr val="ffffff">
                  <a:lumMod val="65000"/>
                </a:srgbClr>
              </a:solidFill>
            </a:ln>
          </p:spPr>
        </p:cxnSp>
        <p:cxnSp>
          <p:nvCxnSpPr>
            <p:cNvPr id="1088" name="Straight Connector 472"/>
            <p:cNvCxnSpPr/>
            <p:nvPr/>
          </p:nvCxnSpPr>
          <p:spPr>
            <a:xfrm flipV="1">
              <a:off x="6240240" y="4621680"/>
              <a:ext cx="3055320" cy="1217880"/>
            </a:xfrm>
            <a:prstGeom prst="straightConnector1">
              <a:avLst/>
            </a:prstGeom>
            <a:ln>
              <a:solidFill>
                <a:srgbClr val="ffffff">
                  <a:lumMod val="65000"/>
                </a:srgbClr>
              </a:solidFill>
            </a:ln>
          </p:spPr>
        </p:cxnSp>
        <p:cxnSp>
          <p:nvCxnSpPr>
            <p:cNvPr id="1089" name="Straight Connector 473"/>
            <p:cNvCxnSpPr/>
            <p:nvPr/>
          </p:nvCxnSpPr>
          <p:spPr>
            <a:xfrm flipV="1">
              <a:off x="6240240" y="4621680"/>
              <a:ext cx="3055320" cy="1396080"/>
            </a:xfrm>
            <a:prstGeom prst="straightConnector1">
              <a:avLst/>
            </a:prstGeom>
            <a:ln>
              <a:solidFill>
                <a:srgbClr val="ffffff">
                  <a:lumMod val="65000"/>
                </a:srgbClr>
              </a:solidFill>
            </a:ln>
          </p:spPr>
        </p:cxnSp>
        <p:cxnSp>
          <p:nvCxnSpPr>
            <p:cNvPr id="1090" name="Straight Connector 474"/>
            <p:cNvCxnSpPr/>
            <p:nvPr/>
          </p:nvCxnSpPr>
          <p:spPr>
            <a:xfrm>
              <a:off x="6240240" y="1922400"/>
              <a:ext cx="3055320" cy="3100680"/>
            </a:xfrm>
            <a:prstGeom prst="straightConnector1">
              <a:avLst/>
            </a:prstGeom>
            <a:ln>
              <a:solidFill>
                <a:srgbClr val="ffffff">
                  <a:lumMod val="65000"/>
                </a:srgbClr>
              </a:solidFill>
            </a:ln>
          </p:spPr>
        </p:cxnSp>
        <p:cxnSp>
          <p:nvCxnSpPr>
            <p:cNvPr id="1091" name="Straight Connector 475"/>
            <p:cNvCxnSpPr/>
            <p:nvPr/>
          </p:nvCxnSpPr>
          <p:spPr>
            <a:xfrm>
              <a:off x="6240240" y="2100240"/>
              <a:ext cx="3055320" cy="2922840"/>
            </a:xfrm>
            <a:prstGeom prst="straightConnector1">
              <a:avLst/>
            </a:prstGeom>
            <a:ln>
              <a:solidFill>
                <a:srgbClr val="ffffff">
                  <a:lumMod val="65000"/>
                </a:srgbClr>
              </a:solidFill>
            </a:ln>
          </p:spPr>
        </p:cxnSp>
        <p:cxnSp>
          <p:nvCxnSpPr>
            <p:cNvPr id="1092" name="Straight Connector 476"/>
            <p:cNvCxnSpPr/>
            <p:nvPr/>
          </p:nvCxnSpPr>
          <p:spPr>
            <a:xfrm>
              <a:off x="6240240" y="2278440"/>
              <a:ext cx="3055320" cy="2744640"/>
            </a:xfrm>
            <a:prstGeom prst="straightConnector1">
              <a:avLst/>
            </a:prstGeom>
            <a:ln>
              <a:solidFill>
                <a:srgbClr val="ffffff">
                  <a:lumMod val="65000"/>
                </a:srgbClr>
              </a:solidFill>
            </a:ln>
          </p:spPr>
        </p:cxnSp>
        <p:cxnSp>
          <p:nvCxnSpPr>
            <p:cNvPr id="1093" name="Straight Connector 477"/>
            <p:cNvCxnSpPr/>
            <p:nvPr/>
          </p:nvCxnSpPr>
          <p:spPr>
            <a:xfrm>
              <a:off x="6240240" y="2456280"/>
              <a:ext cx="3055320" cy="2566800"/>
            </a:xfrm>
            <a:prstGeom prst="straightConnector1">
              <a:avLst/>
            </a:prstGeom>
            <a:ln>
              <a:solidFill>
                <a:srgbClr val="ffffff">
                  <a:lumMod val="65000"/>
                </a:srgbClr>
              </a:solidFill>
            </a:ln>
          </p:spPr>
        </p:cxnSp>
        <p:cxnSp>
          <p:nvCxnSpPr>
            <p:cNvPr id="1094" name="Straight Connector 478"/>
            <p:cNvCxnSpPr/>
            <p:nvPr/>
          </p:nvCxnSpPr>
          <p:spPr>
            <a:xfrm>
              <a:off x="6240240" y="2634480"/>
              <a:ext cx="3055320" cy="2388600"/>
            </a:xfrm>
            <a:prstGeom prst="straightConnector1">
              <a:avLst/>
            </a:prstGeom>
            <a:ln>
              <a:solidFill>
                <a:srgbClr val="ffffff">
                  <a:lumMod val="65000"/>
                </a:srgbClr>
              </a:solidFill>
            </a:ln>
          </p:spPr>
        </p:cxnSp>
        <p:cxnSp>
          <p:nvCxnSpPr>
            <p:cNvPr id="1095" name="Straight Connector 479"/>
            <p:cNvCxnSpPr/>
            <p:nvPr/>
          </p:nvCxnSpPr>
          <p:spPr>
            <a:xfrm>
              <a:off x="6240240" y="2812320"/>
              <a:ext cx="3055320" cy="2210760"/>
            </a:xfrm>
            <a:prstGeom prst="straightConnector1">
              <a:avLst/>
            </a:prstGeom>
            <a:ln>
              <a:solidFill>
                <a:srgbClr val="ffffff">
                  <a:lumMod val="65000"/>
                </a:srgbClr>
              </a:solidFill>
            </a:ln>
          </p:spPr>
        </p:cxnSp>
        <p:cxnSp>
          <p:nvCxnSpPr>
            <p:cNvPr id="1096" name="Straight Connector 480"/>
            <p:cNvCxnSpPr/>
            <p:nvPr/>
          </p:nvCxnSpPr>
          <p:spPr>
            <a:xfrm>
              <a:off x="6240240" y="2990520"/>
              <a:ext cx="3055320" cy="2032560"/>
            </a:xfrm>
            <a:prstGeom prst="straightConnector1">
              <a:avLst/>
            </a:prstGeom>
            <a:ln>
              <a:solidFill>
                <a:srgbClr val="ffffff">
                  <a:lumMod val="65000"/>
                </a:srgbClr>
              </a:solidFill>
            </a:ln>
          </p:spPr>
        </p:cxnSp>
        <p:cxnSp>
          <p:nvCxnSpPr>
            <p:cNvPr id="1097" name="Straight Connector 481"/>
            <p:cNvCxnSpPr/>
            <p:nvPr/>
          </p:nvCxnSpPr>
          <p:spPr>
            <a:xfrm>
              <a:off x="6240240" y="3168720"/>
              <a:ext cx="3055320" cy="1854360"/>
            </a:xfrm>
            <a:prstGeom prst="straightConnector1">
              <a:avLst/>
            </a:prstGeom>
            <a:ln>
              <a:solidFill>
                <a:srgbClr val="ffffff">
                  <a:lumMod val="65000"/>
                </a:srgbClr>
              </a:solidFill>
            </a:ln>
          </p:spPr>
        </p:cxnSp>
        <p:cxnSp>
          <p:nvCxnSpPr>
            <p:cNvPr id="1098" name="Straight Connector 482"/>
            <p:cNvCxnSpPr/>
            <p:nvPr/>
          </p:nvCxnSpPr>
          <p:spPr>
            <a:xfrm>
              <a:off x="6240240" y="3346560"/>
              <a:ext cx="3055320" cy="1676520"/>
            </a:xfrm>
            <a:prstGeom prst="straightConnector1">
              <a:avLst/>
            </a:prstGeom>
            <a:ln>
              <a:solidFill>
                <a:srgbClr val="ffffff">
                  <a:lumMod val="65000"/>
                </a:srgbClr>
              </a:solidFill>
            </a:ln>
          </p:spPr>
        </p:cxnSp>
        <p:cxnSp>
          <p:nvCxnSpPr>
            <p:cNvPr id="1099" name="Straight Connector 483"/>
            <p:cNvCxnSpPr/>
            <p:nvPr/>
          </p:nvCxnSpPr>
          <p:spPr>
            <a:xfrm>
              <a:off x="6240240" y="3524760"/>
              <a:ext cx="3055320" cy="1498320"/>
            </a:xfrm>
            <a:prstGeom prst="straightConnector1">
              <a:avLst/>
            </a:prstGeom>
            <a:ln>
              <a:solidFill>
                <a:srgbClr val="ffffff">
                  <a:lumMod val="65000"/>
                </a:srgbClr>
              </a:solidFill>
            </a:ln>
          </p:spPr>
        </p:cxnSp>
        <p:cxnSp>
          <p:nvCxnSpPr>
            <p:cNvPr id="1100" name="Straight Connector 484"/>
            <p:cNvCxnSpPr/>
            <p:nvPr/>
          </p:nvCxnSpPr>
          <p:spPr>
            <a:xfrm>
              <a:off x="6240240" y="3702600"/>
              <a:ext cx="3055320" cy="1320480"/>
            </a:xfrm>
            <a:prstGeom prst="straightConnector1">
              <a:avLst/>
            </a:prstGeom>
            <a:ln>
              <a:solidFill>
                <a:srgbClr val="ffffff">
                  <a:lumMod val="65000"/>
                </a:srgbClr>
              </a:solidFill>
            </a:ln>
          </p:spPr>
        </p:cxnSp>
        <p:cxnSp>
          <p:nvCxnSpPr>
            <p:cNvPr id="1101" name="Straight Connector 485"/>
            <p:cNvCxnSpPr/>
            <p:nvPr/>
          </p:nvCxnSpPr>
          <p:spPr>
            <a:xfrm>
              <a:off x="6240240" y="3880800"/>
              <a:ext cx="3055320" cy="1142280"/>
            </a:xfrm>
            <a:prstGeom prst="straightConnector1">
              <a:avLst/>
            </a:prstGeom>
            <a:ln>
              <a:solidFill>
                <a:srgbClr val="ffffff">
                  <a:lumMod val="65000"/>
                </a:srgbClr>
              </a:solidFill>
            </a:ln>
          </p:spPr>
        </p:cxnSp>
        <p:cxnSp>
          <p:nvCxnSpPr>
            <p:cNvPr id="1102" name="Straight Connector 486"/>
            <p:cNvCxnSpPr/>
            <p:nvPr/>
          </p:nvCxnSpPr>
          <p:spPr>
            <a:xfrm>
              <a:off x="6240240" y="4058640"/>
              <a:ext cx="3055320" cy="964440"/>
            </a:xfrm>
            <a:prstGeom prst="straightConnector1">
              <a:avLst/>
            </a:prstGeom>
            <a:ln>
              <a:solidFill>
                <a:srgbClr val="ffffff">
                  <a:lumMod val="65000"/>
                </a:srgbClr>
              </a:solidFill>
            </a:ln>
          </p:spPr>
        </p:cxnSp>
        <p:cxnSp>
          <p:nvCxnSpPr>
            <p:cNvPr id="1103" name="Straight Connector 487"/>
            <p:cNvCxnSpPr/>
            <p:nvPr/>
          </p:nvCxnSpPr>
          <p:spPr>
            <a:xfrm>
              <a:off x="6240240" y="4236840"/>
              <a:ext cx="3055320" cy="786240"/>
            </a:xfrm>
            <a:prstGeom prst="straightConnector1">
              <a:avLst/>
            </a:prstGeom>
            <a:ln>
              <a:solidFill>
                <a:srgbClr val="ffffff">
                  <a:lumMod val="65000"/>
                </a:srgbClr>
              </a:solidFill>
            </a:ln>
          </p:spPr>
        </p:cxnSp>
        <p:cxnSp>
          <p:nvCxnSpPr>
            <p:cNvPr id="1104" name="Straight Connector 488"/>
            <p:cNvCxnSpPr/>
            <p:nvPr/>
          </p:nvCxnSpPr>
          <p:spPr>
            <a:xfrm>
              <a:off x="6240240" y="4415040"/>
              <a:ext cx="3055320" cy="608040"/>
            </a:xfrm>
            <a:prstGeom prst="straightConnector1">
              <a:avLst/>
            </a:prstGeom>
            <a:ln>
              <a:solidFill>
                <a:srgbClr val="ffffff">
                  <a:lumMod val="65000"/>
                </a:srgbClr>
              </a:solidFill>
            </a:ln>
          </p:spPr>
        </p:cxnSp>
        <p:cxnSp>
          <p:nvCxnSpPr>
            <p:cNvPr id="1105" name="Straight Connector 489"/>
            <p:cNvCxnSpPr/>
            <p:nvPr/>
          </p:nvCxnSpPr>
          <p:spPr>
            <a:xfrm>
              <a:off x="6240240" y="4592880"/>
              <a:ext cx="3055320" cy="430200"/>
            </a:xfrm>
            <a:prstGeom prst="straightConnector1">
              <a:avLst/>
            </a:prstGeom>
            <a:ln>
              <a:solidFill>
                <a:srgbClr val="ffffff">
                  <a:lumMod val="65000"/>
                </a:srgbClr>
              </a:solidFill>
            </a:ln>
          </p:spPr>
        </p:cxnSp>
        <p:cxnSp>
          <p:nvCxnSpPr>
            <p:cNvPr id="1106" name="Straight Connector 490"/>
            <p:cNvCxnSpPr/>
            <p:nvPr/>
          </p:nvCxnSpPr>
          <p:spPr>
            <a:xfrm>
              <a:off x="6240240" y="4771080"/>
              <a:ext cx="3055320" cy="252000"/>
            </a:xfrm>
            <a:prstGeom prst="straightConnector1">
              <a:avLst/>
            </a:prstGeom>
            <a:ln>
              <a:solidFill>
                <a:srgbClr val="ffffff">
                  <a:lumMod val="65000"/>
                </a:srgbClr>
              </a:solidFill>
            </a:ln>
          </p:spPr>
        </p:cxnSp>
        <p:cxnSp>
          <p:nvCxnSpPr>
            <p:cNvPr id="1107" name="Straight Connector 491"/>
            <p:cNvCxnSpPr/>
            <p:nvPr/>
          </p:nvCxnSpPr>
          <p:spPr>
            <a:xfrm>
              <a:off x="6240240" y="4948920"/>
              <a:ext cx="3055320" cy="74160"/>
            </a:xfrm>
            <a:prstGeom prst="straightConnector1">
              <a:avLst/>
            </a:prstGeom>
            <a:ln>
              <a:solidFill>
                <a:srgbClr val="ffffff">
                  <a:lumMod val="65000"/>
                </a:srgbClr>
              </a:solidFill>
            </a:ln>
          </p:spPr>
        </p:cxnSp>
        <p:cxnSp>
          <p:nvCxnSpPr>
            <p:cNvPr id="1108" name="Straight Connector 492"/>
            <p:cNvCxnSpPr/>
            <p:nvPr/>
          </p:nvCxnSpPr>
          <p:spPr>
            <a:xfrm flipV="1">
              <a:off x="6240240" y="5022720"/>
              <a:ext cx="3055320" cy="104760"/>
            </a:xfrm>
            <a:prstGeom prst="straightConnector1">
              <a:avLst/>
            </a:prstGeom>
            <a:ln>
              <a:solidFill>
                <a:srgbClr val="ffffff">
                  <a:lumMod val="65000"/>
                </a:srgbClr>
              </a:solidFill>
            </a:ln>
          </p:spPr>
        </p:cxnSp>
        <p:cxnSp>
          <p:nvCxnSpPr>
            <p:cNvPr id="1109" name="Straight Connector 493"/>
            <p:cNvCxnSpPr/>
            <p:nvPr/>
          </p:nvCxnSpPr>
          <p:spPr>
            <a:xfrm flipV="1">
              <a:off x="6240240" y="5022720"/>
              <a:ext cx="3055320" cy="282600"/>
            </a:xfrm>
            <a:prstGeom prst="straightConnector1">
              <a:avLst/>
            </a:prstGeom>
            <a:ln>
              <a:solidFill>
                <a:srgbClr val="ffffff">
                  <a:lumMod val="65000"/>
                </a:srgbClr>
              </a:solidFill>
            </a:ln>
          </p:spPr>
        </p:cxnSp>
        <p:cxnSp>
          <p:nvCxnSpPr>
            <p:cNvPr id="1110" name="Straight Connector 494"/>
            <p:cNvCxnSpPr/>
            <p:nvPr/>
          </p:nvCxnSpPr>
          <p:spPr>
            <a:xfrm flipV="1">
              <a:off x="6240240" y="5022720"/>
              <a:ext cx="3055320" cy="460800"/>
            </a:xfrm>
            <a:prstGeom prst="straightConnector1">
              <a:avLst/>
            </a:prstGeom>
            <a:ln>
              <a:solidFill>
                <a:srgbClr val="ffffff">
                  <a:lumMod val="65000"/>
                </a:srgbClr>
              </a:solidFill>
            </a:ln>
          </p:spPr>
        </p:cxnSp>
        <p:cxnSp>
          <p:nvCxnSpPr>
            <p:cNvPr id="1111" name="Straight Connector 495"/>
            <p:cNvCxnSpPr/>
            <p:nvPr/>
          </p:nvCxnSpPr>
          <p:spPr>
            <a:xfrm flipV="1">
              <a:off x="6240240" y="5022720"/>
              <a:ext cx="3055320" cy="639000"/>
            </a:xfrm>
            <a:prstGeom prst="straightConnector1">
              <a:avLst/>
            </a:prstGeom>
            <a:ln>
              <a:solidFill>
                <a:srgbClr val="ffffff">
                  <a:lumMod val="65000"/>
                </a:srgbClr>
              </a:solidFill>
            </a:ln>
          </p:spPr>
        </p:cxnSp>
        <p:cxnSp>
          <p:nvCxnSpPr>
            <p:cNvPr id="1112" name="Straight Connector 496"/>
            <p:cNvCxnSpPr/>
            <p:nvPr/>
          </p:nvCxnSpPr>
          <p:spPr>
            <a:xfrm flipV="1">
              <a:off x="6240240" y="5022720"/>
              <a:ext cx="3055320" cy="816840"/>
            </a:xfrm>
            <a:prstGeom prst="straightConnector1">
              <a:avLst/>
            </a:prstGeom>
            <a:ln>
              <a:solidFill>
                <a:srgbClr val="ffffff">
                  <a:lumMod val="65000"/>
                </a:srgbClr>
              </a:solidFill>
            </a:ln>
          </p:spPr>
        </p:cxnSp>
        <p:cxnSp>
          <p:nvCxnSpPr>
            <p:cNvPr id="1113" name="Straight Connector 497"/>
            <p:cNvCxnSpPr/>
            <p:nvPr/>
          </p:nvCxnSpPr>
          <p:spPr>
            <a:xfrm flipV="1">
              <a:off x="6240240" y="5022720"/>
              <a:ext cx="3055320" cy="995040"/>
            </a:xfrm>
            <a:prstGeom prst="straightConnector1">
              <a:avLst/>
            </a:prstGeom>
            <a:ln>
              <a:solidFill>
                <a:srgbClr val="ffffff">
                  <a:lumMod val="65000"/>
                </a:srgbClr>
              </a:solidFill>
            </a:ln>
          </p:spPr>
        </p:cxnSp>
        <p:cxnSp>
          <p:nvCxnSpPr>
            <p:cNvPr id="1114" name="Straight Connector 498"/>
            <p:cNvCxnSpPr/>
            <p:nvPr/>
          </p:nvCxnSpPr>
          <p:spPr>
            <a:xfrm>
              <a:off x="6240240" y="1922400"/>
              <a:ext cx="3055320" cy="3502080"/>
            </a:xfrm>
            <a:prstGeom prst="straightConnector1">
              <a:avLst/>
            </a:prstGeom>
            <a:ln>
              <a:solidFill>
                <a:srgbClr val="ffffff">
                  <a:lumMod val="65000"/>
                </a:srgbClr>
              </a:solidFill>
            </a:ln>
          </p:spPr>
        </p:cxnSp>
        <p:cxnSp>
          <p:nvCxnSpPr>
            <p:cNvPr id="1115" name="Straight Connector 499"/>
            <p:cNvCxnSpPr/>
            <p:nvPr/>
          </p:nvCxnSpPr>
          <p:spPr>
            <a:xfrm>
              <a:off x="6240240" y="2100240"/>
              <a:ext cx="3055320" cy="3324240"/>
            </a:xfrm>
            <a:prstGeom prst="straightConnector1">
              <a:avLst/>
            </a:prstGeom>
            <a:ln>
              <a:solidFill>
                <a:srgbClr val="ffffff">
                  <a:lumMod val="65000"/>
                </a:srgbClr>
              </a:solidFill>
            </a:ln>
          </p:spPr>
        </p:cxnSp>
        <p:cxnSp>
          <p:nvCxnSpPr>
            <p:cNvPr id="1116" name="Straight Connector 500"/>
            <p:cNvCxnSpPr/>
            <p:nvPr/>
          </p:nvCxnSpPr>
          <p:spPr>
            <a:xfrm>
              <a:off x="6240240" y="2278440"/>
              <a:ext cx="3055320" cy="3146040"/>
            </a:xfrm>
            <a:prstGeom prst="straightConnector1">
              <a:avLst/>
            </a:prstGeom>
            <a:ln>
              <a:solidFill>
                <a:srgbClr val="ffffff">
                  <a:lumMod val="65000"/>
                </a:srgbClr>
              </a:solidFill>
            </a:ln>
          </p:spPr>
        </p:cxnSp>
        <p:cxnSp>
          <p:nvCxnSpPr>
            <p:cNvPr id="1117" name="Straight Connector 501"/>
            <p:cNvCxnSpPr/>
            <p:nvPr/>
          </p:nvCxnSpPr>
          <p:spPr>
            <a:xfrm>
              <a:off x="6240240" y="2456280"/>
              <a:ext cx="3055320" cy="2968200"/>
            </a:xfrm>
            <a:prstGeom prst="straightConnector1">
              <a:avLst/>
            </a:prstGeom>
            <a:ln>
              <a:solidFill>
                <a:srgbClr val="ffffff">
                  <a:lumMod val="65000"/>
                </a:srgbClr>
              </a:solidFill>
            </a:ln>
          </p:spPr>
        </p:cxnSp>
        <p:cxnSp>
          <p:nvCxnSpPr>
            <p:cNvPr id="1118" name="Straight Connector 502"/>
            <p:cNvCxnSpPr/>
            <p:nvPr/>
          </p:nvCxnSpPr>
          <p:spPr>
            <a:xfrm>
              <a:off x="6240240" y="2634480"/>
              <a:ext cx="3055320" cy="2790000"/>
            </a:xfrm>
            <a:prstGeom prst="straightConnector1">
              <a:avLst/>
            </a:prstGeom>
            <a:ln>
              <a:solidFill>
                <a:srgbClr val="ffffff">
                  <a:lumMod val="65000"/>
                </a:srgbClr>
              </a:solidFill>
            </a:ln>
          </p:spPr>
        </p:cxnSp>
        <p:cxnSp>
          <p:nvCxnSpPr>
            <p:cNvPr id="1119" name="Straight Connector 503"/>
            <p:cNvCxnSpPr/>
            <p:nvPr/>
          </p:nvCxnSpPr>
          <p:spPr>
            <a:xfrm>
              <a:off x="6240240" y="2812320"/>
              <a:ext cx="3055320" cy="2612160"/>
            </a:xfrm>
            <a:prstGeom prst="straightConnector1">
              <a:avLst/>
            </a:prstGeom>
            <a:ln>
              <a:solidFill>
                <a:srgbClr val="ffffff">
                  <a:lumMod val="65000"/>
                </a:srgbClr>
              </a:solidFill>
            </a:ln>
          </p:spPr>
        </p:cxnSp>
        <p:cxnSp>
          <p:nvCxnSpPr>
            <p:cNvPr id="1120" name="Straight Connector 504"/>
            <p:cNvCxnSpPr/>
            <p:nvPr/>
          </p:nvCxnSpPr>
          <p:spPr>
            <a:xfrm>
              <a:off x="6240240" y="2990520"/>
              <a:ext cx="3055320" cy="2433960"/>
            </a:xfrm>
            <a:prstGeom prst="straightConnector1">
              <a:avLst/>
            </a:prstGeom>
            <a:ln>
              <a:solidFill>
                <a:srgbClr val="ffffff">
                  <a:lumMod val="65000"/>
                </a:srgbClr>
              </a:solidFill>
            </a:ln>
          </p:spPr>
        </p:cxnSp>
        <p:cxnSp>
          <p:nvCxnSpPr>
            <p:cNvPr id="1121" name="Straight Connector 505"/>
            <p:cNvCxnSpPr/>
            <p:nvPr/>
          </p:nvCxnSpPr>
          <p:spPr>
            <a:xfrm>
              <a:off x="6240240" y="3168720"/>
              <a:ext cx="3055320" cy="2255760"/>
            </a:xfrm>
            <a:prstGeom prst="straightConnector1">
              <a:avLst/>
            </a:prstGeom>
            <a:ln>
              <a:solidFill>
                <a:srgbClr val="ffffff">
                  <a:lumMod val="65000"/>
                </a:srgbClr>
              </a:solidFill>
            </a:ln>
          </p:spPr>
        </p:cxnSp>
        <p:cxnSp>
          <p:nvCxnSpPr>
            <p:cNvPr id="1122" name="Straight Connector 506"/>
            <p:cNvCxnSpPr/>
            <p:nvPr/>
          </p:nvCxnSpPr>
          <p:spPr>
            <a:xfrm>
              <a:off x="6240240" y="3346560"/>
              <a:ext cx="3055320" cy="2077920"/>
            </a:xfrm>
            <a:prstGeom prst="straightConnector1">
              <a:avLst/>
            </a:prstGeom>
            <a:ln>
              <a:solidFill>
                <a:srgbClr val="ffffff">
                  <a:lumMod val="65000"/>
                </a:srgbClr>
              </a:solidFill>
            </a:ln>
          </p:spPr>
        </p:cxnSp>
        <p:cxnSp>
          <p:nvCxnSpPr>
            <p:cNvPr id="1123" name="Straight Connector 507"/>
            <p:cNvCxnSpPr/>
            <p:nvPr/>
          </p:nvCxnSpPr>
          <p:spPr>
            <a:xfrm>
              <a:off x="6240240" y="3524760"/>
              <a:ext cx="3055320" cy="1899720"/>
            </a:xfrm>
            <a:prstGeom prst="straightConnector1">
              <a:avLst/>
            </a:prstGeom>
            <a:ln>
              <a:solidFill>
                <a:srgbClr val="ffffff">
                  <a:lumMod val="65000"/>
                </a:srgbClr>
              </a:solidFill>
            </a:ln>
          </p:spPr>
        </p:cxnSp>
        <p:cxnSp>
          <p:nvCxnSpPr>
            <p:cNvPr id="1124" name="Straight Connector 508"/>
            <p:cNvCxnSpPr/>
            <p:nvPr/>
          </p:nvCxnSpPr>
          <p:spPr>
            <a:xfrm>
              <a:off x="6240240" y="3702600"/>
              <a:ext cx="3055320" cy="1721880"/>
            </a:xfrm>
            <a:prstGeom prst="straightConnector1">
              <a:avLst/>
            </a:prstGeom>
            <a:ln>
              <a:solidFill>
                <a:srgbClr val="ffffff">
                  <a:lumMod val="65000"/>
                </a:srgbClr>
              </a:solidFill>
            </a:ln>
          </p:spPr>
        </p:cxnSp>
        <p:cxnSp>
          <p:nvCxnSpPr>
            <p:cNvPr id="1125" name="Straight Connector 509"/>
            <p:cNvCxnSpPr/>
            <p:nvPr/>
          </p:nvCxnSpPr>
          <p:spPr>
            <a:xfrm>
              <a:off x="6240240" y="3880800"/>
              <a:ext cx="3055320" cy="1543680"/>
            </a:xfrm>
            <a:prstGeom prst="straightConnector1">
              <a:avLst/>
            </a:prstGeom>
            <a:ln>
              <a:solidFill>
                <a:srgbClr val="ffffff">
                  <a:lumMod val="65000"/>
                </a:srgbClr>
              </a:solidFill>
            </a:ln>
          </p:spPr>
        </p:cxnSp>
        <p:cxnSp>
          <p:nvCxnSpPr>
            <p:cNvPr id="1126" name="Straight Connector 510"/>
            <p:cNvCxnSpPr/>
            <p:nvPr/>
          </p:nvCxnSpPr>
          <p:spPr>
            <a:xfrm>
              <a:off x="6240240" y="4058640"/>
              <a:ext cx="3055320" cy="1365840"/>
            </a:xfrm>
            <a:prstGeom prst="straightConnector1">
              <a:avLst/>
            </a:prstGeom>
            <a:ln>
              <a:solidFill>
                <a:srgbClr val="ffffff">
                  <a:lumMod val="65000"/>
                </a:srgbClr>
              </a:solidFill>
            </a:ln>
          </p:spPr>
        </p:cxnSp>
        <p:cxnSp>
          <p:nvCxnSpPr>
            <p:cNvPr id="1127" name="Straight Connector 511"/>
            <p:cNvCxnSpPr/>
            <p:nvPr/>
          </p:nvCxnSpPr>
          <p:spPr>
            <a:xfrm>
              <a:off x="6240240" y="4236840"/>
              <a:ext cx="3055320" cy="1187640"/>
            </a:xfrm>
            <a:prstGeom prst="straightConnector1">
              <a:avLst/>
            </a:prstGeom>
            <a:ln>
              <a:solidFill>
                <a:srgbClr val="ffffff">
                  <a:lumMod val="65000"/>
                </a:srgbClr>
              </a:solidFill>
            </a:ln>
          </p:spPr>
        </p:cxnSp>
        <p:cxnSp>
          <p:nvCxnSpPr>
            <p:cNvPr id="1128" name="Straight Connector 512"/>
            <p:cNvCxnSpPr/>
            <p:nvPr/>
          </p:nvCxnSpPr>
          <p:spPr>
            <a:xfrm>
              <a:off x="6240240" y="4415040"/>
              <a:ext cx="3055320" cy="1009440"/>
            </a:xfrm>
            <a:prstGeom prst="straightConnector1">
              <a:avLst/>
            </a:prstGeom>
            <a:ln>
              <a:solidFill>
                <a:srgbClr val="ffffff">
                  <a:lumMod val="65000"/>
                </a:srgbClr>
              </a:solidFill>
            </a:ln>
          </p:spPr>
        </p:cxnSp>
        <p:cxnSp>
          <p:nvCxnSpPr>
            <p:cNvPr id="1129" name="Straight Connector 513"/>
            <p:cNvCxnSpPr/>
            <p:nvPr/>
          </p:nvCxnSpPr>
          <p:spPr>
            <a:xfrm>
              <a:off x="6240240" y="4592880"/>
              <a:ext cx="3055320" cy="831600"/>
            </a:xfrm>
            <a:prstGeom prst="straightConnector1">
              <a:avLst/>
            </a:prstGeom>
            <a:ln>
              <a:solidFill>
                <a:srgbClr val="ffffff">
                  <a:lumMod val="65000"/>
                </a:srgbClr>
              </a:solidFill>
            </a:ln>
          </p:spPr>
        </p:cxnSp>
        <p:cxnSp>
          <p:nvCxnSpPr>
            <p:cNvPr id="1130" name="Straight Connector 514"/>
            <p:cNvCxnSpPr/>
            <p:nvPr/>
          </p:nvCxnSpPr>
          <p:spPr>
            <a:xfrm>
              <a:off x="6240240" y="4771080"/>
              <a:ext cx="3055320" cy="653400"/>
            </a:xfrm>
            <a:prstGeom prst="straightConnector1">
              <a:avLst/>
            </a:prstGeom>
            <a:ln>
              <a:solidFill>
                <a:srgbClr val="ffffff">
                  <a:lumMod val="65000"/>
                </a:srgbClr>
              </a:solidFill>
            </a:ln>
          </p:spPr>
        </p:cxnSp>
        <p:cxnSp>
          <p:nvCxnSpPr>
            <p:cNvPr id="1131" name="Straight Connector 515"/>
            <p:cNvCxnSpPr/>
            <p:nvPr/>
          </p:nvCxnSpPr>
          <p:spPr>
            <a:xfrm>
              <a:off x="6240240" y="4948920"/>
              <a:ext cx="3055320" cy="475560"/>
            </a:xfrm>
            <a:prstGeom prst="straightConnector1">
              <a:avLst/>
            </a:prstGeom>
            <a:ln>
              <a:solidFill>
                <a:srgbClr val="ffffff">
                  <a:lumMod val="65000"/>
                </a:srgbClr>
              </a:solidFill>
            </a:ln>
          </p:spPr>
        </p:cxnSp>
        <p:cxnSp>
          <p:nvCxnSpPr>
            <p:cNvPr id="1132" name="Straight Connector 516"/>
            <p:cNvCxnSpPr/>
            <p:nvPr/>
          </p:nvCxnSpPr>
          <p:spPr>
            <a:xfrm>
              <a:off x="6240240" y="5127120"/>
              <a:ext cx="3055320" cy="297360"/>
            </a:xfrm>
            <a:prstGeom prst="straightConnector1">
              <a:avLst/>
            </a:prstGeom>
            <a:ln>
              <a:solidFill>
                <a:srgbClr val="ffffff">
                  <a:lumMod val="65000"/>
                </a:srgbClr>
              </a:solidFill>
            </a:ln>
          </p:spPr>
        </p:cxnSp>
        <p:cxnSp>
          <p:nvCxnSpPr>
            <p:cNvPr id="1133" name="Straight Connector 517"/>
            <p:cNvCxnSpPr/>
            <p:nvPr/>
          </p:nvCxnSpPr>
          <p:spPr>
            <a:xfrm>
              <a:off x="6240240" y="5304960"/>
              <a:ext cx="3055320" cy="119520"/>
            </a:xfrm>
            <a:prstGeom prst="straightConnector1">
              <a:avLst/>
            </a:prstGeom>
            <a:ln>
              <a:solidFill>
                <a:srgbClr val="ffffff">
                  <a:lumMod val="65000"/>
                </a:srgbClr>
              </a:solidFill>
            </a:ln>
          </p:spPr>
        </p:cxnSp>
        <p:cxnSp>
          <p:nvCxnSpPr>
            <p:cNvPr id="1134" name="Straight Connector 518"/>
            <p:cNvCxnSpPr/>
            <p:nvPr/>
          </p:nvCxnSpPr>
          <p:spPr>
            <a:xfrm flipV="1">
              <a:off x="6240240" y="5424120"/>
              <a:ext cx="3055320" cy="59400"/>
            </a:xfrm>
            <a:prstGeom prst="straightConnector1">
              <a:avLst/>
            </a:prstGeom>
            <a:ln>
              <a:solidFill>
                <a:srgbClr val="ffffff">
                  <a:lumMod val="65000"/>
                </a:srgbClr>
              </a:solidFill>
            </a:ln>
          </p:spPr>
        </p:cxnSp>
        <p:cxnSp>
          <p:nvCxnSpPr>
            <p:cNvPr id="1135" name="Straight Connector 519"/>
            <p:cNvCxnSpPr/>
            <p:nvPr/>
          </p:nvCxnSpPr>
          <p:spPr>
            <a:xfrm flipV="1">
              <a:off x="6240240" y="5424120"/>
              <a:ext cx="3055320" cy="237600"/>
            </a:xfrm>
            <a:prstGeom prst="straightConnector1">
              <a:avLst/>
            </a:prstGeom>
            <a:ln>
              <a:solidFill>
                <a:srgbClr val="ffffff">
                  <a:lumMod val="65000"/>
                </a:srgbClr>
              </a:solidFill>
            </a:ln>
          </p:spPr>
        </p:cxnSp>
        <p:cxnSp>
          <p:nvCxnSpPr>
            <p:cNvPr id="1136" name="Straight Connector 520"/>
            <p:cNvCxnSpPr/>
            <p:nvPr/>
          </p:nvCxnSpPr>
          <p:spPr>
            <a:xfrm flipV="1">
              <a:off x="6240240" y="5424120"/>
              <a:ext cx="3055320" cy="415440"/>
            </a:xfrm>
            <a:prstGeom prst="straightConnector1">
              <a:avLst/>
            </a:prstGeom>
            <a:ln>
              <a:solidFill>
                <a:srgbClr val="ffffff">
                  <a:lumMod val="65000"/>
                </a:srgbClr>
              </a:solidFill>
            </a:ln>
          </p:spPr>
        </p:cxnSp>
        <p:cxnSp>
          <p:nvCxnSpPr>
            <p:cNvPr id="1137" name="Straight Connector 521"/>
            <p:cNvCxnSpPr/>
            <p:nvPr/>
          </p:nvCxnSpPr>
          <p:spPr>
            <a:xfrm flipV="1">
              <a:off x="6240240" y="5424120"/>
              <a:ext cx="3055320" cy="593640"/>
            </a:xfrm>
            <a:prstGeom prst="straightConnector1">
              <a:avLst/>
            </a:prstGeom>
            <a:ln>
              <a:solidFill>
                <a:srgbClr val="ffffff">
                  <a:lumMod val="65000"/>
                </a:srgbClr>
              </a:solidFill>
            </a:ln>
          </p:spPr>
        </p:cxnSp>
        <p:cxnSp>
          <p:nvCxnSpPr>
            <p:cNvPr id="1138" name="Straight Connector 522"/>
            <p:cNvCxnSpPr/>
            <p:nvPr/>
          </p:nvCxnSpPr>
          <p:spPr>
            <a:xfrm>
              <a:off x="6240240" y="1922400"/>
              <a:ext cx="3055320" cy="3903480"/>
            </a:xfrm>
            <a:prstGeom prst="straightConnector1">
              <a:avLst/>
            </a:prstGeom>
            <a:ln>
              <a:solidFill>
                <a:srgbClr val="ffffff">
                  <a:lumMod val="65000"/>
                </a:srgbClr>
              </a:solidFill>
            </a:ln>
          </p:spPr>
        </p:cxnSp>
        <p:cxnSp>
          <p:nvCxnSpPr>
            <p:cNvPr id="1139" name="Straight Connector 523"/>
            <p:cNvCxnSpPr/>
            <p:nvPr/>
          </p:nvCxnSpPr>
          <p:spPr>
            <a:xfrm>
              <a:off x="6240240" y="2100240"/>
              <a:ext cx="3055320" cy="3725640"/>
            </a:xfrm>
            <a:prstGeom prst="straightConnector1">
              <a:avLst/>
            </a:prstGeom>
            <a:ln>
              <a:solidFill>
                <a:srgbClr val="ffffff">
                  <a:lumMod val="65000"/>
                </a:srgbClr>
              </a:solidFill>
            </a:ln>
          </p:spPr>
        </p:cxnSp>
        <p:cxnSp>
          <p:nvCxnSpPr>
            <p:cNvPr id="1140" name="Straight Connector 524"/>
            <p:cNvCxnSpPr/>
            <p:nvPr/>
          </p:nvCxnSpPr>
          <p:spPr>
            <a:xfrm>
              <a:off x="6240240" y="2278440"/>
              <a:ext cx="3055320" cy="3547440"/>
            </a:xfrm>
            <a:prstGeom prst="straightConnector1">
              <a:avLst/>
            </a:prstGeom>
            <a:ln>
              <a:solidFill>
                <a:srgbClr val="ffffff">
                  <a:lumMod val="65000"/>
                </a:srgbClr>
              </a:solidFill>
            </a:ln>
          </p:spPr>
        </p:cxnSp>
        <p:cxnSp>
          <p:nvCxnSpPr>
            <p:cNvPr id="1141" name="Straight Connector 525"/>
            <p:cNvCxnSpPr/>
            <p:nvPr/>
          </p:nvCxnSpPr>
          <p:spPr>
            <a:xfrm>
              <a:off x="6240240" y="2456280"/>
              <a:ext cx="3055320" cy="3369600"/>
            </a:xfrm>
            <a:prstGeom prst="straightConnector1">
              <a:avLst/>
            </a:prstGeom>
            <a:ln>
              <a:solidFill>
                <a:srgbClr val="ffffff">
                  <a:lumMod val="65000"/>
                </a:srgbClr>
              </a:solidFill>
            </a:ln>
          </p:spPr>
        </p:cxnSp>
        <p:cxnSp>
          <p:nvCxnSpPr>
            <p:cNvPr id="1142" name="Straight Connector 526"/>
            <p:cNvCxnSpPr/>
            <p:nvPr/>
          </p:nvCxnSpPr>
          <p:spPr>
            <a:xfrm>
              <a:off x="6240240" y="2634480"/>
              <a:ext cx="3055320" cy="3191400"/>
            </a:xfrm>
            <a:prstGeom prst="straightConnector1">
              <a:avLst/>
            </a:prstGeom>
            <a:ln>
              <a:solidFill>
                <a:srgbClr val="ffffff">
                  <a:lumMod val="65000"/>
                </a:srgbClr>
              </a:solidFill>
            </a:ln>
          </p:spPr>
        </p:cxnSp>
        <p:cxnSp>
          <p:nvCxnSpPr>
            <p:cNvPr id="1143" name="Straight Connector 527"/>
            <p:cNvCxnSpPr/>
            <p:nvPr/>
          </p:nvCxnSpPr>
          <p:spPr>
            <a:xfrm>
              <a:off x="6240240" y="2812320"/>
              <a:ext cx="3055320" cy="3013560"/>
            </a:xfrm>
            <a:prstGeom prst="straightConnector1">
              <a:avLst/>
            </a:prstGeom>
            <a:ln>
              <a:solidFill>
                <a:srgbClr val="ffffff">
                  <a:lumMod val="65000"/>
                </a:srgbClr>
              </a:solidFill>
            </a:ln>
          </p:spPr>
        </p:cxnSp>
        <p:cxnSp>
          <p:nvCxnSpPr>
            <p:cNvPr id="1144" name="Straight Connector 528"/>
            <p:cNvCxnSpPr/>
            <p:nvPr/>
          </p:nvCxnSpPr>
          <p:spPr>
            <a:xfrm>
              <a:off x="6240240" y="2990520"/>
              <a:ext cx="3055320" cy="2835360"/>
            </a:xfrm>
            <a:prstGeom prst="straightConnector1">
              <a:avLst/>
            </a:prstGeom>
            <a:ln>
              <a:solidFill>
                <a:srgbClr val="ffffff">
                  <a:lumMod val="65000"/>
                </a:srgbClr>
              </a:solidFill>
            </a:ln>
          </p:spPr>
        </p:cxnSp>
        <p:cxnSp>
          <p:nvCxnSpPr>
            <p:cNvPr id="1145" name="Straight Connector 529"/>
            <p:cNvCxnSpPr/>
            <p:nvPr/>
          </p:nvCxnSpPr>
          <p:spPr>
            <a:xfrm>
              <a:off x="6240240" y="3168720"/>
              <a:ext cx="3055320" cy="2657160"/>
            </a:xfrm>
            <a:prstGeom prst="straightConnector1">
              <a:avLst/>
            </a:prstGeom>
            <a:ln>
              <a:solidFill>
                <a:srgbClr val="ffffff">
                  <a:lumMod val="65000"/>
                </a:srgbClr>
              </a:solidFill>
            </a:ln>
          </p:spPr>
        </p:cxnSp>
        <p:cxnSp>
          <p:nvCxnSpPr>
            <p:cNvPr id="1146" name="Straight Connector 530"/>
            <p:cNvCxnSpPr/>
            <p:nvPr/>
          </p:nvCxnSpPr>
          <p:spPr>
            <a:xfrm>
              <a:off x="6240240" y="3346560"/>
              <a:ext cx="3055320" cy="2479320"/>
            </a:xfrm>
            <a:prstGeom prst="straightConnector1">
              <a:avLst/>
            </a:prstGeom>
            <a:ln>
              <a:solidFill>
                <a:srgbClr val="ffffff">
                  <a:lumMod val="65000"/>
                </a:srgbClr>
              </a:solidFill>
            </a:ln>
          </p:spPr>
        </p:cxnSp>
        <p:cxnSp>
          <p:nvCxnSpPr>
            <p:cNvPr id="1147" name="Straight Connector 531"/>
            <p:cNvCxnSpPr/>
            <p:nvPr/>
          </p:nvCxnSpPr>
          <p:spPr>
            <a:xfrm>
              <a:off x="6240240" y="3524760"/>
              <a:ext cx="3055320" cy="2301120"/>
            </a:xfrm>
            <a:prstGeom prst="straightConnector1">
              <a:avLst/>
            </a:prstGeom>
            <a:ln>
              <a:solidFill>
                <a:srgbClr val="ffffff">
                  <a:lumMod val="65000"/>
                </a:srgbClr>
              </a:solidFill>
            </a:ln>
          </p:spPr>
        </p:cxnSp>
        <p:cxnSp>
          <p:nvCxnSpPr>
            <p:cNvPr id="1148" name="Straight Connector 532"/>
            <p:cNvCxnSpPr/>
            <p:nvPr/>
          </p:nvCxnSpPr>
          <p:spPr>
            <a:xfrm>
              <a:off x="6240240" y="3702600"/>
              <a:ext cx="3055320" cy="2123280"/>
            </a:xfrm>
            <a:prstGeom prst="straightConnector1">
              <a:avLst/>
            </a:prstGeom>
            <a:ln>
              <a:solidFill>
                <a:srgbClr val="ffffff">
                  <a:lumMod val="65000"/>
                </a:srgbClr>
              </a:solidFill>
            </a:ln>
          </p:spPr>
        </p:cxnSp>
        <p:cxnSp>
          <p:nvCxnSpPr>
            <p:cNvPr id="1149" name="Straight Connector 533"/>
            <p:cNvCxnSpPr/>
            <p:nvPr/>
          </p:nvCxnSpPr>
          <p:spPr>
            <a:xfrm>
              <a:off x="6240240" y="3880800"/>
              <a:ext cx="3055320" cy="1945080"/>
            </a:xfrm>
            <a:prstGeom prst="straightConnector1">
              <a:avLst/>
            </a:prstGeom>
            <a:ln>
              <a:solidFill>
                <a:srgbClr val="ffffff">
                  <a:lumMod val="65000"/>
                </a:srgbClr>
              </a:solidFill>
            </a:ln>
          </p:spPr>
        </p:cxnSp>
        <p:cxnSp>
          <p:nvCxnSpPr>
            <p:cNvPr id="1150" name="Straight Connector 534"/>
            <p:cNvCxnSpPr/>
            <p:nvPr/>
          </p:nvCxnSpPr>
          <p:spPr>
            <a:xfrm>
              <a:off x="6240240" y="4058640"/>
              <a:ext cx="3055320" cy="1767240"/>
            </a:xfrm>
            <a:prstGeom prst="straightConnector1">
              <a:avLst/>
            </a:prstGeom>
            <a:ln>
              <a:solidFill>
                <a:srgbClr val="ffffff">
                  <a:lumMod val="65000"/>
                </a:srgbClr>
              </a:solidFill>
            </a:ln>
          </p:spPr>
        </p:cxnSp>
        <p:cxnSp>
          <p:nvCxnSpPr>
            <p:cNvPr id="1151" name="Straight Connector 535"/>
            <p:cNvCxnSpPr/>
            <p:nvPr/>
          </p:nvCxnSpPr>
          <p:spPr>
            <a:xfrm>
              <a:off x="6240240" y="4236840"/>
              <a:ext cx="3055320" cy="1589040"/>
            </a:xfrm>
            <a:prstGeom prst="straightConnector1">
              <a:avLst/>
            </a:prstGeom>
            <a:ln>
              <a:solidFill>
                <a:srgbClr val="ffffff">
                  <a:lumMod val="65000"/>
                </a:srgbClr>
              </a:solidFill>
            </a:ln>
          </p:spPr>
        </p:cxnSp>
        <p:cxnSp>
          <p:nvCxnSpPr>
            <p:cNvPr id="1152" name="Straight Connector 536"/>
            <p:cNvCxnSpPr/>
            <p:nvPr/>
          </p:nvCxnSpPr>
          <p:spPr>
            <a:xfrm>
              <a:off x="6240240" y="4415040"/>
              <a:ext cx="3055320" cy="1410840"/>
            </a:xfrm>
            <a:prstGeom prst="straightConnector1">
              <a:avLst/>
            </a:prstGeom>
            <a:ln>
              <a:solidFill>
                <a:srgbClr val="ffffff">
                  <a:lumMod val="65000"/>
                </a:srgbClr>
              </a:solidFill>
            </a:ln>
          </p:spPr>
        </p:cxnSp>
        <p:cxnSp>
          <p:nvCxnSpPr>
            <p:cNvPr id="1153" name="Straight Connector 537"/>
            <p:cNvCxnSpPr/>
            <p:nvPr/>
          </p:nvCxnSpPr>
          <p:spPr>
            <a:xfrm>
              <a:off x="6240240" y="4592880"/>
              <a:ext cx="3055320" cy="1233000"/>
            </a:xfrm>
            <a:prstGeom prst="straightConnector1">
              <a:avLst/>
            </a:prstGeom>
            <a:ln>
              <a:solidFill>
                <a:srgbClr val="ffffff">
                  <a:lumMod val="65000"/>
                </a:srgbClr>
              </a:solidFill>
            </a:ln>
          </p:spPr>
        </p:cxnSp>
        <p:cxnSp>
          <p:nvCxnSpPr>
            <p:cNvPr id="1154" name="Straight Connector 538"/>
            <p:cNvCxnSpPr/>
            <p:nvPr/>
          </p:nvCxnSpPr>
          <p:spPr>
            <a:xfrm>
              <a:off x="6240240" y="4771080"/>
              <a:ext cx="3055320" cy="1054800"/>
            </a:xfrm>
            <a:prstGeom prst="straightConnector1">
              <a:avLst/>
            </a:prstGeom>
            <a:ln>
              <a:solidFill>
                <a:srgbClr val="ffffff">
                  <a:lumMod val="65000"/>
                </a:srgbClr>
              </a:solidFill>
            </a:ln>
          </p:spPr>
        </p:cxnSp>
        <p:cxnSp>
          <p:nvCxnSpPr>
            <p:cNvPr id="1155" name="Straight Connector 539"/>
            <p:cNvCxnSpPr/>
            <p:nvPr/>
          </p:nvCxnSpPr>
          <p:spPr>
            <a:xfrm>
              <a:off x="6240240" y="4948920"/>
              <a:ext cx="3055320" cy="876960"/>
            </a:xfrm>
            <a:prstGeom prst="straightConnector1">
              <a:avLst/>
            </a:prstGeom>
            <a:ln>
              <a:solidFill>
                <a:srgbClr val="ffffff">
                  <a:lumMod val="65000"/>
                </a:srgbClr>
              </a:solidFill>
            </a:ln>
          </p:spPr>
        </p:cxnSp>
        <p:cxnSp>
          <p:nvCxnSpPr>
            <p:cNvPr id="1156" name="Straight Connector 540"/>
            <p:cNvCxnSpPr/>
            <p:nvPr/>
          </p:nvCxnSpPr>
          <p:spPr>
            <a:xfrm>
              <a:off x="6240240" y="5127120"/>
              <a:ext cx="3055320" cy="698760"/>
            </a:xfrm>
            <a:prstGeom prst="straightConnector1">
              <a:avLst/>
            </a:prstGeom>
            <a:ln>
              <a:solidFill>
                <a:srgbClr val="ffffff">
                  <a:lumMod val="65000"/>
                </a:srgbClr>
              </a:solidFill>
            </a:ln>
          </p:spPr>
        </p:cxnSp>
        <p:cxnSp>
          <p:nvCxnSpPr>
            <p:cNvPr id="1157" name="Straight Connector 541"/>
            <p:cNvCxnSpPr/>
            <p:nvPr/>
          </p:nvCxnSpPr>
          <p:spPr>
            <a:xfrm>
              <a:off x="6240240" y="5304960"/>
              <a:ext cx="3055320" cy="520920"/>
            </a:xfrm>
            <a:prstGeom prst="straightConnector1">
              <a:avLst/>
            </a:prstGeom>
            <a:ln>
              <a:solidFill>
                <a:srgbClr val="ffffff">
                  <a:lumMod val="65000"/>
                </a:srgbClr>
              </a:solidFill>
            </a:ln>
          </p:spPr>
        </p:cxnSp>
        <p:cxnSp>
          <p:nvCxnSpPr>
            <p:cNvPr id="1158" name="Straight Connector 542"/>
            <p:cNvCxnSpPr/>
            <p:nvPr/>
          </p:nvCxnSpPr>
          <p:spPr>
            <a:xfrm>
              <a:off x="6240240" y="5483160"/>
              <a:ext cx="3055320" cy="342720"/>
            </a:xfrm>
            <a:prstGeom prst="straightConnector1">
              <a:avLst/>
            </a:prstGeom>
            <a:ln>
              <a:solidFill>
                <a:srgbClr val="ffffff">
                  <a:lumMod val="65000"/>
                </a:srgbClr>
              </a:solidFill>
            </a:ln>
          </p:spPr>
        </p:cxnSp>
        <p:cxnSp>
          <p:nvCxnSpPr>
            <p:cNvPr id="1159" name="Straight Connector 543"/>
            <p:cNvCxnSpPr/>
            <p:nvPr/>
          </p:nvCxnSpPr>
          <p:spPr>
            <a:xfrm>
              <a:off x="6240240" y="5661360"/>
              <a:ext cx="3055320" cy="164520"/>
            </a:xfrm>
            <a:prstGeom prst="straightConnector1">
              <a:avLst/>
            </a:prstGeom>
            <a:ln>
              <a:solidFill>
                <a:srgbClr val="ffffff">
                  <a:lumMod val="65000"/>
                </a:srgbClr>
              </a:solidFill>
            </a:ln>
          </p:spPr>
        </p:cxnSp>
        <p:cxnSp>
          <p:nvCxnSpPr>
            <p:cNvPr id="1160" name="Straight Connector 544"/>
            <p:cNvCxnSpPr/>
            <p:nvPr/>
          </p:nvCxnSpPr>
          <p:spPr>
            <a:xfrm flipV="1">
              <a:off x="6240240" y="5825520"/>
              <a:ext cx="3055320" cy="14040"/>
            </a:xfrm>
            <a:prstGeom prst="straightConnector1">
              <a:avLst/>
            </a:prstGeom>
            <a:ln>
              <a:solidFill>
                <a:srgbClr val="ffffff">
                  <a:lumMod val="65000"/>
                </a:srgbClr>
              </a:solidFill>
            </a:ln>
          </p:spPr>
        </p:cxnSp>
        <p:cxnSp>
          <p:nvCxnSpPr>
            <p:cNvPr id="1161" name="Straight Connector 545"/>
            <p:cNvCxnSpPr/>
            <p:nvPr/>
          </p:nvCxnSpPr>
          <p:spPr>
            <a:xfrm flipV="1">
              <a:off x="6240240" y="5825520"/>
              <a:ext cx="3055320" cy="192240"/>
            </a:xfrm>
            <a:prstGeom prst="straightConnector1">
              <a:avLst/>
            </a:prstGeom>
            <a:ln>
              <a:solidFill>
                <a:srgbClr val="ffffff">
                  <a:lumMod val="65000"/>
                </a:srgbClr>
              </a:solidFill>
            </a:ln>
          </p:spPr>
        </p:cxnSp>
      </p:grpSp>
      <p:grpSp>
        <p:nvGrpSpPr>
          <p:cNvPr id="1162" name="Group 557"/>
          <p:cNvGrpSpPr/>
          <p:nvPr/>
        </p:nvGrpSpPr>
        <p:grpSpPr>
          <a:xfrm>
            <a:off x="9569520" y="2199960"/>
            <a:ext cx="1088640" cy="3606840"/>
            <a:chOff x="9569520" y="2199960"/>
            <a:chExt cx="1088640" cy="3606840"/>
          </a:xfrm>
        </p:grpSpPr>
        <p:cxnSp>
          <p:nvCxnSpPr>
            <p:cNvPr id="1163" name="Straight Connector 547"/>
            <p:cNvCxnSpPr/>
            <p:nvPr/>
          </p:nvCxnSpPr>
          <p:spPr>
            <a:xfrm flipV="1">
              <a:off x="9569520" y="4010760"/>
              <a:ext cx="1089000" cy="1796400"/>
            </a:xfrm>
            <a:prstGeom prst="straightConnector1">
              <a:avLst/>
            </a:prstGeom>
            <a:ln>
              <a:solidFill>
                <a:srgbClr val="ffffff">
                  <a:lumMod val="65000"/>
                </a:srgbClr>
              </a:solidFill>
            </a:ln>
          </p:spPr>
        </p:cxnSp>
        <p:cxnSp>
          <p:nvCxnSpPr>
            <p:cNvPr id="1164" name="Straight Connector 548"/>
            <p:cNvCxnSpPr/>
            <p:nvPr/>
          </p:nvCxnSpPr>
          <p:spPr>
            <a:xfrm flipV="1">
              <a:off x="9569520" y="4010760"/>
              <a:ext cx="1089000" cy="1395720"/>
            </a:xfrm>
            <a:prstGeom prst="straightConnector1">
              <a:avLst/>
            </a:prstGeom>
            <a:ln>
              <a:solidFill>
                <a:srgbClr val="ffffff">
                  <a:lumMod val="65000"/>
                </a:srgbClr>
              </a:solidFill>
            </a:ln>
          </p:spPr>
        </p:cxnSp>
        <p:cxnSp>
          <p:nvCxnSpPr>
            <p:cNvPr id="1165" name="Straight Connector 549"/>
            <p:cNvCxnSpPr/>
            <p:nvPr/>
          </p:nvCxnSpPr>
          <p:spPr>
            <a:xfrm flipV="1">
              <a:off x="9569520" y="4010760"/>
              <a:ext cx="1089000" cy="995040"/>
            </a:xfrm>
            <a:prstGeom prst="straightConnector1">
              <a:avLst/>
            </a:prstGeom>
            <a:ln>
              <a:solidFill>
                <a:srgbClr val="ffffff">
                  <a:lumMod val="65000"/>
                </a:srgbClr>
              </a:solidFill>
            </a:ln>
          </p:spPr>
        </p:cxnSp>
        <p:cxnSp>
          <p:nvCxnSpPr>
            <p:cNvPr id="1166" name="Straight Connector 550"/>
            <p:cNvCxnSpPr/>
            <p:nvPr/>
          </p:nvCxnSpPr>
          <p:spPr>
            <a:xfrm flipV="1">
              <a:off x="9569520" y="4010760"/>
              <a:ext cx="1089000" cy="594000"/>
            </a:xfrm>
            <a:prstGeom prst="straightConnector1">
              <a:avLst/>
            </a:prstGeom>
            <a:ln>
              <a:solidFill>
                <a:srgbClr val="ffffff">
                  <a:lumMod val="65000"/>
                </a:srgbClr>
              </a:solidFill>
            </a:ln>
          </p:spPr>
        </p:cxnSp>
        <p:cxnSp>
          <p:nvCxnSpPr>
            <p:cNvPr id="1167" name="Straight Connector 551"/>
            <p:cNvCxnSpPr/>
            <p:nvPr/>
          </p:nvCxnSpPr>
          <p:spPr>
            <a:xfrm flipV="1">
              <a:off x="9569520" y="4010760"/>
              <a:ext cx="1089000" cy="193320"/>
            </a:xfrm>
            <a:prstGeom prst="straightConnector1">
              <a:avLst/>
            </a:prstGeom>
            <a:ln>
              <a:solidFill>
                <a:srgbClr val="ffffff">
                  <a:lumMod val="65000"/>
                </a:srgbClr>
              </a:solidFill>
            </a:ln>
          </p:spPr>
        </p:cxnSp>
        <p:cxnSp>
          <p:nvCxnSpPr>
            <p:cNvPr id="1168" name="Straight Connector 552"/>
            <p:cNvCxnSpPr/>
            <p:nvPr/>
          </p:nvCxnSpPr>
          <p:spPr>
            <a:xfrm>
              <a:off x="9569520" y="3803040"/>
              <a:ext cx="1089000" cy="208080"/>
            </a:xfrm>
            <a:prstGeom prst="straightConnector1">
              <a:avLst/>
            </a:prstGeom>
            <a:ln>
              <a:solidFill>
                <a:srgbClr val="ffffff">
                  <a:lumMod val="65000"/>
                </a:srgbClr>
              </a:solidFill>
            </a:ln>
          </p:spPr>
        </p:cxnSp>
        <p:cxnSp>
          <p:nvCxnSpPr>
            <p:cNvPr id="1169" name="Straight Connector 553"/>
            <p:cNvCxnSpPr/>
            <p:nvPr/>
          </p:nvCxnSpPr>
          <p:spPr>
            <a:xfrm>
              <a:off x="9569520" y="3402360"/>
              <a:ext cx="1089000" cy="608760"/>
            </a:xfrm>
            <a:prstGeom prst="straightConnector1">
              <a:avLst/>
            </a:prstGeom>
            <a:ln>
              <a:solidFill>
                <a:srgbClr val="ffffff">
                  <a:lumMod val="65000"/>
                </a:srgbClr>
              </a:solidFill>
            </a:ln>
          </p:spPr>
        </p:cxnSp>
        <p:cxnSp>
          <p:nvCxnSpPr>
            <p:cNvPr id="1170" name="Straight Connector 554"/>
            <p:cNvCxnSpPr/>
            <p:nvPr/>
          </p:nvCxnSpPr>
          <p:spPr>
            <a:xfrm>
              <a:off x="9569520" y="3001680"/>
              <a:ext cx="1089000" cy="1009440"/>
            </a:xfrm>
            <a:prstGeom prst="straightConnector1">
              <a:avLst/>
            </a:prstGeom>
            <a:ln>
              <a:solidFill>
                <a:srgbClr val="ffffff">
                  <a:lumMod val="65000"/>
                </a:srgbClr>
              </a:solidFill>
            </a:ln>
          </p:spPr>
        </p:cxnSp>
        <p:cxnSp>
          <p:nvCxnSpPr>
            <p:cNvPr id="1171" name="Straight Connector 555"/>
            <p:cNvCxnSpPr/>
            <p:nvPr/>
          </p:nvCxnSpPr>
          <p:spPr>
            <a:xfrm>
              <a:off x="9569520" y="2199960"/>
              <a:ext cx="1089000" cy="1811160"/>
            </a:xfrm>
            <a:prstGeom prst="straightConnector1">
              <a:avLst/>
            </a:prstGeom>
            <a:ln>
              <a:solidFill>
                <a:srgbClr val="ffffff">
                  <a:lumMod val="65000"/>
                </a:srgbClr>
              </a:solidFill>
            </a:ln>
          </p:spPr>
        </p:cxnSp>
        <p:cxnSp>
          <p:nvCxnSpPr>
            <p:cNvPr id="1172" name="Straight Connector 556"/>
            <p:cNvCxnSpPr/>
            <p:nvPr/>
          </p:nvCxnSpPr>
          <p:spPr>
            <a:xfrm>
              <a:off x="9569520" y="2600640"/>
              <a:ext cx="1089000" cy="1410480"/>
            </a:xfrm>
            <a:prstGeom prst="straightConnector1">
              <a:avLst/>
            </a:prstGeom>
            <a:ln>
              <a:solidFill>
                <a:srgbClr val="ffffff">
                  <a:lumMod val="65000"/>
                </a:srgbClr>
              </a:solidFill>
            </a:ln>
          </p:spPr>
        </p:cxnSp>
      </p:grpSp>
      <p:grpSp>
        <p:nvGrpSpPr>
          <p:cNvPr id="1173" name="Group 305"/>
          <p:cNvGrpSpPr/>
          <p:nvPr/>
        </p:nvGrpSpPr>
        <p:grpSpPr>
          <a:xfrm>
            <a:off x="2904480" y="1918440"/>
            <a:ext cx="3054960" cy="4101840"/>
            <a:chOff x="2904480" y="1918440"/>
            <a:chExt cx="3054960" cy="4101840"/>
          </a:xfrm>
        </p:grpSpPr>
        <p:cxnSp>
          <p:nvCxnSpPr>
            <p:cNvPr id="1174" name="Straight Connector 65"/>
            <p:cNvCxnSpPr/>
            <p:nvPr/>
          </p:nvCxnSpPr>
          <p:spPr>
            <a:xfrm flipH="1">
              <a:off x="2908800" y="1918440"/>
              <a:ext cx="3051000" cy="298080"/>
            </a:xfrm>
            <a:prstGeom prst="straightConnector1">
              <a:avLst/>
            </a:prstGeom>
            <a:ln>
              <a:solidFill>
                <a:srgbClr val="ffffff">
                  <a:lumMod val="65000"/>
                </a:srgbClr>
              </a:solidFill>
            </a:ln>
          </p:spPr>
        </p:cxnSp>
        <p:cxnSp>
          <p:nvCxnSpPr>
            <p:cNvPr id="1175" name="Straight Connector 66"/>
            <p:cNvCxnSpPr/>
            <p:nvPr/>
          </p:nvCxnSpPr>
          <p:spPr>
            <a:xfrm flipH="1">
              <a:off x="2908800" y="2096280"/>
              <a:ext cx="3051000" cy="120240"/>
            </a:xfrm>
            <a:prstGeom prst="straightConnector1">
              <a:avLst/>
            </a:prstGeom>
            <a:ln>
              <a:solidFill>
                <a:srgbClr val="ffffff">
                  <a:lumMod val="65000"/>
                </a:srgbClr>
              </a:solidFill>
            </a:ln>
          </p:spPr>
        </p:cxnSp>
        <p:cxnSp>
          <p:nvCxnSpPr>
            <p:cNvPr id="1176" name="Straight Connector 67"/>
            <p:cNvCxnSpPr/>
            <p:nvPr/>
          </p:nvCxnSpPr>
          <p:spPr>
            <a:xfrm flipH="1" flipV="1">
              <a:off x="2908800" y="2216160"/>
              <a:ext cx="3051000" cy="58680"/>
            </a:xfrm>
            <a:prstGeom prst="straightConnector1">
              <a:avLst/>
            </a:prstGeom>
            <a:ln>
              <a:solidFill>
                <a:srgbClr val="ffffff">
                  <a:lumMod val="65000"/>
                </a:srgbClr>
              </a:solidFill>
            </a:ln>
          </p:spPr>
        </p:cxnSp>
        <p:cxnSp>
          <p:nvCxnSpPr>
            <p:cNvPr id="1177" name="Straight Connector 68"/>
            <p:cNvCxnSpPr/>
            <p:nvPr/>
          </p:nvCxnSpPr>
          <p:spPr>
            <a:xfrm flipH="1" flipV="1">
              <a:off x="2908800" y="2216160"/>
              <a:ext cx="3051000" cy="236880"/>
            </a:xfrm>
            <a:prstGeom prst="straightConnector1">
              <a:avLst/>
            </a:prstGeom>
            <a:ln>
              <a:solidFill>
                <a:srgbClr val="ffffff">
                  <a:lumMod val="65000"/>
                </a:srgbClr>
              </a:solidFill>
            </a:ln>
          </p:spPr>
        </p:cxnSp>
        <p:cxnSp>
          <p:nvCxnSpPr>
            <p:cNvPr id="1178" name="Straight Connector 69"/>
            <p:cNvCxnSpPr/>
            <p:nvPr/>
          </p:nvCxnSpPr>
          <p:spPr>
            <a:xfrm flipH="1" flipV="1">
              <a:off x="2908800" y="2216160"/>
              <a:ext cx="3051000" cy="414720"/>
            </a:xfrm>
            <a:prstGeom prst="straightConnector1">
              <a:avLst/>
            </a:prstGeom>
            <a:ln>
              <a:solidFill>
                <a:srgbClr val="ffffff">
                  <a:lumMod val="65000"/>
                </a:srgbClr>
              </a:solidFill>
            </a:ln>
          </p:spPr>
        </p:cxnSp>
        <p:cxnSp>
          <p:nvCxnSpPr>
            <p:cNvPr id="1179" name="Straight Connector 70"/>
            <p:cNvCxnSpPr/>
            <p:nvPr/>
          </p:nvCxnSpPr>
          <p:spPr>
            <a:xfrm flipH="1" flipV="1">
              <a:off x="2908800" y="2216160"/>
              <a:ext cx="3051000" cy="592920"/>
            </a:xfrm>
            <a:prstGeom prst="straightConnector1">
              <a:avLst/>
            </a:prstGeom>
            <a:ln>
              <a:solidFill>
                <a:srgbClr val="ffffff">
                  <a:lumMod val="65000"/>
                </a:srgbClr>
              </a:solidFill>
            </a:ln>
          </p:spPr>
        </p:cxnSp>
        <p:cxnSp>
          <p:nvCxnSpPr>
            <p:cNvPr id="1180" name="Straight Connector 71"/>
            <p:cNvCxnSpPr/>
            <p:nvPr/>
          </p:nvCxnSpPr>
          <p:spPr>
            <a:xfrm flipH="1" flipV="1">
              <a:off x="2908800" y="2216160"/>
              <a:ext cx="3051000" cy="770760"/>
            </a:xfrm>
            <a:prstGeom prst="straightConnector1">
              <a:avLst/>
            </a:prstGeom>
            <a:ln>
              <a:solidFill>
                <a:srgbClr val="ffffff">
                  <a:lumMod val="65000"/>
                </a:srgbClr>
              </a:solidFill>
            </a:ln>
          </p:spPr>
        </p:cxnSp>
        <p:cxnSp>
          <p:nvCxnSpPr>
            <p:cNvPr id="1181" name="Straight Connector 72"/>
            <p:cNvCxnSpPr/>
            <p:nvPr/>
          </p:nvCxnSpPr>
          <p:spPr>
            <a:xfrm flipH="1" flipV="1">
              <a:off x="2908800" y="2216160"/>
              <a:ext cx="3051000" cy="948960"/>
            </a:xfrm>
            <a:prstGeom prst="straightConnector1">
              <a:avLst/>
            </a:prstGeom>
            <a:ln>
              <a:solidFill>
                <a:srgbClr val="ffffff">
                  <a:lumMod val="65000"/>
                </a:srgbClr>
              </a:solidFill>
            </a:ln>
          </p:spPr>
        </p:cxnSp>
        <p:cxnSp>
          <p:nvCxnSpPr>
            <p:cNvPr id="1182" name="Straight Connector 73"/>
            <p:cNvCxnSpPr/>
            <p:nvPr/>
          </p:nvCxnSpPr>
          <p:spPr>
            <a:xfrm flipH="1" flipV="1">
              <a:off x="2908800" y="2216160"/>
              <a:ext cx="3051000" cy="1126800"/>
            </a:xfrm>
            <a:prstGeom prst="straightConnector1">
              <a:avLst/>
            </a:prstGeom>
            <a:ln>
              <a:solidFill>
                <a:srgbClr val="ffffff">
                  <a:lumMod val="65000"/>
                </a:srgbClr>
              </a:solidFill>
            </a:ln>
          </p:spPr>
        </p:cxnSp>
        <p:cxnSp>
          <p:nvCxnSpPr>
            <p:cNvPr id="1183" name="Straight Connector 74"/>
            <p:cNvCxnSpPr/>
            <p:nvPr/>
          </p:nvCxnSpPr>
          <p:spPr>
            <a:xfrm flipH="1" flipV="1">
              <a:off x="2908800" y="2216160"/>
              <a:ext cx="3051000" cy="1305000"/>
            </a:xfrm>
            <a:prstGeom prst="straightConnector1">
              <a:avLst/>
            </a:prstGeom>
            <a:ln>
              <a:solidFill>
                <a:srgbClr val="ffffff">
                  <a:lumMod val="65000"/>
                </a:srgbClr>
              </a:solidFill>
            </a:ln>
          </p:spPr>
        </p:cxnSp>
        <p:cxnSp>
          <p:nvCxnSpPr>
            <p:cNvPr id="1184" name="Straight Connector 75"/>
            <p:cNvCxnSpPr/>
            <p:nvPr/>
          </p:nvCxnSpPr>
          <p:spPr>
            <a:xfrm flipH="1" flipV="1">
              <a:off x="2908800" y="2216160"/>
              <a:ext cx="3051000" cy="1483200"/>
            </a:xfrm>
            <a:prstGeom prst="straightConnector1">
              <a:avLst/>
            </a:prstGeom>
            <a:ln>
              <a:solidFill>
                <a:srgbClr val="ffffff">
                  <a:lumMod val="65000"/>
                </a:srgbClr>
              </a:solidFill>
            </a:ln>
          </p:spPr>
        </p:cxnSp>
        <p:cxnSp>
          <p:nvCxnSpPr>
            <p:cNvPr id="1185" name="Straight Connector 76"/>
            <p:cNvCxnSpPr/>
            <p:nvPr/>
          </p:nvCxnSpPr>
          <p:spPr>
            <a:xfrm flipH="1" flipV="1">
              <a:off x="2908800" y="2216160"/>
              <a:ext cx="3051000" cy="1661040"/>
            </a:xfrm>
            <a:prstGeom prst="straightConnector1">
              <a:avLst/>
            </a:prstGeom>
            <a:ln>
              <a:solidFill>
                <a:srgbClr val="ffffff">
                  <a:lumMod val="65000"/>
                </a:srgbClr>
              </a:solidFill>
            </a:ln>
          </p:spPr>
        </p:cxnSp>
        <p:cxnSp>
          <p:nvCxnSpPr>
            <p:cNvPr id="1186" name="Straight Connector 77"/>
            <p:cNvCxnSpPr/>
            <p:nvPr/>
          </p:nvCxnSpPr>
          <p:spPr>
            <a:xfrm flipH="1" flipV="1">
              <a:off x="2908800" y="2216160"/>
              <a:ext cx="3051000" cy="1839240"/>
            </a:xfrm>
            <a:prstGeom prst="straightConnector1">
              <a:avLst/>
            </a:prstGeom>
            <a:ln>
              <a:solidFill>
                <a:srgbClr val="ffffff">
                  <a:lumMod val="65000"/>
                </a:srgbClr>
              </a:solidFill>
            </a:ln>
          </p:spPr>
        </p:cxnSp>
        <p:cxnSp>
          <p:nvCxnSpPr>
            <p:cNvPr id="1187" name="Straight Connector 78"/>
            <p:cNvCxnSpPr/>
            <p:nvPr/>
          </p:nvCxnSpPr>
          <p:spPr>
            <a:xfrm flipH="1" flipV="1">
              <a:off x="2908800" y="2216160"/>
              <a:ext cx="3051000" cy="2017080"/>
            </a:xfrm>
            <a:prstGeom prst="straightConnector1">
              <a:avLst/>
            </a:prstGeom>
            <a:ln>
              <a:solidFill>
                <a:srgbClr val="ffffff">
                  <a:lumMod val="65000"/>
                </a:srgbClr>
              </a:solidFill>
            </a:ln>
          </p:spPr>
        </p:cxnSp>
        <p:cxnSp>
          <p:nvCxnSpPr>
            <p:cNvPr id="1188" name="Straight Connector 79"/>
            <p:cNvCxnSpPr/>
            <p:nvPr/>
          </p:nvCxnSpPr>
          <p:spPr>
            <a:xfrm flipH="1" flipV="1">
              <a:off x="2908800" y="2216160"/>
              <a:ext cx="3051000" cy="2195280"/>
            </a:xfrm>
            <a:prstGeom prst="straightConnector1">
              <a:avLst/>
            </a:prstGeom>
            <a:ln>
              <a:solidFill>
                <a:srgbClr val="ffffff">
                  <a:lumMod val="65000"/>
                </a:srgbClr>
              </a:solidFill>
            </a:ln>
          </p:spPr>
        </p:cxnSp>
        <p:cxnSp>
          <p:nvCxnSpPr>
            <p:cNvPr id="1189" name="Straight Connector 80"/>
            <p:cNvCxnSpPr/>
            <p:nvPr/>
          </p:nvCxnSpPr>
          <p:spPr>
            <a:xfrm flipH="1" flipV="1">
              <a:off x="2908800" y="2216160"/>
              <a:ext cx="3051000" cy="2373120"/>
            </a:xfrm>
            <a:prstGeom prst="straightConnector1">
              <a:avLst/>
            </a:prstGeom>
            <a:ln>
              <a:solidFill>
                <a:srgbClr val="ffffff">
                  <a:lumMod val="65000"/>
                </a:srgbClr>
              </a:solidFill>
            </a:ln>
          </p:spPr>
        </p:cxnSp>
        <p:cxnSp>
          <p:nvCxnSpPr>
            <p:cNvPr id="1190" name="Straight Connector 81"/>
            <p:cNvCxnSpPr/>
            <p:nvPr/>
          </p:nvCxnSpPr>
          <p:spPr>
            <a:xfrm flipH="1" flipV="1">
              <a:off x="2908800" y="2216160"/>
              <a:ext cx="3051000" cy="2551320"/>
            </a:xfrm>
            <a:prstGeom prst="straightConnector1">
              <a:avLst/>
            </a:prstGeom>
            <a:ln>
              <a:solidFill>
                <a:srgbClr val="ffffff">
                  <a:lumMod val="65000"/>
                </a:srgbClr>
              </a:solidFill>
            </a:ln>
          </p:spPr>
        </p:cxnSp>
        <p:cxnSp>
          <p:nvCxnSpPr>
            <p:cNvPr id="1191" name="Straight Connector 82"/>
            <p:cNvCxnSpPr/>
            <p:nvPr/>
          </p:nvCxnSpPr>
          <p:spPr>
            <a:xfrm flipH="1" flipV="1">
              <a:off x="2908800" y="2216160"/>
              <a:ext cx="3051000" cy="2729520"/>
            </a:xfrm>
            <a:prstGeom prst="straightConnector1">
              <a:avLst/>
            </a:prstGeom>
            <a:ln>
              <a:solidFill>
                <a:srgbClr val="ffffff">
                  <a:lumMod val="65000"/>
                </a:srgbClr>
              </a:solidFill>
            </a:ln>
          </p:spPr>
        </p:cxnSp>
        <p:cxnSp>
          <p:nvCxnSpPr>
            <p:cNvPr id="1192" name="Straight Connector 83"/>
            <p:cNvCxnSpPr/>
            <p:nvPr/>
          </p:nvCxnSpPr>
          <p:spPr>
            <a:xfrm flipH="1" flipV="1">
              <a:off x="2908800" y="2216160"/>
              <a:ext cx="3051000" cy="2907360"/>
            </a:xfrm>
            <a:prstGeom prst="straightConnector1">
              <a:avLst/>
            </a:prstGeom>
            <a:ln>
              <a:solidFill>
                <a:srgbClr val="ffffff">
                  <a:lumMod val="65000"/>
                </a:srgbClr>
              </a:solidFill>
            </a:ln>
          </p:spPr>
        </p:cxnSp>
        <p:cxnSp>
          <p:nvCxnSpPr>
            <p:cNvPr id="1193" name="Straight Connector 84"/>
            <p:cNvCxnSpPr/>
            <p:nvPr/>
          </p:nvCxnSpPr>
          <p:spPr>
            <a:xfrm flipH="1" flipV="1">
              <a:off x="2908800" y="2216160"/>
              <a:ext cx="3051000" cy="3085560"/>
            </a:xfrm>
            <a:prstGeom prst="straightConnector1">
              <a:avLst/>
            </a:prstGeom>
            <a:ln>
              <a:solidFill>
                <a:srgbClr val="ffffff">
                  <a:lumMod val="65000"/>
                </a:srgbClr>
              </a:solidFill>
            </a:ln>
          </p:spPr>
        </p:cxnSp>
        <p:cxnSp>
          <p:nvCxnSpPr>
            <p:cNvPr id="1194" name="Straight Connector 85"/>
            <p:cNvCxnSpPr/>
            <p:nvPr/>
          </p:nvCxnSpPr>
          <p:spPr>
            <a:xfrm flipH="1" flipV="1">
              <a:off x="2908800" y="2216160"/>
              <a:ext cx="3051000" cy="3263400"/>
            </a:xfrm>
            <a:prstGeom prst="straightConnector1">
              <a:avLst/>
            </a:prstGeom>
            <a:ln>
              <a:solidFill>
                <a:srgbClr val="ffffff">
                  <a:lumMod val="65000"/>
                </a:srgbClr>
              </a:solidFill>
            </a:ln>
          </p:spPr>
        </p:cxnSp>
        <p:cxnSp>
          <p:nvCxnSpPr>
            <p:cNvPr id="1195" name="Straight Connector 86"/>
            <p:cNvCxnSpPr/>
            <p:nvPr/>
          </p:nvCxnSpPr>
          <p:spPr>
            <a:xfrm flipH="1" flipV="1">
              <a:off x="2908800" y="2216160"/>
              <a:ext cx="3051000" cy="3441600"/>
            </a:xfrm>
            <a:prstGeom prst="straightConnector1">
              <a:avLst/>
            </a:prstGeom>
            <a:ln>
              <a:solidFill>
                <a:srgbClr val="ffffff">
                  <a:lumMod val="65000"/>
                </a:srgbClr>
              </a:solidFill>
            </a:ln>
          </p:spPr>
        </p:cxnSp>
        <p:cxnSp>
          <p:nvCxnSpPr>
            <p:cNvPr id="1196" name="Straight Connector 87"/>
            <p:cNvCxnSpPr/>
            <p:nvPr/>
          </p:nvCxnSpPr>
          <p:spPr>
            <a:xfrm flipH="1" flipV="1">
              <a:off x="2908800" y="2216160"/>
              <a:ext cx="3051000" cy="3619440"/>
            </a:xfrm>
            <a:prstGeom prst="straightConnector1">
              <a:avLst/>
            </a:prstGeom>
            <a:ln>
              <a:solidFill>
                <a:srgbClr val="ffffff">
                  <a:lumMod val="65000"/>
                </a:srgbClr>
              </a:solidFill>
            </a:ln>
          </p:spPr>
        </p:cxnSp>
        <p:cxnSp>
          <p:nvCxnSpPr>
            <p:cNvPr id="1197" name="Straight Connector 88"/>
            <p:cNvCxnSpPr/>
            <p:nvPr/>
          </p:nvCxnSpPr>
          <p:spPr>
            <a:xfrm flipH="1" flipV="1">
              <a:off x="2908800" y="2216160"/>
              <a:ext cx="3051000" cy="3797640"/>
            </a:xfrm>
            <a:prstGeom prst="straightConnector1">
              <a:avLst/>
            </a:prstGeom>
            <a:ln>
              <a:solidFill>
                <a:srgbClr val="ffffff">
                  <a:lumMod val="65000"/>
                </a:srgbClr>
              </a:solidFill>
            </a:ln>
          </p:spPr>
        </p:cxnSp>
        <p:cxnSp>
          <p:nvCxnSpPr>
            <p:cNvPr id="1198" name="Straight Connector 89"/>
            <p:cNvCxnSpPr/>
            <p:nvPr/>
          </p:nvCxnSpPr>
          <p:spPr>
            <a:xfrm flipH="1">
              <a:off x="2904480" y="1923120"/>
              <a:ext cx="3055320" cy="694800"/>
            </a:xfrm>
            <a:prstGeom prst="straightConnector1">
              <a:avLst/>
            </a:prstGeom>
            <a:ln>
              <a:solidFill>
                <a:srgbClr val="ffffff">
                  <a:lumMod val="65000"/>
                </a:srgbClr>
              </a:solidFill>
            </a:ln>
          </p:spPr>
        </p:cxnSp>
        <p:cxnSp>
          <p:nvCxnSpPr>
            <p:cNvPr id="1199" name="Straight Connector 90"/>
            <p:cNvCxnSpPr/>
            <p:nvPr/>
          </p:nvCxnSpPr>
          <p:spPr>
            <a:xfrm flipH="1">
              <a:off x="2904480" y="2101320"/>
              <a:ext cx="3055320" cy="516600"/>
            </a:xfrm>
            <a:prstGeom prst="straightConnector1">
              <a:avLst/>
            </a:prstGeom>
            <a:ln>
              <a:solidFill>
                <a:srgbClr val="ffffff">
                  <a:lumMod val="65000"/>
                </a:srgbClr>
              </a:solidFill>
            </a:ln>
          </p:spPr>
        </p:cxnSp>
        <p:cxnSp>
          <p:nvCxnSpPr>
            <p:cNvPr id="1200" name="Straight Connector 91"/>
            <p:cNvCxnSpPr/>
            <p:nvPr/>
          </p:nvCxnSpPr>
          <p:spPr>
            <a:xfrm flipH="1">
              <a:off x="2904480" y="2279160"/>
              <a:ext cx="3055320" cy="338760"/>
            </a:xfrm>
            <a:prstGeom prst="straightConnector1">
              <a:avLst/>
            </a:prstGeom>
            <a:ln>
              <a:solidFill>
                <a:srgbClr val="ffffff">
                  <a:lumMod val="65000"/>
                </a:srgbClr>
              </a:solidFill>
            </a:ln>
          </p:spPr>
        </p:cxnSp>
        <p:cxnSp>
          <p:nvCxnSpPr>
            <p:cNvPr id="1201" name="Straight Connector 92"/>
            <p:cNvCxnSpPr/>
            <p:nvPr/>
          </p:nvCxnSpPr>
          <p:spPr>
            <a:xfrm flipH="1">
              <a:off x="2904480" y="2457360"/>
              <a:ext cx="3055320" cy="160560"/>
            </a:xfrm>
            <a:prstGeom prst="straightConnector1">
              <a:avLst/>
            </a:prstGeom>
            <a:ln>
              <a:solidFill>
                <a:srgbClr val="ffffff">
                  <a:lumMod val="65000"/>
                </a:srgbClr>
              </a:solidFill>
            </a:ln>
          </p:spPr>
        </p:cxnSp>
        <p:cxnSp>
          <p:nvCxnSpPr>
            <p:cNvPr id="1202" name="Straight Connector 93"/>
            <p:cNvCxnSpPr/>
            <p:nvPr/>
          </p:nvCxnSpPr>
          <p:spPr>
            <a:xfrm flipH="1" flipV="1">
              <a:off x="2904480" y="2617560"/>
              <a:ext cx="3055320" cy="18000"/>
            </a:xfrm>
            <a:prstGeom prst="straightConnector1">
              <a:avLst/>
            </a:prstGeom>
            <a:ln>
              <a:solidFill>
                <a:srgbClr val="ffffff">
                  <a:lumMod val="65000"/>
                </a:srgbClr>
              </a:solidFill>
            </a:ln>
          </p:spPr>
        </p:cxnSp>
        <p:cxnSp>
          <p:nvCxnSpPr>
            <p:cNvPr id="1203" name="Straight Connector 94"/>
            <p:cNvCxnSpPr/>
            <p:nvPr/>
          </p:nvCxnSpPr>
          <p:spPr>
            <a:xfrm flipH="1" flipV="1">
              <a:off x="2904480" y="2617560"/>
              <a:ext cx="3055320" cy="196200"/>
            </a:xfrm>
            <a:prstGeom prst="straightConnector1">
              <a:avLst/>
            </a:prstGeom>
            <a:ln>
              <a:solidFill>
                <a:srgbClr val="ffffff">
                  <a:lumMod val="65000"/>
                </a:srgbClr>
              </a:solidFill>
            </a:ln>
          </p:spPr>
        </p:cxnSp>
        <p:cxnSp>
          <p:nvCxnSpPr>
            <p:cNvPr id="1204" name="Straight Connector 95"/>
            <p:cNvCxnSpPr/>
            <p:nvPr/>
          </p:nvCxnSpPr>
          <p:spPr>
            <a:xfrm flipH="1" flipV="1">
              <a:off x="2904480" y="2617560"/>
              <a:ext cx="3055320" cy="374040"/>
            </a:xfrm>
            <a:prstGeom prst="straightConnector1">
              <a:avLst/>
            </a:prstGeom>
            <a:ln>
              <a:solidFill>
                <a:srgbClr val="ffffff">
                  <a:lumMod val="65000"/>
                </a:srgbClr>
              </a:solidFill>
            </a:ln>
          </p:spPr>
        </p:cxnSp>
        <p:cxnSp>
          <p:nvCxnSpPr>
            <p:cNvPr id="1205" name="Straight Connector 96"/>
            <p:cNvCxnSpPr/>
            <p:nvPr/>
          </p:nvCxnSpPr>
          <p:spPr>
            <a:xfrm flipH="1" flipV="1">
              <a:off x="2904480" y="2617560"/>
              <a:ext cx="3055320" cy="552240"/>
            </a:xfrm>
            <a:prstGeom prst="straightConnector1">
              <a:avLst/>
            </a:prstGeom>
            <a:ln>
              <a:solidFill>
                <a:srgbClr val="ffffff">
                  <a:lumMod val="65000"/>
                </a:srgbClr>
              </a:solidFill>
            </a:ln>
          </p:spPr>
        </p:cxnSp>
        <p:cxnSp>
          <p:nvCxnSpPr>
            <p:cNvPr id="1206" name="Straight Connector 97"/>
            <p:cNvCxnSpPr/>
            <p:nvPr/>
          </p:nvCxnSpPr>
          <p:spPr>
            <a:xfrm flipH="1" flipV="1">
              <a:off x="2904480" y="2617560"/>
              <a:ext cx="3055320" cy="730440"/>
            </a:xfrm>
            <a:prstGeom prst="straightConnector1">
              <a:avLst/>
            </a:prstGeom>
            <a:ln>
              <a:solidFill>
                <a:srgbClr val="ffffff">
                  <a:lumMod val="65000"/>
                </a:srgbClr>
              </a:solidFill>
            </a:ln>
          </p:spPr>
        </p:cxnSp>
        <p:cxnSp>
          <p:nvCxnSpPr>
            <p:cNvPr id="1207" name="Straight Connector 98"/>
            <p:cNvCxnSpPr/>
            <p:nvPr/>
          </p:nvCxnSpPr>
          <p:spPr>
            <a:xfrm flipH="1" flipV="1">
              <a:off x="2904480" y="2617560"/>
              <a:ext cx="3055320" cy="908280"/>
            </a:xfrm>
            <a:prstGeom prst="straightConnector1">
              <a:avLst/>
            </a:prstGeom>
            <a:ln>
              <a:solidFill>
                <a:srgbClr val="ffffff">
                  <a:lumMod val="65000"/>
                </a:srgbClr>
              </a:solidFill>
            </a:ln>
          </p:spPr>
        </p:cxnSp>
        <p:cxnSp>
          <p:nvCxnSpPr>
            <p:cNvPr id="1208" name="Straight Connector 99"/>
            <p:cNvCxnSpPr/>
            <p:nvPr/>
          </p:nvCxnSpPr>
          <p:spPr>
            <a:xfrm flipH="1" flipV="1">
              <a:off x="2904480" y="2617560"/>
              <a:ext cx="3055320" cy="1086480"/>
            </a:xfrm>
            <a:prstGeom prst="straightConnector1">
              <a:avLst/>
            </a:prstGeom>
            <a:ln>
              <a:solidFill>
                <a:srgbClr val="ffffff">
                  <a:lumMod val="65000"/>
                </a:srgbClr>
              </a:solidFill>
            </a:ln>
          </p:spPr>
        </p:cxnSp>
        <p:cxnSp>
          <p:nvCxnSpPr>
            <p:cNvPr id="1209" name="Straight Connector 100"/>
            <p:cNvCxnSpPr/>
            <p:nvPr/>
          </p:nvCxnSpPr>
          <p:spPr>
            <a:xfrm flipH="1" flipV="1">
              <a:off x="2904480" y="2617560"/>
              <a:ext cx="3055320" cy="1264320"/>
            </a:xfrm>
            <a:prstGeom prst="straightConnector1">
              <a:avLst/>
            </a:prstGeom>
            <a:ln>
              <a:solidFill>
                <a:srgbClr val="ffffff">
                  <a:lumMod val="65000"/>
                </a:srgbClr>
              </a:solidFill>
            </a:ln>
          </p:spPr>
        </p:cxnSp>
        <p:cxnSp>
          <p:nvCxnSpPr>
            <p:cNvPr id="1210" name="Straight Connector 101"/>
            <p:cNvCxnSpPr/>
            <p:nvPr/>
          </p:nvCxnSpPr>
          <p:spPr>
            <a:xfrm flipH="1" flipV="1">
              <a:off x="2904480" y="2617560"/>
              <a:ext cx="3055320" cy="1442520"/>
            </a:xfrm>
            <a:prstGeom prst="straightConnector1">
              <a:avLst/>
            </a:prstGeom>
            <a:ln>
              <a:solidFill>
                <a:srgbClr val="ffffff">
                  <a:lumMod val="65000"/>
                </a:srgbClr>
              </a:solidFill>
            </a:ln>
          </p:spPr>
        </p:cxnSp>
        <p:cxnSp>
          <p:nvCxnSpPr>
            <p:cNvPr id="1211" name="Straight Connector 102"/>
            <p:cNvCxnSpPr/>
            <p:nvPr/>
          </p:nvCxnSpPr>
          <p:spPr>
            <a:xfrm flipH="1" flipV="1">
              <a:off x="2904480" y="2617560"/>
              <a:ext cx="3055320" cy="1620360"/>
            </a:xfrm>
            <a:prstGeom prst="straightConnector1">
              <a:avLst/>
            </a:prstGeom>
            <a:ln>
              <a:solidFill>
                <a:srgbClr val="ffffff">
                  <a:lumMod val="65000"/>
                </a:srgbClr>
              </a:solidFill>
            </a:ln>
          </p:spPr>
        </p:cxnSp>
        <p:cxnSp>
          <p:nvCxnSpPr>
            <p:cNvPr id="1212" name="Straight Connector 103"/>
            <p:cNvCxnSpPr/>
            <p:nvPr/>
          </p:nvCxnSpPr>
          <p:spPr>
            <a:xfrm flipH="1" flipV="1">
              <a:off x="2904480" y="2617560"/>
              <a:ext cx="3055320" cy="1798560"/>
            </a:xfrm>
            <a:prstGeom prst="straightConnector1">
              <a:avLst/>
            </a:prstGeom>
            <a:ln>
              <a:solidFill>
                <a:srgbClr val="ffffff">
                  <a:lumMod val="65000"/>
                </a:srgbClr>
              </a:solidFill>
            </a:ln>
          </p:spPr>
        </p:cxnSp>
        <p:cxnSp>
          <p:nvCxnSpPr>
            <p:cNvPr id="1213" name="Straight Connector 104"/>
            <p:cNvCxnSpPr/>
            <p:nvPr/>
          </p:nvCxnSpPr>
          <p:spPr>
            <a:xfrm flipH="1" flipV="1">
              <a:off x="2904480" y="2617560"/>
              <a:ext cx="3055320" cy="1976760"/>
            </a:xfrm>
            <a:prstGeom prst="straightConnector1">
              <a:avLst/>
            </a:prstGeom>
            <a:ln>
              <a:solidFill>
                <a:srgbClr val="ffffff">
                  <a:lumMod val="65000"/>
                </a:srgbClr>
              </a:solidFill>
            </a:ln>
          </p:spPr>
        </p:cxnSp>
        <p:cxnSp>
          <p:nvCxnSpPr>
            <p:cNvPr id="1214" name="Straight Connector 105"/>
            <p:cNvCxnSpPr/>
            <p:nvPr/>
          </p:nvCxnSpPr>
          <p:spPr>
            <a:xfrm flipH="1" flipV="1">
              <a:off x="2904480" y="2617560"/>
              <a:ext cx="3055320" cy="2154600"/>
            </a:xfrm>
            <a:prstGeom prst="straightConnector1">
              <a:avLst/>
            </a:prstGeom>
            <a:ln>
              <a:solidFill>
                <a:srgbClr val="ffffff">
                  <a:lumMod val="65000"/>
                </a:srgbClr>
              </a:solidFill>
            </a:ln>
          </p:spPr>
        </p:cxnSp>
        <p:cxnSp>
          <p:nvCxnSpPr>
            <p:cNvPr id="1215" name="Straight Connector 106"/>
            <p:cNvCxnSpPr/>
            <p:nvPr/>
          </p:nvCxnSpPr>
          <p:spPr>
            <a:xfrm flipH="1" flipV="1">
              <a:off x="2904480" y="2617560"/>
              <a:ext cx="3055320" cy="2332800"/>
            </a:xfrm>
            <a:prstGeom prst="straightConnector1">
              <a:avLst/>
            </a:prstGeom>
            <a:ln>
              <a:solidFill>
                <a:srgbClr val="ffffff">
                  <a:lumMod val="65000"/>
                </a:srgbClr>
              </a:solidFill>
            </a:ln>
          </p:spPr>
        </p:cxnSp>
        <p:cxnSp>
          <p:nvCxnSpPr>
            <p:cNvPr id="1216" name="Straight Connector 107"/>
            <p:cNvCxnSpPr/>
            <p:nvPr/>
          </p:nvCxnSpPr>
          <p:spPr>
            <a:xfrm flipH="1" flipV="1">
              <a:off x="2904480" y="2617560"/>
              <a:ext cx="3055320" cy="2510640"/>
            </a:xfrm>
            <a:prstGeom prst="straightConnector1">
              <a:avLst/>
            </a:prstGeom>
            <a:ln>
              <a:solidFill>
                <a:srgbClr val="ffffff">
                  <a:lumMod val="65000"/>
                </a:srgbClr>
              </a:solidFill>
            </a:ln>
          </p:spPr>
        </p:cxnSp>
        <p:cxnSp>
          <p:nvCxnSpPr>
            <p:cNvPr id="1217" name="Straight Connector 108"/>
            <p:cNvCxnSpPr/>
            <p:nvPr/>
          </p:nvCxnSpPr>
          <p:spPr>
            <a:xfrm flipH="1" flipV="1">
              <a:off x="2904480" y="2617560"/>
              <a:ext cx="3055320" cy="2688840"/>
            </a:xfrm>
            <a:prstGeom prst="straightConnector1">
              <a:avLst/>
            </a:prstGeom>
            <a:ln>
              <a:solidFill>
                <a:srgbClr val="ffffff">
                  <a:lumMod val="65000"/>
                </a:srgbClr>
              </a:solidFill>
            </a:ln>
          </p:spPr>
        </p:cxnSp>
        <p:cxnSp>
          <p:nvCxnSpPr>
            <p:cNvPr id="1218" name="Straight Connector 109"/>
            <p:cNvCxnSpPr/>
            <p:nvPr/>
          </p:nvCxnSpPr>
          <p:spPr>
            <a:xfrm flipH="1" flipV="1">
              <a:off x="2904480" y="2617560"/>
              <a:ext cx="3055320" cy="2866680"/>
            </a:xfrm>
            <a:prstGeom prst="straightConnector1">
              <a:avLst/>
            </a:prstGeom>
            <a:ln>
              <a:solidFill>
                <a:srgbClr val="ffffff">
                  <a:lumMod val="65000"/>
                </a:srgbClr>
              </a:solidFill>
            </a:ln>
          </p:spPr>
        </p:cxnSp>
        <p:cxnSp>
          <p:nvCxnSpPr>
            <p:cNvPr id="1219" name="Straight Connector 110"/>
            <p:cNvCxnSpPr/>
            <p:nvPr/>
          </p:nvCxnSpPr>
          <p:spPr>
            <a:xfrm flipH="1" flipV="1">
              <a:off x="2904480" y="2617560"/>
              <a:ext cx="3055320" cy="3044880"/>
            </a:xfrm>
            <a:prstGeom prst="straightConnector1">
              <a:avLst/>
            </a:prstGeom>
            <a:ln>
              <a:solidFill>
                <a:srgbClr val="ffffff">
                  <a:lumMod val="65000"/>
                </a:srgbClr>
              </a:solidFill>
            </a:ln>
          </p:spPr>
        </p:cxnSp>
        <p:cxnSp>
          <p:nvCxnSpPr>
            <p:cNvPr id="1220" name="Straight Connector 111"/>
            <p:cNvCxnSpPr/>
            <p:nvPr/>
          </p:nvCxnSpPr>
          <p:spPr>
            <a:xfrm flipH="1" flipV="1">
              <a:off x="2904480" y="2617560"/>
              <a:ext cx="3055320" cy="3223080"/>
            </a:xfrm>
            <a:prstGeom prst="straightConnector1">
              <a:avLst/>
            </a:prstGeom>
            <a:ln>
              <a:solidFill>
                <a:srgbClr val="ffffff">
                  <a:lumMod val="65000"/>
                </a:srgbClr>
              </a:solidFill>
            </a:ln>
          </p:spPr>
        </p:cxnSp>
        <p:cxnSp>
          <p:nvCxnSpPr>
            <p:cNvPr id="1221" name="Straight Connector 112"/>
            <p:cNvCxnSpPr/>
            <p:nvPr/>
          </p:nvCxnSpPr>
          <p:spPr>
            <a:xfrm flipH="1" flipV="1">
              <a:off x="2904480" y="2617560"/>
              <a:ext cx="3055320" cy="3400920"/>
            </a:xfrm>
            <a:prstGeom prst="straightConnector1">
              <a:avLst/>
            </a:prstGeom>
            <a:ln>
              <a:solidFill>
                <a:srgbClr val="ffffff">
                  <a:lumMod val="65000"/>
                </a:srgbClr>
              </a:solidFill>
            </a:ln>
          </p:spPr>
        </p:cxnSp>
        <p:cxnSp>
          <p:nvCxnSpPr>
            <p:cNvPr id="1222" name="Straight Connector 113"/>
            <p:cNvCxnSpPr/>
            <p:nvPr/>
          </p:nvCxnSpPr>
          <p:spPr>
            <a:xfrm flipH="1">
              <a:off x="2904480" y="1925280"/>
              <a:ext cx="3055320" cy="1094040"/>
            </a:xfrm>
            <a:prstGeom prst="straightConnector1">
              <a:avLst/>
            </a:prstGeom>
            <a:ln>
              <a:solidFill>
                <a:srgbClr val="ffffff">
                  <a:lumMod val="65000"/>
                </a:srgbClr>
              </a:solidFill>
            </a:ln>
          </p:spPr>
        </p:cxnSp>
        <p:cxnSp>
          <p:nvCxnSpPr>
            <p:cNvPr id="1223" name="Straight Connector 114"/>
            <p:cNvCxnSpPr/>
            <p:nvPr/>
          </p:nvCxnSpPr>
          <p:spPr>
            <a:xfrm flipH="1">
              <a:off x="2904480" y="2103480"/>
              <a:ext cx="3055320" cy="915840"/>
            </a:xfrm>
            <a:prstGeom prst="straightConnector1">
              <a:avLst/>
            </a:prstGeom>
            <a:ln>
              <a:solidFill>
                <a:srgbClr val="ffffff">
                  <a:lumMod val="65000"/>
                </a:srgbClr>
              </a:solidFill>
            </a:ln>
          </p:spPr>
        </p:cxnSp>
        <p:cxnSp>
          <p:nvCxnSpPr>
            <p:cNvPr id="1224" name="Straight Connector 115"/>
            <p:cNvCxnSpPr/>
            <p:nvPr/>
          </p:nvCxnSpPr>
          <p:spPr>
            <a:xfrm flipH="1">
              <a:off x="2904480" y="2281320"/>
              <a:ext cx="3055320" cy="738000"/>
            </a:xfrm>
            <a:prstGeom prst="straightConnector1">
              <a:avLst/>
            </a:prstGeom>
            <a:ln>
              <a:solidFill>
                <a:srgbClr val="ffffff">
                  <a:lumMod val="65000"/>
                </a:srgbClr>
              </a:solidFill>
            </a:ln>
          </p:spPr>
        </p:cxnSp>
        <p:cxnSp>
          <p:nvCxnSpPr>
            <p:cNvPr id="1225" name="Straight Connector 116"/>
            <p:cNvCxnSpPr/>
            <p:nvPr/>
          </p:nvCxnSpPr>
          <p:spPr>
            <a:xfrm flipH="1">
              <a:off x="2904480" y="2459520"/>
              <a:ext cx="3055320" cy="559800"/>
            </a:xfrm>
            <a:prstGeom prst="straightConnector1">
              <a:avLst/>
            </a:prstGeom>
            <a:ln>
              <a:solidFill>
                <a:srgbClr val="ffffff">
                  <a:lumMod val="65000"/>
                </a:srgbClr>
              </a:solidFill>
            </a:ln>
          </p:spPr>
        </p:cxnSp>
        <p:cxnSp>
          <p:nvCxnSpPr>
            <p:cNvPr id="1226" name="Straight Connector 117"/>
            <p:cNvCxnSpPr/>
            <p:nvPr/>
          </p:nvCxnSpPr>
          <p:spPr>
            <a:xfrm flipH="1">
              <a:off x="2904480" y="2637360"/>
              <a:ext cx="3055320" cy="381960"/>
            </a:xfrm>
            <a:prstGeom prst="straightConnector1">
              <a:avLst/>
            </a:prstGeom>
            <a:ln>
              <a:solidFill>
                <a:srgbClr val="ffffff">
                  <a:lumMod val="65000"/>
                </a:srgbClr>
              </a:solidFill>
            </a:ln>
          </p:spPr>
        </p:cxnSp>
        <p:cxnSp>
          <p:nvCxnSpPr>
            <p:cNvPr id="1227" name="Straight Connector 118"/>
            <p:cNvCxnSpPr/>
            <p:nvPr/>
          </p:nvCxnSpPr>
          <p:spPr>
            <a:xfrm flipH="1">
              <a:off x="2904480" y="2815560"/>
              <a:ext cx="3055320" cy="203760"/>
            </a:xfrm>
            <a:prstGeom prst="straightConnector1">
              <a:avLst/>
            </a:prstGeom>
            <a:ln>
              <a:solidFill>
                <a:srgbClr val="ffffff">
                  <a:lumMod val="65000"/>
                </a:srgbClr>
              </a:solidFill>
            </a:ln>
          </p:spPr>
        </p:cxnSp>
        <p:cxnSp>
          <p:nvCxnSpPr>
            <p:cNvPr id="1228" name="Straight Connector 119"/>
            <p:cNvCxnSpPr/>
            <p:nvPr/>
          </p:nvCxnSpPr>
          <p:spPr>
            <a:xfrm flipH="1">
              <a:off x="2904480" y="2993760"/>
              <a:ext cx="3055320" cy="25560"/>
            </a:xfrm>
            <a:prstGeom prst="straightConnector1">
              <a:avLst/>
            </a:prstGeom>
            <a:ln>
              <a:solidFill>
                <a:srgbClr val="ffffff">
                  <a:lumMod val="65000"/>
                </a:srgbClr>
              </a:solidFill>
            </a:ln>
          </p:spPr>
        </p:cxnSp>
        <p:cxnSp>
          <p:nvCxnSpPr>
            <p:cNvPr id="1229" name="Straight Connector 120"/>
            <p:cNvCxnSpPr/>
            <p:nvPr/>
          </p:nvCxnSpPr>
          <p:spPr>
            <a:xfrm flipH="1" flipV="1">
              <a:off x="2904480" y="3018960"/>
              <a:ext cx="3055320" cy="153000"/>
            </a:xfrm>
            <a:prstGeom prst="straightConnector1">
              <a:avLst/>
            </a:prstGeom>
            <a:ln>
              <a:solidFill>
                <a:srgbClr val="ffffff">
                  <a:lumMod val="65000"/>
                </a:srgbClr>
              </a:solidFill>
            </a:ln>
          </p:spPr>
        </p:cxnSp>
        <p:cxnSp>
          <p:nvCxnSpPr>
            <p:cNvPr id="1230" name="Straight Connector 121"/>
            <p:cNvCxnSpPr/>
            <p:nvPr/>
          </p:nvCxnSpPr>
          <p:spPr>
            <a:xfrm flipH="1" flipV="1">
              <a:off x="2904480" y="3018960"/>
              <a:ext cx="3055320" cy="331200"/>
            </a:xfrm>
            <a:prstGeom prst="straightConnector1">
              <a:avLst/>
            </a:prstGeom>
            <a:ln>
              <a:solidFill>
                <a:srgbClr val="ffffff">
                  <a:lumMod val="65000"/>
                </a:srgbClr>
              </a:solidFill>
            </a:ln>
          </p:spPr>
        </p:cxnSp>
        <p:cxnSp>
          <p:nvCxnSpPr>
            <p:cNvPr id="1231" name="Straight Connector 122"/>
            <p:cNvCxnSpPr/>
            <p:nvPr/>
          </p:nvCxnSpPr>
          <p:spPr>
            <a:xfrm flipH="1" flipV="1">
              <a:off x="2904480" y="3018960"/>
              <a:ext cx="3055320" cy="509040"/>
            </a:xfrm>
            <a:prstGeom prst="straightConnector1">
              <a:avLst/>
            </a:prstGeom>
            <a:ln>
              <a:solidFill>
                <a:srgbClr val="ffffff">
                  <a:lumMod val="65000"/>
                </a:srgbClr>
              </a:solidFill>
            </a:ln>
          </p:spPr>
        </p:cxnSp>
        <p:cxnSp>
          <p:nvCxnSpPr>
            <p:cNvPr id="1232" name="Straight Connector 123"/>
            <p:cNvCxnSpPr/>
            <p:nvPr/>
          </p:nvCxnSpPr>
          <p:spPr>
            <a:xfrm flipH="1" flipV="1">
              <a:off x="2904480" y="3018960"/>
              <a:ext cx="3055320" cy="687240"/>
            </a:xfrm>
            <a:prstGeom prst="straightConnector1">
              <a:avLst/>
            </a:prstGeom>
            <a:ln>
              <a:solidFill>
                <a:srgbClr val="ffffff">
                  <a:lumMod val="65000"/>
                </a:srgbClr>
              </a:solidFill>
            </a:ln>
          </p:spPr>
        </p:cxnSp>
        <p:cxnSp>
          <p:nvCxnSpPr>
            <p:cNvPr id="1233" name="Straight Connector 124"/>
            <p:cNvCxnSpPr/>
            <p:nvPr/>
          </p:nvCxnSpPr>
          <p:spPr>
            <a:xfrm flipH="1" flipV="1">
              <a:off x="2904480" y="3018960"/>
              <a:ext cx="3055320" cy="865080"/>
            </a:xfrm>
            <a:prstGeom prst="straightConnector1">
              <a:avLst/>
            </a:prstGeom>
            <a:ln>
              <a:solidFill>
                <a:srgbClr val="ffffff">
                  <a:lumMod val="65000"/>
                </a:srgbClr>
              </a:solidFill>
            </a:ln>
          </p:spPr>
        </p:cxnSp>
        <p:cxnSp>
          <p:nvCxnSpPr>
            <p:cNvPr id="1234" name="Straight Connector 125"/>
            <p:cNvCxnSpPr/>
            <p:nvPr/>
          </p:nvCxnSpPr>
          <p:spPr>
            <a:xfrm flipH="1" flipV="1">
              <a:off x="2904480" y="3018960"/>
              <a:ext cx="3055320" cy="1043280"/>
            </a:xfrm>
            <a:prstGeom prst="straightConnector1">
              <a:avLst/>
            </a:prstGeom>
            <a:ln>
              <a:solidFill>
                <a:srgbClr val="ffffff">
                  <a:lumMod val="65000"/>
                </a:srgbClr>
              </a:solidFill>
            </a:ln>
          </p:spPr>
        </p:cxnSp>
        <p:cxnSp>
          <p:nvCxnSpPr>
            <p:cNvPr id="1235" name="Straight Connector 126"/>
            <p:cNvCxnSpPr/>
            <p:nvPr/>
          </p:nvCxnSpPr>
          <p:spPr>
            <a:xfrm flipH="1" flipV="1">
              <a:off x="2904480" y="3018960"/>
              <a:ext cx="3055320" cy="1221480"/>
            </a:xfrm>
            <a:prstGeom prst="straightConnector1">
              <a:avLst/>
            </a:prstGeom>
            <a:ln>
              <a:solidFill>
                <a:srgbClr val="ffffff">
                  <a:lumMod val="65000"/>
                </a:srgbClr>
              </a:solidFill>
            </a:ln>
          </p:spPr>
        </p:cxnSp>
        <p:cxnSp>
          <p:nvCxnSpPr>
            <p:cNvPr id="1236" name="Straight Connector 127"/>
            <p:cNvCxnSpPr/>
            <p:nvPr/>
          </p:nvCxnSpPr>
          <p:spPr>
            <a:xfrm flipH="1" flipV="1">
              <a:off x="2904480" y="3018960"/>
              <a:ext cx="3055320" cy="1399320"/>
            </a:xfrm>
            <a:prstGeom prst="straightConnector1">
              <a:avLst/>
            </a:prstGeom>
            <a:ln>
              <a:solidFill>
                <a:srgbClr val="ffffff">
                  <a:lumMod val="65000"/>
                </a:srgbClr>
              </a:solidFill>
            </a:ln>
          </p:spPr>
        </p:cxnSp>
        <p:cxnSp>
          <p:nvCxnSpPr>
            <p:cNvPr id="1237" name="Straight Connector 128"/>
            <p:cNvCxnSpPr/>
            <p:nvPr/>
          </p:nvCxnSpPr>
          <p:spPr>
            <a:xfrm flipH="1" flipV="1">
              <a:off x="2904480" y="3018960"/>
              <a:ext cx="3055320" cy="1577520"/>
            </a:xfrm>
            <a:prstGeom prst="straightConnector1">
              <a:avLst/>
            </a:prstGeom>
            <a:ln>
              <a:solidFill>
                <a:srgbClr val="ffffff">
                  <a:lumMod val="65000"/>
                </a:srgbClr>
              </a:solidFill>
            </a:ln>
          </p:spPr>
        </p:cxnSp>
        <p:cxnSp>
          <p:nvCxnSpPr>
            <p:cNvPr id="1238" name="Straight Connector 129"/>
            <p:cNvCxnSpPr/>
            <p:nvPr/>
          </p:nvCxnSpPr>
          <p:spPr>
            <a:xfrm flipH="1" flipV="1">
              <a:off x="2904480" y="3018960"/>
              <a:ext cx="3055320" cy="1755360"/>
            </a:xfrm>
            <a:prstGeom prst="straightConnector1">
              <a:avLst/>
            </a:prstGeom>
            <a:ln>
              <a:solidFill>
                <a:srgbClr val="ffffff">
                  <a:lumMod val="65000"/>
                </a:srgbClr>
              </a:solidFill>
            </a:ln>
          </p:spPr>
        </p:cxnSp>
        <p:cxnSp>
          <p:nvCxnSpPr>
            <p:cNvPr id="1239" name="Straight Connector 130"/>
            <p:cNvCxnSpPr/>
            <p:nvPr/>
          </p:nvCxnSpPr>
          <p:spPr>
            <a:xfrm flipH="1" flipV="1">
              <a:off x="2904480" y="3018960"/>
              <a:ext cx="3055320" cy="1933560"/>
            </a:xfrm>
            <a:prstGeom prst="straightConnector1">
              <a:avLst/>
            </a:prstGeom>
            <a:ln>
              <a:solidFill>
                <a:srgbClr val="ffffff">
                  <a:lumMod val="65000"/>
                </a:srgbClr>
              </a:solidFill>
            </a:ln>
          </p:spPr>
        </p:cxnSp>
        <p:cxnSp>
          <p:nvCxnSpPr>
            <p:cNvPr id="1240" name="Straight Connector 131"/>
            <p:cNvCxnSpPr/>
            <p:nvPr/>
          </p:nvCxnSpPr>
          <p:spPr>
            <a:xfrm flipH="1" flipV="1">
              <a:off x="2904480" y="3018960"/>
              <a:ext cx="3055320" cy="2111400"/>
            </a:xfrm>
            <a:prstGeom prst="straightConnector1">
              <a:avLst/>
            </a:prstGeom>
            <a:ln>
              <a:solidFill>
                <a:srgbClr val="ffffff">
                  <a:lumMod val="65000"/>
                </a:srgbClr>
              </a:solidFill>
            </a:ln>
          </p:spPr>
        </p:cxnSp>
        <p:cxnSp>
          <p:nvCxnSpPr>
            <p:cNvPr id="1241" name="Straight Connector 132"/>
            <p:cNvCxnSpPr/>
            <p:nvPr/>
          </p:nvCxnSpPr>
          <p:spPr>
            <a:xfrm flipH="1" flipV="1">
              <a:off x="2904480" y="3018960"/>
              <a:ext cx="3055320" cy="2289600"/>
            </a:xfrm>
            <a:prstGeom prst="straightConnector1">
              <a:avLst/>
            </a:prstGeom>
            <a:ln>
              <a:solidFill>
                <a:srgbClr val="ffffff">
                  <a:lumMod val="65000"/>
                </a:srgbClr>
              </a:solidFill>
            </a:ln>
          </p:spPr>
        </p:cxnSp>
        <p:cxnSp>
          <p:nvCxnSpPr>
            <p:cNvPr id="1242" name="Straight Connector 133"/>
            <p:cNvCxnSpPr/>
            <p:nvPr/>
          </p:nvCxnSpPr>
          <p:spPr>
            <a:xfrm flipH="1" flipV="1">
              <a:off x="2904480" y="3018960"/>
              <a:ext cx="3055320" cy="2467800"/>
            </a:xfrm>
            <a:prstGeom prst="straightConnector1">
              <a:avLst/>
            </a:prstGeom>
            <a:ln>
              <a:solidFill>
                <a:srgbClr val="ffffff">
                  <a:lumMod val="65000"/>
                </a:srgbClr>
              </a:solidFill>
            </a:ln>
          </p:spPr>
        </p:cxnSp>
        <p:cxnSp>
          <p:nvCxnSpPr>
            <p:cNvPr id="1243" name="Straight Connector 134"/>
            <p:cNvCxnSpPr/>
            <p:nvPr/>
          </p:nvCxnSpPr>
          <p:spPr>
            <a:xfrm flipH="1" flipV="1">
              <a:off x="2904480" y="3018960"/>
              <a:ext cx="3055320" cy="2645640"/>
            </a:xfrm>
            <a:prstGeom prst="straightConnector1">
              <a:avLst/>
            </a:prstGeom>
            <a:ln>
              <a:solidFill>
                <a:srgbClr val="ffffff">
                  <a:lumMod val="65000"/>
                </a:srgbClr>
              </a:solidFill>
            </a:ln>
          </p:spPr>
        </p:cxnSp>
        <p:cxnSp>
          <p:nvCxnSpPr>
            <p:cNvPr id="1244" name="Straight Connector 135"/>
            <p:cNvCxnSpPr/>
            <p:nvPr/>
          </p:nvCxnSpPr>
          <p:spPr>
            <a:xfrm flipH="1" flipV="1">
              <a:off x="2904480" y="3018960"/>
              <a:ext cx="3055320" cy="2823840"/>
            </a:xfrm>
            <a:prstGeom prst="straightConnector1">
              <a:avLst/>
            </a:prstGeom>
            <a:ln>
              <a:solidFill>
                <a:srgbClr val="ffffff">
                  <a:lumMod val="65000"/>
                </a:srgbClr>
              </a:solidFill>
            </a:ln>
          </p:spPr>
        </p:cxnSp>
        <p:cxnSp>
          <p:nvCxnSpPr>
            <p:cNvPr id="1245" name="Straight Connector 136"/>
            <p:cNvCxnSpPr/>
            <p:nvPr/>
          </p:nvCxnSpPr>
          <p:spPr>
            <a:xfrm flipH="1" flipV="1">
              <a:off x="2904480" y="3018960"/>
              <a:ext cx="3055320" cy="3001680"/>
            </a:xfrm>
            <a:prstGeom prst="straightConnector1">
              <a:avLst/>
            </a:prstGeom>
            <a:ln>
              <a:solidFill>
                <a:srgbClr val="ffffff">
                  <a:lumMod val="65000"/>
                </a:srgbClr>
              </a:solidFill>
            </a:ln>
          </p:spPr>
        </p:cxnSp>
        <p:cxnSp>
          <p:nvCxnSpPr>
            <p:cNvPr id="1246" name="Straight Connector 137"/>
            <p:cNvCxnSpPr/>
            <p:nvPr/>
          </p:nvCxnSpPr>
          <p:spPr>
            <a:xfrm flipH="1">
              <a:off x="2904480" y="1925280"/>
              <a:ext cx="3055320" cy="1495440"/>
            </a:xfrm>
            <a:prstGeom prst="straightConnector1">
              <a:avLst/>
            </a:prstGeom>
            <a:ln>
              <a:solidFill>
                <a:srgbClr val="ffffff">
                  <a:lumMod val="65000"/>
                </a:srgbClr>
              </a:solidFill>
            </a:ln>
          </p:spPr>
        </p:cxnSp>
        <p:cxnSp>
          <p:nvCxnSpPr>
            <p:cNvPr id="1247" name="Straight Connector 138"/>
            <p:cNvCxnSpPr/>
            <p:nvPr/>
          </p:nvCxnSpPr>
          <p:spPr>
            <a:xfrm flipH="1">
              <a:off x="2904480" y="2103480"/>
              <a:ext cx="3055320" cy="1317240"/>
            </a:xfrm>
            <a:prstGeom prst="straightConnector1">
              <a:avLst/>
            </a:prstGeom>
            <a:ln>
              <a:solidFill>
                <a:srgbClr val="ffffff">
                  <a:lumMod val="65000"/>
                </a:srgbClr>
              </a:solidFill>
            </a:ln>
          </p:spPr>
        </p:cxnSp>
        <p:cxnSp>
          <p:nvCxnSpPr>
            <p:cNvPr id="1248" name="Straight Connector 139"/>
            <p:cNvCxnSpPr/>
            <p:nvPr/>
          </p:nvCxnSpPr>
          <p:spPr>
            <a:xfrm flipH="1">
              <a:off x="2904480" y="2281320"/>
              <a:ext cx="3055320" cy="1139400"/>
            </a:xfrm>
            <a:prstGeom prst="straightConnector1">
              <a:avLst/>
            </a:prstGeom>
            <a:ln>
              <a:solidFill>
                <a:srgbClr val="ffffff">
                  <a:lumMod val="65000"/>
                </a:srgbClr>
              </a:solidFill>
            </a:ln>
          </p:spPr>
        </p:cxnSp>
        <p:cxnSp>
          <p:nvCxnSpPr>
            <p:cNvPr id="1249" name="Straight Connector 140"/>
            <p:cNvCxnSpPr/>
            <p:nvPr/>
          </p:nvCxnSpPr>
          <p:spPr>
            <a:xfrm flipH="1">
              <a:off x="2904480" y="2459520"/>
              <a:ext cx="3055320" cy="961200"/>
            </a:xfrm>
            <a:prstGeom prst="straightConnector1">
              <a:avLst/>
            </a:prstGeom>
            <a:ln>
              <a:solidFill>
                <a:srgbClr val="ffffff">
                  <a:lumMod val="65000"/>
                </a:srgbClr>
              </a:solidFill>
            </a:ln>
          </p:spPr>
        </p:cxnSp>
        <p:cxnSp>
          <p:nvCxnSpPr>
            <p:cNvPr id="1250" name="Straight Connector 141"/>
            <p:cNvCxnSpPr/>
            <p:nvPr/>
          </p:nvCxnSpPr>
          <p:spPr>
            <a:xfrm flipH="1">
              <a:off x="2904480" y="2637360"/>
              <a:ext cx="3055320" cy="783360"/>
            </a:xfrm>
            <a:prstGeom prst="straightConnector1">
              <a:avLst/>
            </a:prstGeom>
            <a:ln>
              <a:solidFill>
                <a:srgbClr val="ffffff">
                  <a:lumMod val="65000"/>
                </a:srgbClr>
              </a:solidFill>
            </a:ln>
          </p:spPr>
        </p:cxnSp>
        <p:cxnSp>
          <p:nvCxnSpPr>
            <p:cNvPr id="1251" name="Straight Connector 142"/>
            <p:cNvCxnSpPr/>
            <p:nvPr/>
          </p:nvCxnSpPr>
          <p:spPr>
            <a:xfrm flipH="1">
              <a:off x="2904480" y="2815560"/>
              <a:ext cx="3055320" cy="605160"/>
            </a:xfrm>
            <a:prstGeom prst="straightConnector1">
              <a:avLst/>
            </a:prstGeom>
            <a:ln>
              <a:solidFill>
                <a:srgbClr val="ffffff">
                  <a:lumMod val="65000"/>
                </a:srgbClr>
              </a:solidFill>
            </a:ln>
          </p:spPr>
        </p:cxnSp>
        <p:cxnSp>
          <p:nvCxnSpPr>
            <p:cNvPr id="1252" name="Straight Connector 143"/>
            <p:cNvCxnSpPr/>
            <p:nvPr/>
          </p:nvCxnSpPr>
          <p:spPr>
            <a:xfrm flipH="1">
              <a:off x="2904480" y="2993760"/>
              <a:ext cx="3055320" cy="426960"/>
            </a:xfrm>
            <a:prstGeom prst="straightConnector1">
              <a:avLst/>
            </a:prstGeom>
            <a:ln>
              <a:solidFill>
                <a:srgbClr val="ffffff">
                  <a:lumMod val="65000"/>
                </a:srgbClr>
              </a:solidFill>
            </a:ln>
          </p:spPr>
        </p:cxnSp>
        <p:cxnSp>
          <p:nvCxnSpPr>
            <p:cNvPr id="1253" name="Straight Connector 144"/>
            <p:cNvCxnSpPr/>
            <p:nvPr/>
          </p:nvCxnSpPr>
          <p:spPr>
            <a:xfrm flipH="1">
              <a:off x="2904480" y="3171600"/>
              <a:ext cx="3055320" cy="249120"/>
            </a:xfrm>
            <a:prstGeom prst="straightConnector1">
              <a:avLst/>
            </a:prstGeom>
            <a:ln>
              <a:solidFill>
                <a:srgbClr val="ffffff">
                  <a:lumMod val="65000"/>
                </a:srgbClr>
              </a:solidFill>
            </a:ln>
          </p:spPr>
        </p:cxnSp>
        <p:cxnSp>
          <p:nvCxnSpPr>
            <p:cNvPr id="1254" name="Straight Connector 145"/>
            <p:cNvCxnSpPr/>
            <p:nvPr/>
          </p:nvCxnSpPr>
          <p:spPr>
            <a:xfrm flipH="1">
              <a:off x="2904480" y="3349800"/>
              <a:ext cx="3055320" cy="70920"/>
            </a:xfrm>
            <a:prstGeom prst="straightConnector1">
              <a:avLst/>
            </a:prstGeom>
            <a:ln>
              <a:solidFill>
                <a:srgbClr val="ffffff">
                  <a:lumMod val="65000"/>
                </a:srgbClr>
              </a:solidFill>
            </a:ln>
          </p:spPr>
        </p:cxnSp>
        <p:cxnSp>
          <p:nvCxnSpPr>
            <p:cNvPr id="1255" name="Straight Connector 146"/>
            <p:cNvCxnSpPr/>
            <p:nvPr/>
          </p:nvCxnSpPr>
          <p:spPr>
            <a:xfrm flipH="1" flipV="1">
              <a:off x="2904480" y="3420360"/>
              <a:ext cx="3055320" cy="107640"/>
            </a:xfrm>
            <a:prstGeom prst="straightConnector1">
              <a:avLst/>
            </a:prstGeom>
            <a:ln>
              <a:solidFill>
                <a:srgbClr val="ffffff">
                  <a:lumMod val="65000"/>
                </a:srgbClr>
              </a:solidFill>
            </a:ln>
          </p:spPr>
        </p:cxnSp>
        <p:cxnSp>
          <p:nvCxnSpPr>
            <p:cNvPr id="1256" name="Straight Connector 147"/>
            <p:cNvCxnSpPr/>
            <p:nvPr/>
          </p:nvCxnSpPr>
          <p:spPr>
            <a:xfrm flipH="1" flipV="1">
              <a:off x="2904480" y="3420360"/>
              <a:ext cx="3055320" cy="285840"/>
            </a:xfrm>
            <a:prstGeom prst="straightConnector1">
              <a:avLst/>
            </a:prstGeom>
            <a:ln>
              <a:solidFill>
                <a:srgbClr val="ffffff">
                  <a:lumMod val="65000"/>
                </a:srgbClr>
              </a:solidFill>
            </a:ln>
          </p:spPr>
        </p:cxnSp>
        <p:cxnSp>
          <p:nvCxnSpPr>
            <p:cNvPr id="1257" name="Straight Connector 148"/>
            <p:cNvCxnSpPr/>
            <p:nvPr/>
          </p:nvCxnSpPr>
          <p:spPr>
            <a:xfrm flipH="1" flipV="1">
              <a:off x="2904480" y="3420360"/>
              <a:ext cx="3055320" cy="463680"/>
            </a:xfrm>
            <a:prstGeom prst="straightConnector1">
              <a:avLst/>
            </a:prstGeom>
            <a:ln>
              <a:solidFill>
                <a:srgbClr val="ffffff">
                  <a:lumMod val="65000"/>
                </a:srgbClr>
              </a:solidFill>
            </a:ln>
          </p:spPr>
        </p:cxnSp>
        <p:cxnSp>
          <p:nvCxnSpPr>
            <p:cNvPr id="1258" name="Straight Connector 149"/>
            <p:cNvCxnSpPr/>
            <p:nvPr/>
          </p:nvCxnSpPr>
          <p:spPr>
            <a:xfrm flipH="1" flipV="1">
              <a:off x="2904480" y="3420360"/>
              <a:ext cx="3055320" cy="641880"/>
            </a:xfrm>
            <a:prstGeom prst="straightConnector1">
              <a:avLst/>
            </a:prstGeom>
            <a:ln>
              <a:solidFill>
                <a:srgbClr val="ffffff">
                  <a:lumMod val="65000"/>
                </a:srgbClr>
              </a:solidFill>
            </a:ln>
          </p:spPr>
        </p:cxnSp>
        <p:cxnSp>
          <p:nvCxnSpPr>
            <p:cNvPr id="1259" name="Straight Connector 150"/>
            <p:cNvCxnSpPr/>
            <p:nvPr/>
          </p:nvCxnSpPr>
          <p:spPr>
            <a:xfrm flipH="1" flipV="1">
              <a:off x="2904480" y="3420360"/>
              <a:ext cx="3055320" cy="820080"/>
            </a:xfrm>
            <a:prstGeom prst="straightConnector1">
              <a:avLst/>
            </a:prstGeom>
            <a:ln>
              <a:solidFill>
                <a:srgbClr val="ffffff">
                  <a:lumMod val="65000"/>
                </a:srgbClr>
              </a:solidFill>
            </a:ln>
          </p:spPr>
        </p:cxnSp>
        <p:cxnSp>
          <p:nvCxnSpPr>
            <p:cNvPr id="1260" name="Straight Connector 151"/>
            <p:cNvCxnSpPr/>
            <p:nvPr/>
          </p:nvCxnSpPr>
          <p:spPr>
            <a:xfrm flipH="1" flipV="1">
              <a:off x="2904480" y="3420360"/>
              <a:ext cx="3055320" cy="997920"/>
            </a:xfrm>
            <a:prstGeom prst="straightConnector1">
              <a:avLst/>
            </a:prstGeom>
            <a:ln>
              <a:solidFill>
                <a:srgbClr val="ffffff">
                  <a:lumMod val="65000"/>
                </a:srgbClr>
              </a:solidFill>
            </a:ln>
          </p:spPr>
        </p:cxnSp>
        <p:cxnSp>
          <p:nvCxnSpPr>
            <p:cNvPr id="1261" name="Straight Connector 152"/>
            <p:cNvCxnSpPr/>
            <p:nvPr/>
          </p:nvCxnSpPr>
          <p:spPr>
            <a:xfrm flipH="1" flipV="1">
              <a:off x="2904480" y="3420360"/>
              <a:ext cx="3055320" cy="1176120"/>
            </a:xfrm>
            <a:prstGeom prst="straightConnector1">
              <a:avLst/>
            </a:prstGeom>
            <a:ln>
              <a:solidFill>
                <a:srgbClr val="ffffff">
                  <a:lumMod val="65000"/>
                </a:srgbClr>
              </a:solidFill>
            </a:ln>
          </p:spPr>
        </p:cxnSp>
        <p:cxnSp>
          <p:nvCxnSpPr>
            <p:cNvPr id="1262" name="Straight Connector 153"/>
            <p:cNvCxnSpPr/>
            <p:nvPr/>
          </p:nvCxnSpPr>
          <p:spPr>
            <a:xfrm flipH="1" flipV="1">
              <a:off x="2904480" y="3420360"/>
              <a:ext cx="3055320" cy="1353960"/>
            </a:xfrm>
            <a:prstGeom prst="straightConnector1">
              <a:avLst/>
            </a:prstGeom>
            <a:ln>
              <a:solidFill>
                <a:srgbClr val="ffffff">
                  <a:lumMod val="65000"/>
                </a:srgbClr>
              </a:solidFill>
            </a:ln>
          </p:spPr>
        </p:cxnSp>
        <p:cxnSp>
          <p:nvCxnSpPr>
            <p:cNvPr id="1263" name="Straight Connector 154"/>
            <p:cNvCxnSpPr/>
            <p:nvPr/>
          </p:nvCxnSpPr>
          <p:spPr>
            <a:xfrm flipH="1" flipV="1">
              <a:off x="2904480" y="3420360"/>
              <a:ext cx="3055320" cy="1532160"/>
            </a:xfrm>
            <a:prstGeom prst="straightConnector1">
              <a:avLst/>
            </a:prstGeom>
            <a:ln>
              <a:solidFill>
                <a:srgbClr val="ffffff">
                  <a:lumMod val="65000"/>
                </a:srgbClr>
              </a:solidFill>
            </a:ln>
          </p:spPr>
        </p:cxnSp>
        <p:cxnSp>
          <p:nvCxnSpPr>
            <p:cNvPr id="1264" name="Straight Connector 155"/>
            <p:cNvCxnSpPr/>
            <p:nvPr/>
          </p:nvCxnSpPr>
          <p:spPr>
            <a:xfrm flipH="1" flipV="1">
              <a:off x="2904480" y="3420360"/>
              <a:ext cx="3055320" cy="1710000"/>
            </a:xfrm>
            <a:prstGeom prst="straightConnector1">
              <a:avLst/>
            </a:prstGeom>
            <a:ln>
              <a:solidFill>
                <a:srgbClr val="ffffff">
                  <a:lumMod val="65000"/>
                </a:srgbClr>
              </a:solidFill>
            </a:ln>
          </p:spPr>
        </p:cxnSp>
        <p:cxnSp>
          <p:nvCxnSpPr>
            <p:cNvPr id="1265" name="Straight Connector 156"/>
            <p:cNvCxnSpPr/>
            <p:nvPr/>
          </p:nvCxnSpPr>
          <p:spPr>
            <a:xfrm flipH="1" flipV="1">
              <a:off x="2904480" y="3420360"/>
              <a:ext cx="3055320" cy="1888200"/>
            </a:xfrm>
            <a:prstGeom prst="straightConnector1">
              <a:avLst/>
            </a:prstGeom>
            <a:ln>
              <a:solidFill>
                <a:srgbClr val="ffffff">
                  <a:lumMod val="65000"/>
                </a:srgbClr>
              </a:solidFill>
            </a:ln>
          </p:spPr>
        </p:cxnSp>
        <p:cxnSp>
          <p:nvCxnSpPr>
            <p:cNvPr id="1266" name="Straight Connector 157"/>
            <p:cNvCxnSpPr/>
            <p:nvPr/>
          </p:nvCxnSpPr>
          <p:spPr>
            <a:xfrm flipH="1" flipV="1">
              <a:off x="2904480" y="3420360"/>
              <a:ext cx="3055320" cy="2066400"/>
            </a:xfrm>
            <a:prstGeom prst="straightConnector1">
              <a:avLst/>
            </a:prstGeom>
            <a:ln>
              <a:solidFill>
                <a:srgbClr val="ffffff">
                  <a:lumMod val="65000"/>
                </a:srgbClr>
              </a:solidFill>
            </a:ln>
          </p:spPr>
        </p:cxnSp>
        <p:cxnSp>
          <p:nvCxnSpPr>
            <p:cNvPr id="1267" name="Straight Connector 158"/>
            <p:cNvCxnSpPr/>
            <p:nvPr/>
          </p:nvCxnSpPr>
          <p:spPr>
            <a:xfrm flipH="1" flipV="1">
              <a:off x="2904480" y="3420360"/>
              <a:ext cx="3055320" cy="2244240"/>
            </a:xfrm>
            <a:prstGeom prst="straightConnector1">
              <a:avLst/>
            </a:prstGeom>
            <a:ln>
              <a:solidFill>
                <a:srgbClr val="ffffff">
                  <a:lumMod val="65000"/>
                </a:srgbClr>
              </a:solidFill>
            </a:ln>
          </p:spPr>
        </p:cxnSp>
        <p:cxnSp>
          <p:nvCxnSpPr>
            <p:cNvPr id="1268" name="Straight Connector 159"/>
            <p:cNvCxnSpPr/>
            <p:nvPr/>
          </p:nvCxnSpPr>
          <p:spPr>
            <a:xfrm flipH="1" flipV="1">
              <a:off x="2904480" y="3420360"/>
              <a:ext cx="3055320" cy="2422440"/>
            </a:xfrm>
            <a:prstGeom prst="straightConnector1">
              <a:avLst/>
            </a:prstGeom>
            <a:ln>
              <a:solidFill>
                <a:srgbClr val="ffffff">
                  <a:lumMod val="65000"/>
                </a:srgbClr>
              </a:solidFill>
            </a:ln>
          </p:spPr>
        </p:cxnSp>
        <p:cxnSp>
          <p:nvCxnSpPr>
            <p:cNvPr id="1269" name="Straight Connector 160"/>
            <p:cNvCxnSpPr/>
            <p:nvPr/>
          </p:nvCxnSpPr>
          <p:spPr>
            <a:xfrm flipH="1" flipV="1">
              <a:off x="2904480" y="3420360"/>
              <a:ext cx="3055320" cy="2600280"/>
            </a:xfrm>
            <a:prstGeom prst="straightConnector1">
              <a:avLst/>
            </a:prstGeom>
            <a:ln>
              <a:solidFill>
                <a:srgbClr val="ffffff">
                  <a:lumMod val="65000"/>
                </a:srgbClr>
              </a:solidFill>
            </a:ln>
          </p:spPr>
        </p:cxnSp>
        <p:cxnSp>
          <p:nvCxnSpPr>
            <p:cNvPr id="1270" name="Straight Connector 161"/>
            <p:cNvCxnSpPr/>
            <p:nvPr/>
          </p:nvCxnSpPr>
          <p:spPr>
            <a:xfrm flipH="1">
              <a:off x="2904480" y="1925280"/>
              <a:ext cx="3055320" cy="1896840"/>
            </a:xfrm>
            <a:prstGeom prst="straightConnector1">
              <a:avLst/>
            </a:prstGeom>
            <a:ln>
              <a:solidFill>
                <a:srgbClr val="ffffff">
                  <a:lumMod val="65000"/>
                </a:srgbClr>
              </a:solidFill>
            </a:ln>
          </p:spPr>
        </p:cxnSp>
        <p:cxnSp>
          <p:nvCxnSpPr>
            <p:cNvPr id="1271" name="Straight Connector 162"/>
            <p:cNvCxnSpPr/>
            <p:nvPr/>
          </p:nvCxnSpPr>
          <p:spPr>
            <a:xfrm flipH="1">
              <a:off x="2904480" y="2103480"/>
              <a:ext cx="3055320" cy="1718640"/>
            </a:xfrm>
            <a:prstGeom prst="straightConnector1">
              <a:avLst/>
            </a:prstGeom>
            <a:ln>
              <a:solidFill>
                <a:srgbClr val="ffffff">
                  <a:lumMod val="65000"/>
                </a:srgbClr>
              </a:solidFill>
            </a:ln>
          </p:spPr>
        </p:cxnSp>
        <p:cxnSp>
          <p:nvCxnSpPr>
            <p:cNvPr id="1272" name="Straight Connector 163"/>
            <p:cNvCxnSpPr/>
            <p:nvPr/>
          </p:nvCxnSpPr>
          <p:spPr>
            <a:xfrm flipH="1">
              <a:off x="2904480" y="2281320"/>
              <a:ext cx="3055320" cy="1540800"/>
            </a:xfrm>
            <a:prstGeom prst="straightConnector1">
              <a:avLst/>
            </a:prstGeom>
            <a:ln>
              <a:solidFill>
                <a:srgbClr val="ffffff">
                  <a:lumMod val="65000"/>
                </a:srgbClr>
              </a:solidFill>
            </a:ln>
          </p:spPr>
        </p:cxnSp>
        <p:cxnSp>
          <p:nvCxnSpPr>
            <p:cNvPr id="1273" name="Straight Connector 164"/>
            <p:cNvCxnSpPr/>
            <p:nvPr/>
          </p:nvCxnSpPr>
          <p:spPr>
            <a:xfrm flipH="1">
              <a:off x="2904480" y="2459520"/>
              <a:ext cx="3055320" cy="1362600"/>
            </a:xfrm>
            <a:prstGeom prst="straightConnector1">
              <a:avLst/>
            </a:prstGeom>
            <a:ln>
              <a:solidFill>
                <a:srgbClr val="ffffff">
                  <a:lumMod val="65000"/>
                </a:srgbClr>
              </a:solidFill>
            </a:ln>
          </p:spPr>
        </p:cxnSp>
        <p:cxnSp>
          <p:nvCxnSpPr>
            <p:cNvPr id="1274" name="Straight Connector 165"/>
            <p:cNvCxnSpPr/>
            <p:nvPr/>
          </p:nvCxnSpPr>
          <p:spPr>
            <a:xfrm flipH="1">
              <a:off x="2904480" y="2637360"/>
              <a:ext cx="3055320" cy="1184760"/>
            </a:xfrm>
            <a:prstGeom prst="straightConnector1">
              <a:avLst/>
            </a:prstGeom>
            <a:ln>
              <a:solidFill>
                <a:srgbClr val="ffffff">
                  <a:lumMod val="65000"/>
                </a:srgbClr>
              </a:solidFill>
            </a:ln>
          </p:spPr>
        </p:cxnSp>
        <p:cxnSp>
          <p:nvCxnSpPr>
            <p:cNvPr id="1275" name="Straight Connector 166"/>
            <p:cNvCxnSpPr/>
            <p:nvPr/>
          </p:nvCxnSpPr>
          <p:spPr>
            <a:xfrm flipH="1">
              <a:off x="2904480" y="2815560"/>
              <a:ext cx="3055320" cy="1006560"/>
            </a:xfrm>
            <a:prstGeom prst="straightConnector1">
              <a:avLst/>
            </a:prstGeom>
            <a:ln>
              <a:solidFill>
                <a:srgbClr val="ffffff">
                  <a:lumMod val="65000"/>
                </a:srgbClr>
              </a:solidFill>
            </a:ln>
          </p:spPr>
        </p:cxnSp>
        <p:cxnSp>
          <p:nvCxnSpPr>
            <p:cNvPr id="1276" name="Straight Connector 167"/>
            <p:cNvCxnSpPr/>
            <p:nvPr/>
          </p:nvCxnSpPr>
          <p:spPr>
            <a:xfrm flipH="1">
              <a:off x="2904480" y="2993760"/>
              <a:ext cx="3055320" cy="828360"/>
            </a:xfrm>
            <a:prstGeom prst="straightConnector1">
              <a:avLst/>
            </a:prstGeom>
            <a:ln>
              <a:solidFill>
                <a:srgbClr val="ffffff">
                  <a:lumMod val="65000"/>
                </a:srgbClr>
              </a:solidFill>
            </a:ln>
          </p:spPr>
        </p:cxnSp>
        <p:cxnSp>
          <p:nvCxnSpPr>
            <p:cNvPr id="1277" name="Straight Connector 168"/>
            <p:cNvCxnSpPr/>
            <p:nvPr/>
          </p:nvCxnSpPr>
          <p:spPr>
            <a:xfrm flipH="1">
              <a:off x="2904480" y="3171600"/>
              <a:ext cx="3055320" cy="650520"/>
            </a:xfrm>
            <a:prstGeom prst="straightConnector1">
              <a:avLst/>
            </a:prstGeom>
            <a:ln>
              <a:solidFill>
                <a:srgbClr val="ffffff">
                  <a:lumMod val="65000"/>
                </a:srgbClr>
              </a:solidFill>
            </a:ln>
          </p:spPr>
        </p:cxnSp>
        <p:cxnSp>
          <p:nvCxnSpPr>
            <p:cNvPr id="1278" name="Straight Connector 169"/>
            <p:cNvCxnSpPr/>
            <p:nvPr/>
          </p:nvCxnSpPr>
          <p:spPr>
            <a:xfrm flipH="1">
              <a:off x="2904480" y="3349800"/>
              <a:ext cx="3055320" cy="472320"/>
            </a:xfrm>
            <a:prstGeom prst="straightConnector1">
              <a:avLst/>
            </a:prstGeom>
            <a:ln>
              <a:solidFill>
                <a:srgbClr val="ffffff">
                  <a:lumMod val="65000"/>
                </a:srgbClr>
              </a:solidFill>
            </a:ln>
          </p:spPr>
        </p:cxnSp>
        <p:cxnSp>
          <p:nvCxnSpPr>
            <p:cNvPr id="1279" name="Straight Connector 170"/>
            <p:cNvCxnSpPr/>
            <p:nvPr/>
          </p:nvCxnSpPr>
          <p:spPr>
            <a:xfrm flipH="1">
              <a:off x="2904480" y="3527640"/>
              <a:ext cx="3055320" cy="294480"/>
            </a:xfrm>
            <a:prstGeom prst="straightConnector1">
              <a:avLst/>
            </a:prstGeom>
            <a:ln>
              <a:solidFill>
                <a:srgbClr val="ffffff">
                  <a:lumMod val="65000"/>
                </a:srgbClr>
              </a:solidFill>
            </a:ln>
          </p:spPr>
        </p:cxnSp>
        <p:cxnSp>
          <p:nvCxnSpPr>
            <p:cNvPr id="1280" name="Straight Connector 171"/>
            <p:cNvCxnSpPr/>
            <p:nvPr/>
          </p:nvCxnSpPr>
          <p:spPr>
            <a:xfrm flipH="1">
              <a:off x="2904480" y="3705840"/>
              <a:ext cx="3055320" cy="116280"/>
            </a:xfrm>
            <a:prstGeom prst="straightConnector1">
              <a:avLst/>
            </a:prstGeom>
            <a:ln>
              <a:solidFill>
                <a:srgbClr val="ffffff">
                  <a:lumMod val="65000"/>
                </a:srgbClr>
              </a:solidFill>
            </a:ln>
          </p:spPr>
        </p:cxnSp>
        <p:cxnSp>
          <p:nvCxnSpPr>
            <p:cNvPr id="1281" name="Straight Connector 172"/>
            <p:cNvCxnSpPr/>
            <p:nvPr/>
          </p:nvCxnSpPr>
          <p:spPr>
            <a:xfrm flipH="1" flipV="1">
              <a:off x="2904480" y="3821760"/>
              <a:ext cx="3055320" cy="62280"/>
            </a:xfrm>
            <a:prstGeom prst="straightConnector1">
              <a:avLst/>
            </a:prstGeom>
            <a:ln>
              <a:solidFill>
                <a:srgbClr val="ffffff">
                  <a:lumMod val="65000"/>
                </a:srgbClr>
              </a:solidFill>
            </a:ln>
          </p:spPr>
        </p:cxnSp>
        <p:cxnSp>
          <p:nvCxnSpPr>
            <p:cNvPr id="1282" name="Straight Connector 173"/>
            <p:cNvCxnSpPr/>
            <p:nvPr/>
          </p:nvCxnSpPr>
          <p:spPr>
            <a:xfrm flipH="1" flipV="1">
              <a:off x="2904480" y="3821760"/>
              <a:ext cx="3055320" cy="240480"/>
            </a:xfrm>
            <a:prstGeom prst="straightConnector1">
              <a:avLst/>
            </a:prstGeom>
            <a:ln>
              <a:solidFill>
                <a:srgbClr val="ffffff">
                  <a:lumMod val="65000"/>
                </a:srgbClr>
              </a:solidFill>
            </a:ln>
          </p:spPr>
        </p:cxnSp>
        <p:cxnSp>
          <p:nvCxnSpPr>
            <p:cNvPr id="1283" name="Straight Connector 174"/>
            <p:cNvCxnSpPr/>
            <p:nvPr/>
          </p:nvCxnSpPr>
          <p:spPr>
            <a:xfrm flipH="1" flipV="1">
              <a:off x="2904480" y="3821760"/>
              <a:ext cx="3055320" cy="418680"/>
            </a:xfrm>
            <a:prstGeom prst="straightConnector1">
              <a:avLst/>
            </a:prstGeom>
            <a:ln>
              <a:solidFill>
                <a:srgbClr val="ffffff">
                  <a:lumMod val="65000"/>
                </a:srgbClr>
              </a:solidFill>
            </a:ln>
          </p:spPr>
        </p:cxnSp>
        <p:cxnSp>
          <p:nvCxnSpPr>
            <p:cNvPr id="1284" name="Straight Connector 175"/>
            <p:cNvCxnSpPr/>
            <p:nvPr/>
          </p:nvCxnSpPr>
          <p:spPr>
            <a:xfrm flipH="1" flipV="1">
              <a:off x="2904480" y="3821760"/>
              <a:ext cx="3055320" cy="596520"/>
            </a:xfrm>
            <a:prstGeom prst="straightConnector1">
              <a:avLst/>
            </a:prstGeom>
            <a:ln>
              <a:solidFill>
                <a:srgbClr val="ffffff">
                  <a:lumMod val="65000"/>
                </a:srgbClr>
              </a:solidFill>
            </a:ln>
          </p:spPr>
        </p:cxnSp>
        <p:cxnSp>
          <p:nvCxnSpPr>
            <p:cNvPr id="1285" name="Straight Connector 176"/>
            <p:cNvCxnSpPr/>
            <p:nvPr/>
          </p:nvCxnSpPr>
          <p:spPr>
            <a:xfrm flipH="1" flipV="1">
              <a:off x="2904480" y="3821760"/>
              <a:ext cx="3055320" cy="774720"/>
            </a:xfrm>
            <a:prstGeom prst="straightConnector1">
              <a:avLst/>
            </a:prstGeom>
            <a:ln>
              <a:solidFill>
                <a:srgbClr val="ffffff">
                  <a:lumMod val="65000"/>
                </a:srgbClr>
              </a:solidFill>
            </a:ln>
          </p:spPr>
        </p:cxnSp>
        <p:cxnSp>
          <p:nvCxnSpPr>
            <p:cNvPr id="1286" name="Straight Connector 177"/>
            <p:cNvCxnSpPr/>
            <p:nvPr/>
          </p:nvCxnSpPr>
          <p:spPr>
            <a:xfrm flipH="1" flipV="1">
              <a:off x="2904480" y="3821760"/>
              <a:ext cx="3055320" cy="952560"/>
            </a:xfrm>
            <a:prstGeom prst="straightConnector1">
              <a:avLst/>
            </a:prstGeom>
            <a:ln>
              <a:solidFill>
                <a:srgbClr val="ffffff">
                  <a:lumMod val="65000"/>
                </a:srgbClr>
              </a:solidFill>
            </a:ln>
          </p:spPr>
        </p:cxnSp>
        <p:cxnSp>
          <p:nvCxnSpPr>
            <p:cNvPr id="1287" name="Straight Connector 178"/>
            <p:cNvCxnSpPr/>
            <p:nvPr/>
          </p:nvCxnSpPr>
          <p:spPr>
            <a:xfrm flipH="1" flipV="1">
              <a:off x="2904480" y="3821760"/>
              <a:ext cx="3055320" cy="1130760"/>
            </a:xfrm>
            <a:prstGeom prst="straightConnector1">
              <a:avLst/>
            </a:prstGeom>
            <a:ln>
              <a:solidFill>
                <a:srgbClr val="ffffff">
                  <a:lumMod val="65000"/>
                </a:srgbClr>
              </a:solidFill>
            </a:ln>
          </p:spPr>
        </p:cxnSp>
        <p:cxnSp>
          <p:nvCxnSpPr>
            <p:cNvPr id="1288" name="Straight Connector 179"/>
            <p:cNvCxnSpPr/>
            <p:nvPr/>
          </p:nvCxnSpPr>
          <p:spPr>
            <a:xfrm flipH="1" flipV="1">
              <a:off x="2904480" y="3821760"/>
              <a:ext cx="3055320" cy="1308600"/>
            </a:xfrm>
            <a:prstGeom prst="straightConnector1">
              <a:avLst/>
            </a:prstGeom>
            <a:ln>
              <a:solidFill>
                <a:srgbClr val="ffffff">
                  <a:lumMod val="65000"/>
                </a:srgbClr>
              </a:solidFill>
            </a:ln>
          </p:spPr>
        </p:cxnSp>
        <p:cxnSp>
          <p:nvCxnSpPr>
            <p:cNvPr id="1289" name="Straight Connector 180"/>
            <p:cNvCxnSpPr/>
            <p:nvPr/>
          </p:nvCxnSpPr>
          <p:spPr>
            <a:xfrm flipH="1" flipV="1">
              <a:off x="2904480" y="3821760"/>
              <a:ext cx="3055320" cy="1486800"/>
            </a:xfrm>
            <a:prstGeom prst="straightConnector1">
              <a:avLst/>
            </a:prstGeom>
            <a:ln>
              <a:solidFill>
                <a:srgbClr val="ffffff">
                  <a:lumMod val="65000"/>
                </a:srgbClr>
              </a:solidFill>
            </a:ln>
          </p:spPr>
        </p:cxnSp>
        <p:cxnSp>
          <p:nvCxnSpPr>
            <p:cNvPr id="1290" name="Straight Connector 181"/>
            <p:cNvCxnSpPr/>
            <p:nvPr/>
          </p:nvCxnSpPr>
          <p:spPr>
            <a:xfrm flipH="1" flipV="1">
              <a:off x="2904480" y="3821760"/>
              <a:ext cx="3055320" cy="1665000"/>
            </a:xfrm>
            <a:prstGeom prst="straightConnector1">
              <a:avLst/>
            </a:prstGeom>
            <a:ln>
              <a:solidFill>
                <a:srgbClr val="ffffff">
                  <a:lumMod val="65000"/>
                </a:srgbClr>
              </a:solidFill>
            </a:ln>
          </p:spPr>
        </p:cxnSp>
        <p:cxnSp>
          <p:nvCxnSpPr>
            <p:cNvPr id="1291" name="Straight Connector 182"/>
            <p:cNvCxnSpPr/>
            <p:nvPr/>
          </p:nvCxnSpPr>
          <p:spPr>
            <a:xfrm flipH="1" flipV="1">
              <a:off x="2904480" y="3821760"/>
              <a:ext cx="3055320" cy="1842840"/>
            </a:xfrm>
            <a:prstGeom prst="straightConnector1">
              <a:avLst/>
            </a:prstGeom>
            <a:ln>
              <a:solidFill>
                <a:srgbClr val="ffffff">
                  <a:lumMod val="65000"/>
                </a:srgbClr>
              </a:solidFill>
            </a:ln>
          </p:spPr>
        </p:cxnSp>
        <p:cxnSp>
          <p:nvCxnSpPr>
            <p:cNvPr id="1292" name="Straight Connector 183"/>
            <p:cNvCxnSpPr/>
            <p:nvPr/>
          </p:nvCxnSpPr>
          <p:spPr>
            <a:xfrm flipH="1" flipV="1">
              <a:off x="2904480" y="3821760"/>
              <a:ext cx="3055320" cy="2021040"/>
            </a:xfrm>
            <a:prstGeom prst="straightConnector1">
              <a:avLst/>
            </a:prstGeom>
            <a:ln>
              <a:solidFill>
                <a:srgbClr val="ffffff">
                  <a:lumMod val="65000"/>
                </a:srgbClr>
              </a:solidFill>
            </a:ln>
          </p:spPr>
        </p:cxnSp>
        <p:cxnSp>
          <p:nvCxnSpPr>
            <p:cNvPr id="1293" name="Straight Connector 184"/>
            <p:cNvCxnSpPr/>
            <p:nvPr/>
          </p:nvCxnSpPr>
          <p:spPr>
            <a:xfrm flipH="1" flipV="1">
              <a:off x="2904480" y="3821760"/>
              <a:ext cx="3055320" cy="2198880"/>
            </a:xfrm>
            <a:prstGeom prst="straightConnector1">
              <a:avLst/>
            </a:prstGeom>
            <a:ln>
              <a:solidFill>
                <a:srgbClr val="ffffff">
                  <a:lumMod val="65000"/>
                </a:srgbClr>
              </a:solidFill>
            </a:ln>
          </p:spPr>
        </p:cxnSp>
        <p:cxnSp>
          <p:nvCxnSpPr>
            <p:cNvPr id="1294" name="Straight Connector 185"/>
            <p:cNvCxnSpPr/>
            <p:nvPr/>
          </p:nvCxnSpPr>
          <p:spPr>
            <a:xfrm flipH="1">
              <a:off x="2904480" y="1925280"/>
              <a:ext cx="3055320" cy="2298240"/>
            </a:xfrm>
            <a:prstGeom prst="straightConnector1">
              <a:avLst/>
            </a:prstGeom>
            <a:ln>
              <a:solidFill>
                <a:srgbClr val="ffffff">
                  <a:lumMod val="65000"/>
                </a:srgbClr>
              </a:solidFill>
            </a:ln>
          </p:spPr>
        </p:cxnSp>
        <p:cxnSp>
          <p:nvCxnSpPr>
            <p:cNvPr id="1295" name="Straight Connector 186"/>
            <p:cNvCxnSpPr/>
            <p:nvPr/>
          </p:nvCxnSpPr>
          <p:spPr>
            <a:xfrm flipH="1">
              <a:off x="2904480" y="2103480"/>
              <a:ext cx="3055320" cy="2120040"/>
            </a:xfrm>
            <a:prstGeom prst="straightConnector1">
              <a:avLst/>
            </a:prstGeom>
            <a:ln>
              <a:solidFill>
                <a:srgbClr val="ffffff">
                  <a:lumMod val="65000"/>
                </a:srgbClr>
              </a:solidFill>
            </a:ln>
          </p:spPr>
        </p:cxnSp>
        <p:cxnSp>
          <p:nvCxnSpPr>
            <p:cNvPr id="1296" name="Straight Connector 187"/>
            <p:cNvCxnSpPr/>
            <p:nvPr/>
          </p:nvCxnSpPr>
          <p:spPr>
            <a:xfrm flipH="1">
              <a:off x="2904480" y="2281320"/>
              <a:ext cx="3055320" cy="1942200"/>
            </a:xfrm>
            <a:prstGeom prst="straightConnector1">
              <a:avLst/>
            </a:prstGeom>
            <a:ln>
              <a:solidFill>
                <a:srgbClr val="ffffff">
                  <a:lumMod val="65000"/>
                </a:srgbClr>
              </a:solidFill>
            </a:ln>
          </p:spPr>
        </p:cxnSp>
        <p:cxnSp>
          <p:nvCxnSpPr>
            <p:cNvPr id="1297" name="Straight Connector 188"/>
            <p:cNvCxnSpPr/>
            <p:nvPr/>
          </p:nvCxnSpPr>
          <p:spPr>
            <a:xfrm flipH="1">
              <a:off x="2904480" y="2459520"/>
              <a:ext cx="3055320" cy="1764000"/>
            </a:xfrm>
            <a:prstGeom prst="straightConnector1">
              <a:avLst/>
            </a:prstGeom>
            <a:ln>
              <a:solidFill>
                <a:srgbClr val="ffffff">
                  <a:lumMod val="65000"/>
                </a:srgbClr>
              </a:solidFill>
            </a:ln>
          </p:spPr>
        </p:cxnSp>
        <p:cxnSp>
          <p:nvCxnSpPr>
            <p:cNvPr id="1298" name="Straight Connector 189"/>
            <p:cNvCxnSpPr/>
            <p:nvPr/>
          </p:nvCxnSpPr>
          <p:spPr>
            <a:xfrm flipH="1">
              <a:off x="2904480" y="2637360"/>
              <a:ext cx="3055320" cy="1586160"/>
            </a:xfrm>
            <a:prstGeom prst="straightConnector1">
              <a:avLst/>
            </a:prstGeom>
            <a:ln>
              <a:solidFill>
                <a:srgbClr val="ffffff">
                  <a:lumMod val="65000"/>
                </a:srgbClr>
              </a:solidFill>
            </a:ln>
          </p:spPr>
        </p:cxnSp>
        <p:cxnSp>
          <p:nvCxnSpPr>
            <p:cNvPr id="1299" name="Straight Connector 190"/>
            <p:cNvCxnSpPr/>
            <p:nvPr/>
          </p:nvCxnSpPr>
          <p:spPr>
            <a:xfrm flipH="1">
              <a:off x="2904480" y="2815560"/>
              <a:ext cx="3055320" cy="1407960"/>
            </a:xfrm>
            <a:prstGeom prst="straightConnector1">
              <a:avLst/>
            </a:prstGeom>
            <a:ln>
              <a:solidFill>
                <a:srgbClr val="ffffff">
                  <a:lumMod val="65000"/>
                </a:srgbClr>
              </a:solidFill>
            </a:ln>
          </p:spPr>
        </p:cxnSp>
        <p:cxnSp>
          <p:nvCxnSpPr>
            <p:cNvPr id="1300" name="Straight Connector 191"/>
            <p:cNvCxnSpPr/>
            <p:nvPr/>
          </p:nvCxnSpPr>
          <p:spPr>
            <a:xfrm flipH="1">
              <a:off x="2904480" y="2993760"/>
              <a:ext cx="3055320" cy="1229760"/>
            </a:xfrm>
            <a:prstGeom prst="straightConnector1">
              <a:avLst/>
            </a:prstGeom>
            <a:ln>
              <a:solidFill>
                <a:srgbClr val="ffffff">
                  <a:lumMod val="65000"/>
                </a:srgbClr>
              </a:solidFill>
            </a:ln>
          </p:spPr>
        </p:cxnSp>
        <p:cxnSp>
          <p:nvCxnSpPr>
            <p:cNvPr id="1301" name="Straight Connector 192"/>
            <p:cNvCxnSpPr/>
            <p:nvPr/>
          </p:nvCxnSpPr>
          <p:spPr>
            <a:xfrm flipH="1">
              <a:off x="2904480" y="3171600"/>
              <a:ext cx="3055320" cy="1051920"/>
            </a:xfrm>
            <a:prstGeom prst="straightConnector1">
              <a:avLst/>
            </a:prstGeom>
            <a:ln>
              <a:solidFill>
                <a:srgbClr val="ffffff">
                  <a:lumMod val="65000"/>
                </a:srgbClr>
              </a:solidFill>
            </a:ln>
          </p:spPr>
        </p:cxnSp>
        <p:cxnSp>
          <p:nvCxnSpPr>
            <p:cNvPr id="1302" name="Straight Connector 193"/>
            <p:cNvCxnSpPr/>
            <p:nvPr/>
          </p:nvCxnSpPr>
          <p:spPr>
            <a:xfrm flipH="1">
              <a:off x="2904480" y="3349800"/>
              <a:ext cx="3055320" cy="873720"/>
            </a:xfrm>
            <a:prstGeom prst="straightConnector1">
              <a:avLst/>
            </a:prstGeom>
            <a:ln>
              <a:solidFill>
                <a:srgbClr val="ffffff">
                  <a:lumMod val="65000"/>
                </a:srgbClr>
              </a:solidFill>
            </a:ln>
          </p:spPr>
        </p:cxnSp>
        <p:cxnSp>
          <p:nvCxnSpPr>
            <p:cNvPr id="1303" name="Straight Connector 194"/>
            <p:cNvCxnSpPr/>
            <p:nvPr/>
          </p:nvCxnSpPr>
          <p:spPr>
            <a:xfrm flipH="1">
              <a:off x="2904480" y="3527640"/>
              <a:ext cx="3055320" cy="695880"/>
            </a:xfrm>
            <a:prstGeom prst="straightConnector1">
              <a:avLst/>
            </a:prstGeom>
            <a:ln>
              <a:solidFill>
                <a:srgbClr val="ffffff">
                  <a:lumMod val="65000"/>
                </a:srgbClr>
              </a:solidFill>
            </a:ln>
          </p:spPr>
        </p:cxnSp>
        <p:cxnSp>
          <p:nvCxnSpPr>
            <p:cNvPr id="1304" name="Straight Connector 195"/>
            <p:cNvCxnSpPr/>
            <p:nvPr/>
          </p:nvCxnSpPr>
          <p:spPr>
            <a:xfrm flipH="1">
              <a:off x="2904480" y="3705840"/>
              <a:ext cx="3055320" cy="517680"/>
            </a:xfrm>
            <a:prstGeom prst="straightConnector1">
              <a:avLst/>
            </a:prstGeom>
            <a:ln>
              <a:solidFill>
                <a:srgbClr val="ffffff">
                  <a:lumMod val="65000"/>
                </a:srgbClr>
              </a:solidFill>
            </a:ln>
          </p:spPr>
        </p:cxnSp>
        <p:cxnSp>
          <p:nvCxnSpPr>
            <p:cNvPr id="1305" name="Straight Connector 196"/>
            <p:cNvCxnSpPr/>
            <p:nvPr/>
          </p:nvCxnSpPr>
          <p:spPr>
            <a:xfrm flipH="1">
              <a:off x="2904480" y="3883680"/>
              <a:ext cx="3055320" cy="339840"/>
            </a:xfrm>
            <a:prstGeom prst="straightConnector1">
              <a:avLst/>
            </a:prstGeom>
            <a:ln>
              <a:solidFill>
                <a:srgbClr val="ffffff">
                  <a:lumMod val="65000"/>
                </a:srgbClr>
              </a:solidFill>
            </a:ln>
          </p:spPr>
        </p:cxnSp>
        <p:cxnSp>
          <p:nvCxnSpPr>
            <p:cNvPr id="1306" name="Straight Connector 197"/>
            <p:cNvCxnSpPr/>
            <p:nvPr/>
          </p:nvCxnSpPr>
          <p:spPr>
            <a:xfrm flipH="1">
              <a:off x="2904480" y="4061880"/>
              <a:ext cx="3055320" cy="161640"/>
            </a:xfrm>
            <a:prstGeom prst="straightConnector1">
              <a:avLst/>
            </a:prstGeom>
            <a:ln>
              <a:solidFill>
                <a:srgbClr val="ffffff">
                  <a:lumMod val="65000"/>
                </a:srgbClr>
              </a:solidFill>
            </a:ln>
          </p:spPr>
        </p:cxnSp>
        <p:cxnSp>
          <p:nvCxnSpPr>
            <p:cNvPr id="1307" name="Straight Connector 198"/>
            <p:cNvCxnSpPr/>
            <p:nvPr/>
          </p:nvCxnSpPr>
          <p:spPr>
            <a:xfrm flipH="1" flipV="1">
              <a:off x="2904480" y="4223160"/>
              <a:ext cx="3055320" cy="17280"/>
            </a:xfrm>
            <a:prstGeom prst="straightConnector1">
              <a:avLst/>
            </a:prstGeom>
            <a:ln>
              <a:solidFill>
                <a:srgbClr val="ffffff">
                  <a:lumMod val="65000"/>
                </a:srgbClr>
              </a:solidFill>
            </a:ln>
          </p:spPr>
        </p:cxnSp>
        <p:cxnSp>
          <p:nvCxnSpPr>
            <p:cNvPr id="1308" name="Straight Connector 199"/>
            <p:cNvCxnSpPr/>
            <p:nvPr/>
          </p:nvCxnSpPr>
          <p:spPr>
            <a:xfrm flipH="1" flipV="1">
              <a:off x="2904480" y="4223160"/>
              <a:ext cx="3055320" cy="195120"/>
            </a:xfrm>
            <a:prstGeom prst="straightConnector1">
              <a:avLst/>
            </a:prstGeom>
            <a:ln>
              <a:solidFill>
                <a:srgbClr val="ffffff">
                  <a:lumMod val="65000"/>
                </a:srgbClr>
              </a:solidFill>
            </a:ln>
          </p:spPr>
        </p:cxnSp>
        <p:cxnSp>
          <p:nvCxnSpPr>
            <p:cNvPr id="1309" name="Straight Connector 200"/>
            <p:cNvCxnSpPr/>
            <p:nvPr/>
          </p:nvCxnSpPr>
          <p:spPr>
            <a:xfrm flipH="1" flipV="1">
              <a:off x="2904480" y="4223160"/>
              <a:ext cx="3055320" cy="373320"/>
            </a:xfrm>
            <a:prstGeom prst="straightConnector1">
              <a:avLst/>
            </a:prstGeom>
            <a:ln>
              <a:solidFill>
                <a:srgbClr val="ffffff">
                  <a:lumMod val="65000"/>
                </a:srgbClr>
              </a:solidFill>
            </a:ln>
          </p:spPr>
        </p:cxnSp>
        <p:cxnSp>
          <p:nvCxnSpPr>
            <p:cNvPr id="1310" name="Straight Connector 201"/>
            <p:cNvCxnSpPr/>
            <p:nvPr/>
          </p:nvCxnSpPr>
          <p:spPr>
            <a:xfrm flipH="1" flipV="1">
              <a:off x="2904480" y="4223160"/>
              <a:ext cx="3055320" cy="551160"/>
            </a:xfrm>
            <a:prstGeom prst="straightConnector1">
              <a:avLst/>
            </a:prstGeom>
            <a:ln>
              <a:solidFill>
                <a:srgbClr val="ffffff">
                  <a:lumMod val="65000"/>
                </a:srgbClr>
              </a:solidFill>
            </a:ln>
          </p:spPr>
        </p:cxnSp>
        <p:cxnSp>
          <p:nvCxnSpPr>
            <p:cNvPr id="1311" name="Straight Connector 202"/>
            <p:cNvCxnSpPr/>
            <p:nvPr/>
          </p:nvCxnSpPr>
          <p:spPr>
            <a:xfrm flipH="1" flipV="1">
              <a:off x="2904480" y="4223160"/>
              <a:ext cx="3055320" cy="729360"/>
            </a:xfrm>
            <a:prstGeom prst="straightConnector1">
              <a:avLst/>
            </a:prstGeom>
            <a:ln>
              <a:solidFill>
                <a:srgbClr val="ffffff">
                  <a:lumMod val="65000"/>
                </a:srgbClr>
              </a:solidFill>
            </a:ln>
          </p:spPr>
        </p:cxnSp>
        <p:cxnSp>
          <p:nvCxnSpPr>
            <p:cNvPr id="1312" name="Straight Connector 203"/>
            <p:cNvCxnSpPr/>
            <p:nvPr/>
          </p:nvCxnSpPr>
          <p:spPr>
            <a:xfrm flipH="1" flipV="1">
              <a:off x="2904480" y="4223160"/>
              <a:ext cx="3055320" cy="907200"/>
            </a:xfrm>
            <a:prstGeom prst="straightConnector1">
              <a:avLst/>
            </a:prstGeom>
            <a:ln>
              <a:solidFill>
                <a:srgbClr val="ffffff">
                  <a:lumMod val="65000"/>
                </a:srgbClr>
              </a:solidFill>
            </a:ln>
          </p:spPr>
        </p:cxnSp>
        <p:cxnSp>
          <p:nvCxnSpPr>
            <p:cNvPr id="1313" name="Straight Connector 204"/>
            <p:cNvCxnSpPr/>
            <p:nvPr/>
          </p:nvCxnSpPr>
          <p:spPr>
            <a:xfrm flipH="1" flipV="1">
              <a:off x="2904480" y="4223160"/>
              <a:ext cx="3055320" cy="1085400"/>
            </a:xfrm>
            <a:prstGeom prst="straightConnector1">
              <a:avLst/>
            </a:prstGeom>
            <a:ln>
              <a:solidFill>
                <a:srgbClr val="ffffff">
                  <a:lumMod val="65000"/>
                </a:srgbClr>
              </a:solidFill>
            </a:ln>
          </p:spPr>
        </p:cxnSp>
        <p:cxnSp>
          <p:nvCxnSpPr>
            <p:cNvPr id="1314" name="Straight Connector 205"/>
            <p:cNvCxnSpPr/>
            <p:nvPr/>
          </p:nvCxnSpPr>
          <p:spPr>
            <a:xfrm flipH="1" flipV="1">
              <a:off x="2904480" y="4223160"/>
              <a:ext cx="3055320" cy="1263600"/>
            </a:xfrm>
            <a:prstGeom prst="straightConnector1">
              <a:avLst/>
            </a:prstGeom>
            <a:ln>
              <a:solidFill>
                <a:srgbClr val="ffffff">
                  <a:lumMod val="65000"/>
                </a:srgbClr>
              </a:solidFill>
            </a:ln>
          </p:spPr>
        </p:cxnSp>
        <p:cxnSp>
          <p:nvCxnSpPr>
            <p:cNvPr id="1315" name="Straight Connector 206"/>
            <p:cNvCxnSpPr/>
            <p:nvPr/>
          </p:nvCxnSpPr>
          <p:spPr>
            <a:xfrm flipH="1" flipV="1">
              <a:off x="2904480" y="4223160"/>
              <a:ext cx="3055320" cy="1441440"/>
            </a:xfrm>
            <a:prstGeom prst="straightConnector1">
              <a:avLst/>
            </a:prstGeom>
            <a:ln>
              <a:solidFill>
                <a:srgbClr val="ffffff">
                  <a:lumMod val="65000"/>
                </a:srgbClr>
              </a:solidFill>
            </a:ln>
          </p:spPr>
        </p:cxnSp>
        <p:cxnSp>
          <p:nvCxnSpPr>
            <p:cNvPr id="1316" name="Straight Connector 207"/>
            <p:cNvCxnSpPr/>
            <p:nvPr/>
          </p:nvCxnSpPr>
          <p:spPr>
            <a:xfrm flipH="1" flipV="1">
              <a:off x="2904480" y="4223160"/>
              <a:ext cx="3055320" cy="1619640"/>
            </a:xfrm>
            <a:prstGeom prst="straightConnector1">
              <a:avLst/>
            </a:prstGeom>
            <a:ln>
              <a:solidFill>
                <a:srgbClr val="ffffff">
                  <a:lumMod val="65000"/>
                </a:srgbClr>
              </a:solidFill>
            </a:ln>
          </p:spPr>
        </p:cxnSp>
        <p:cxnSp>
          <p:nvCxnSpPr>
            <p:cNvPr id="1317" name="Straight Connector 208"/>
            <p:cNvCxnSpPr/>
            <p:nvPr/>
          </p:nvCxnSpPr>
          <p:spPr>
            <a:xfrm flipH="1" flipV="1">
              <a:off x="2904480" y="4223160"/>
              <a:ext cx="3055320" cy="1797480"/>
            </a:xfrm>
            <a:prstGeom prst="straightConnector1">
              <a:avLst/>
            </a:prstGeom>
            <a:ln>
              <a:solidFill>
                <a:srgbClr val="ffffff">
                  <a:lumMod val="65000"/>
                </a:srgbClr>
              </a:solidFill>
            </a:ln>
          </p:spPr>
        </p:cxnSp>
        <p:cxnSp>
          <p:nvCxnSpPr>
            <p:cNvPr id="1318" name="Straight Connector 209"/>
            <p:cNvCxnSpPr/>
            <p:nvPr/>
          </p:nvCxnSpPr>
          <p:spPr>
            <a:xfrm flipH="1">
              <a:off x="2904480" y="1925280"/>
              <a:ext cx="3055320" cy="2699640"/>
            </a:xfrm>
            <a:prstGeom prst="straightConnector1">
              <a:avLst/>
            </a:prstGeom>
            <a:ln>
              <a:solidFill>
                <a:srgbClr val="ffffff">
                  <a:lumMod val="65000"/>
                </a:srgbClr>
              </a:solidFill>
            </a:ln>
          </p:spPr>
        </p:cxnSp>
        <p:cxnSp>
          <p:nvCxnSpPr>
            <p:cNvPr id="1319" name="Straight Connector 210"/>
            <p:cNvCxnSpPr/>
            <p:nvPr/>
          </p:nvCxnSpPr>
          <p:spPr>
            <a:xfrm flipH="1">
              <a:off x="2904480" y="2103480"/>
              <a:ext cx="3055320" cy="2521440"/>
            </a:xfrm>
            <a:prstGeom prst="straightConnector1">
              <a:avLst/>
            </a:prstGeom>
            <a:ln>
              <a:solidFill>
                <a:srgbClr val="ffffff">
                  <a:lumMod val="65000"/>
                </a:srgbClr>
              </a:solidFill>
            </a:ln>
          </p:spPr>
        </p:cxnSp>
        <p:cxnSp>
          <p:nvCxnSpPr>
            <p:cNvPr id="1320" name="Straight Connector 211"/>
            <p:cNvCxnSpPr/>
            <p:nvPr/>
          </p:nvCxnSpPr>
          <p:spPr>
            <a:xfrm flipH="1">
              <a:off x="2904480" y="2281320"/>
              <a:ext cx="3055320" cy="2343600"/>
            </a:xfrm>
            <a:prstGeom prst="straightConnector1">
              <a:avLst/>
            </a:prstGeom>
            <a:ln>
              <a:solidFill>
                <a:srgbClr val="ffffff">
                  <a:lumMod val="65000"/>
                </a:srgbClr>
              </a:solidFill>
            </a:ln>
          </p:spPr>
        </p:cxnSp>
        <p:cxnSp>
          <p:nvCxnSpPr>
            <p:cNvPr id="1321" name="Straight Connector 212"/>
            <p:cNvCxnSpPr/>
            <p:nvPr/>
          </p:nvCxnSpPr>
          <p:spPr>
            <a:xfrm flipH="1">
              <a:off x="2904480" y="2459520"/>
              <a:ext cx="3055320" cy="2165400"/>
            </a:xfrm>
            <a:prstGeom prst="straightConnector1">
              <a:avLst/>
            </a:prstGeom>
            <a:ln>
              <a:solidFill>
                <a:srgbClr val="ffffff">
                  <a:lumMod val="65000"/>
                </a:srgbClr>
              </a:solidFill>
            </a:ln>
          </p:spPr>
        </p:cxnSp>
        <p:cxnSp>
          <p:nvCxnSpPr>
            <p:cNvPr id="1322" name="Straight Connector 213"/>
            <p:cNvCxnSpPr/>
            <p:nvPr/>
          </p:nvCxnSpPr>
          <p:spPr>
            <a:xfrm flipH="1">
              <a:off x="2904480" y="2637360"/>
              <a:ext cx="3055320" cy="1987560"/>
            </a:xfrm>
            <a:prstGeom prst="straightConnector1">
              <a:avLst/>
            </a:prstGeom>
            <a:ln>
              <a:solidFill>
                <a:srgbClr val="ffffff">
                  <a:lumMod val="65000"/>
                </a:srgbClr>
              </a:solidFill>
            </a:ln>
          </p:spPr>
        </p:cxnSp>
        <p:cxnSp>
          <p:nvCxnSpPr>
            <p:cNvPr id="1323" name="Straight Connector 214"/>
            <p:cNvCxnSpPr/>
            <p:nvPr/>
          </p:nvCxnSpPr>
          <p:spPr>
            <a:xfrm flipH="1">
              <a:off x="2904480" y="2815560"/>
              <a:ext cx="3055320" cy="1809360"/>
            </a:xfrm>
            <a:prstGeom prst="straightConnector1">
              <a:avLst/>
            </a:prstGeom>
            <a:ln>
              <a:solidFill>
                <a:srgbClr val="ffffff">
                  <a:lumMod val="65000"/>
                </a:srgbClr>
              </a:solidFill>
            </a:ln>
          </p:spPr>
        </p:cxnSp>
        <p:cxnSp>
          <p:nvCxnSpPr>
            <p:cNvPr id="1324" name="Straight Connector 215"/>
            <p:cNvCxnSpPr/>
            <p:nvPr/>
          </p:nvCxnSpPr>
          <p:spPr>
            <a:xfrm flipH="1">
              <a:off x="2904480" y="2993760"/>
              <a:ext cx="3055320" cy="1631160"/>
            </a:xfrm>
            <a:prstGeom prst="straightConnector1">
              <a:avLst/>
            </a:prstGeom>
            <a:ln>
              <a:solidFill>
                <a:srgbClr val="ffffff">
                  <a:lumMod val="65000"/>
                </a:srgbClr>
              </a:solidFill>
            </a:ln>
          </p:spPr>
        </p:cxnSp>
        <p:cxnSp>
          <p:nvCxnSpPr>
            <p:cNvPr id="1325" name="Straight Connector 216"/>
            <p:cNvCxnSpPr/>
            <p:nvPr/>
          </p:nvCxnSpPr>
          <p:spPr>
            <a:xfrm flipH="1">
              <a:off x="2904480" y="3171600"/>
              <a:ext cx="3055320" cy="1453320"/>
            </a:xfrm>
            <a:prstGeom prst="straightConnector1">
              <a:avLst/>
            </a:prstGeom>
            <a:ln>
              <a:solidFill>
                <a:srgbClr val="ffffff">
                  <a:lumMod val="65000"/>
                </a:srgbClr>
              </a:solidFill>
            </a:ln>
          </p:spPr>
        </p:cxnSp>
        <p:cxnSp>
          <p:nvCxnSpPr>
            <p:cNvPr id="1326" name="Straight Connector 217"/>
            <p:cNvCxnSpPr/>
            <p:nvPr/>
          </p:nvCxnSpPr>
          <p:spPr>
            <a:xfrm flipH="1">
              <a:off x="2904480" y="3349800"/>
              <a:ext cx="3055320" cy="1275120"/>
            </a:xfrm>
            <a:prstGeom prst="straightConnector1">
              <a:avLst/>
            </a:prstGeom>
            <a:ln>
              <a:solidFill>
                <a:srgbClr val="ffffff">
                  <a:lumMod val="65000"/>
                </a:srgbClr>
              </a:solidFill>
            </a:ln>
          </p:spPr>
        </p:cxnSp>
        <p:cxnSp>
          <p:nvCxnSpPr>
            <p:cNvPr id="1327" name="Straight Connector 218"/>
            <p:cNvCxnSpPr/>
            <p:nvPr/>
          </p:nvCxnSpPr>
          <p:spPr>
            <a:xfrm flipH="1">
              <a:off x="2904480" y="3527640"/>
              <a:ext cx="3055320" cy="1097280"/>
            </a:xfrm>
            <a:prstGeom prst="straightConnector1">
              <a:avLst/>
            </a:prstGeom>
            <a:ln>
              <a:solidFill>
                <a:srgbClr val="ffffff">
                  <a:lumMod val="65000"/>
                </a:srgbClr>
              </a:solidFill>
            </a:ln>
          </p:spPr>
        </p:cxnSp>
        <p:cxnSp>
          <p:nvCxnSpPr>
            <p:cNvPr id="1328" name="Straight Connector 219"/>
            <p:cNvCxnSpPr/>
            <p:nvPr/>
          </p:nvCxnSpPr>
          <p:spPr>
            <a:xfrm flipH="1">
              <a:off x="2904480" y="3705840"/>
              <a:ext cx="3055320" cy="919080"/>
            </a:xfrm>
            <a:prstGeom prst="straightConnector1">
              <a:avLst/>
            </a:prstGeom>
            <a:ln>
              <a:solidFill>
                <a:srgbClr val="ffffff">
                  <a:lumMod val="65000"/>
                </a:srgbClr>
              </a:solidFill>
            </a:ln>
          </p:spPr>
        </p:cxnSp>
        <p:cxnSp>
          <p:nvCxnSpPr>
            <p:cNvPr id="1329" name="Straight Connector 220"/>
            <p:cNvCxnSpPr/>
            <p:nvPr/>
          </p:nvCxnSpPr>
          <p:spPr>
            <a:xfrm flipH="1">
              <a:off x="2904480" y="3883680"/>
              <a:ext cx="3055320" cy="741240"/>
            </a:xfrm>
            <a:prstGeom prst="straightConnector1">
              <a:avLst/>
            </a:prstGeom>
            <a:ln>
              <a:solidFill>
                <a:srgbClr val="ffffff">
                  <a:lumMod val="65000"/>
                </a:srgbClr>
              </a:solidFill>
            </a:ln>
          </p:spPr>
        </p:cxnSp>
        <p:cxnSp>
          <p:nvCxnSpPr>
            <p:cNvPr id="1330" name="Straight Connector 221"/>
            <p:cNvCxnSpPr/>
            <p:nvPr/>
          </p:nvCxnSpPr>
          <p:spPr>
            <a:xfrm flipH="1">
              <a:off x="2904480" y="4061880"/>
              <a:ext cx="3055320" cy="563040"/>
            </a:xfrm>
            <a:prstGeom prst="straightConnector1">
              <a:avLst/>
            </a:prstGeom>
            <a:ln>
              <a:solidFill>
                <a:srgbClr val="ffffff">
                  <a:lumMod val="65000"/>
                </a:srgbClr>
              </a:solidFill>
            </a:ln>
          </p:spPr>
        </p:cxnSp>
        <p:cxnSp>
          <p:nvCxnSpPr>
            <p:cNvPr id="1331" name="Straight Connector 222"/>
            <p:cNvCxnSpPr/>
            <p:nvPr/>
          </p:nvCxnSpPr>
          <p:spPr>
            <a:xfrm flipH="1">
              <a:off x="2904480" y="4240080"/>
              <a:ext cx="3055320" cy="384840"/>
            </a:xfrm>
            <a:prstGeom prst="straightConnector1">
              <a:avLst/>
            </a:prstGeom>
            <a:ln>
              <a:solidFill>
                <a:srgbClr val="ffffff">
                  <a:lumMod val="65000"/>
                </a:srgbClr>
              </a:solidFill>
            </a:ln>
          </p:spPr>
        </p:cxnSp>
        <p:cxnSp>
          <p:nvCxnSpPr>
            <p:cNvPr id="1332" name="Straight Connector 223"/>
            <p:cNvCxnSpPr/>
            <p:nvPr/>
          </p:nvCxnSpPr>
          <p:spPr>
            <a:xfrm flipH="1">
              <a:off x="2904480" y="4417920"/>
              <a:ext cx="3055320" cy="207000"/>
            </a:xfrm>
            <a:prstGeom prst="straightConnector1">
              <a:avLst/>
            </a:prstGeom>
            <a:ln>
              <a:solidFill>
                <a:srgbClr val="ffffff">
                  <a:lumMod val="65000"/>
                </a:srgbClr>
              </a:solidFill>
            </a:ln>
          </p:spPr>
        </p:cxnSp>
        <p:cxnSp>
          <p:nvCxnSpPr>
            <p:cNvPr id="1333" name="Straight Connector 224"/>
            <p:cNvCxnSpPr/>
            <p:nvPr/>
          </p:nvCxnSpPr>
          <p:spPr>
            <a:xfrm flipH="1">
              <a:off x="2904480" y="4596120"/>
              <a:ext cx="3055320" cy="28800"/>
            </a:xfrm>
            <a:prstGeom prst="straightConnector1">
              <a:avLst/>
            </a:prstGeom>
            <a:ln>
              <a:solidFill>
                <a:srgbClr val="ffffff">
                  <a:lumMod val="65000"/>
                </a:srgbClr>
              </a:solidFill>
            </a:ln>
          </p:spPr>
        </p:cxnSp>
        <p:cxnSp>
          <p:nvCxnSpPr>
            <p:cNvPr id="1334" name="Straight Connector 225"/>
            <p:cNvCxnSpPr/>
            <p:nvPr/>
          </p:nvCxnSpPr>
          <p:spPr>
            <a:xfrm flipH="1" flipV="1">
              <a:off x="2904480" y="4624560"/>
              <a:ext cx="3055320" cy="149760"/>
            </a:xfrm>
            <a:prstGeom prst="straightConnector1">
              <a:avLst/>
            </a:prstGeom>
            <a:ln>
              <a:solidFill>
                <a:srgbClr val="ffffff">
                  <a:lumMod val="65000"/>
                </a:srgbClr>
              </a:solidFill>
            </a:ln>
          </p:spPr>
        </p:cxnSp>
        <p:cxnSp>
          <p:nvCxnSpPr>
            <p:cNvPr id="1335" name="Straight Connector 226"/>
            <p:cNvCxnSpPr/>
            <p:nvPr/>
          </p:nvCxnSpPr>
          <p:spPr>
            <a:xfrm flipH="1" flipV="1">
              <a:off x="2904480" y="4624560"/>
              <a:ext cx="3055320" cy="327960"/>
            </a:xfrm>
            <a:prstGeom prst="straightConnector1">
              <a:avLst/>
            </a:prstGeom>
            <a:ln>
              <a:solidFill>
                <a:srgbClr val="ffffff">
                  <a:lumMod val="65000"/>
                </a:srgbClr>
              </a:solidFill>
            </a:ln>
          </p:spPr>
        </p:cxnSp>
        <p:cxnSp>
          <p:nvCxnSpPr>
            <p:cNvPr id="1336" name="Straight Connector 227"/>
            <p:cNvCxnSpPr/>
            <p:nvPr/>
          </p:nvCxnSpPr>
          <p:spPr>
            <a:xfrm flipH="1" flipV="1">
              <a:off x="2904480" y="4624560"/>
              <a:ext cx="3055320" cy="505800"/>
            </a:xfrm>
            <a:prstGeom prst="straightConnector1">
              <a:avLst/>
            </a:prstGeom>
            <a:ln>
              <a:solidFill>
                <a:srgbClr val="ffffff">
                  <a:lumMod val="65000"/>
                </a:srgbClr>
              </a:solidFill>
            </a:ln>
          </p:spPr>
        </p:cxnSp>
        <p:cxnSp>
          <p:nvCxnSpPr>
            <p:cNvPr id="1337" name="Straight Connector 228"/>
            <p:cNvCxnSpPr/>
            <p:nvPr/>
          </p:nvCxnSpPr>
          <p:spPr>
            <a:xfrm flipH="1" flipV="1">
              <a:off x="2904480" y="4624560"/>
              <a:ext cx="3055320" cy="684000"/>
            </a:xfrm>
            <a:prstGeom prst="straightConnector1">
              <a:avLst/>
            </a:prstGeom>
            <a:ln>
              <a:solidFill>
                <a:srgbClr val="ffffff">
                  <a:lumMod val="65000"/>
                </a:srgbClr>
              </a:solidFill>
            </a:ln>
          </p:spPr>
        </p:cxnSp>
        <p:cxnSp>
          <p:nvCxnSpPr>
            <p:cNvPr id="1338" name="Straight Connector 229"/>
            <p:cNvCxnSpPr/>
            <p:nvPr/>
          </p:nvCxnSpPr>
          <p:spPr>
            <a:xfrm flipH="1" flipV="1">
              <a:off x="2904480" y="4624560"/>
              <a:ext cx="3055320" cy="862200"/>
            </a:xfrm>
            <a:prstGeom prst="straightConnector1">
              <a:avLst/>
            </a:prstGeom>
            <a:ln>
              <a:solidFill>
                <a:srgbClr val="ffffff">
                  <a:lumMod val="65000"/>
                </a:srgbClr>
              </a:solidFill>
            </a:ln>
          </p:spPr>
        </p:cxnSp>
        <p:cxnSp>
          <p:nvCxnSpPr>
            <p:cNvPr id="1339" name="Straight Connector 230"/>
            <p:cNvCxnSpPr/>
            <p:nvPr/>
          </p:nvCxnSpPr>
          <p:spPr>
            <a:xfrm flipH="1" flipV="1">
              <a:off x="2904480" y="4624560"/>
              <a:ext cx="3055320" cy="1040040"/>
            </a:xfrm>
            <a:prstGeom prst="straightConnector1">
              <a:avLst/>
            </a:prstGeom>
            <a:ln>
              <a:solidFill>
                <a:srgbClr val="ffffff">
                  <a:lumMod val="65000"/>
                </a:srgbClr>
              </a:solidFill>
            </a:ln>
          </p:spPr>
        </p:cxnSp>
        <p:cxnSp>
          <p:nvCxnSpPr>
            <p:cNvPr id="1340" name="Straight Connector 231"/>
            <p:cNvCxnSpPr/>
            <p:nvPr/>
          </p:nvCxnSpPr>
          <p:spPr>
            <a:xfrm flipH="1" flipV="1">
              <a:off x="2904480" y="4624560"/>
              <a:ext cx="3055320" cy="1218240"/>
            </a:xfrm>
            <a:prstGeom prst="straightConnector1">
              <a:avLst/>
            </a:prstGeom>
            <a:ln>
              <a:solidFill>
                <a:srgbClr val="ffffff">
                  <a:lumMod val="65000"/>
                </a:srgbClr>
              </a:solidFill>
            </a:ln>
          </p:spPr>
        </p:cxnSp>
        <p:cxnSp>
          <p:nvCxnSpPr>
            <p:cNvPr id="1341" name="Straight Connector 232"/>
            <p:cNvCxnSpPr/>
            <p:nvPr/>
          </p:nvCxnSpPr>
          <p:spPr>
            <a:xfrm flipH="1" flipV="1">
              <a:off x="2904480" y="4624560"/>
              <a:ext cx="3055320" cy="1396080"/>
            </a:xfrm>
            <a:prstGeom prst="straightConnector1">
              <a:avLst/>
            </a:prstGeom>
            <a:ln>
              <a:solidFill>
                <a:srgbClr val="ffffff">
                  <a:lumMod val="65000"/>
                </a:srgbClr>
              </a:solidFill>
            </a:ln>
          </p:spPr>
        </p:cxnSp>
        <p:cxnSp>
          <p:nvCxnSpPr>
            <p:cNvPr id="1342" name="Straight Connector 233"/>
            <p:cNvCxnSpPr/>
            <p:nvPr/>
          </p:nvCxnSpPr>
          <p:spPr>
            <a:xfrm flipH="1">
              <a:off x="2904480" y="1925280"/>
              <a:ext cx="3055320" cy="3101040"/>
            </a:xfrm>
            <a:prstGeom prst="straightConnector1">
              <a:avLst/>
            </a:prstGeom>
            <a:ln>
              <a:solidFill>
                <a:srgbClr val="ffffff">
                  <a:lumMod val="65000"/>
                </a:srgbClr>
              </a:solidFill>
            </a:ln>
          </p:spPr>
        </p:cxnSp>
        <p:cxnSp>
          <p:nvCxnSpPr>
            <p:cNvPr id="1343" name="Straight Connector 234"/>
            <p:cNvCxnSpPr/>
            <p:nvPr/>
          </p:nvCxnSpPr>
          <p:spPr>
            <a:xfrm flipH="1">
              <a:off x="2904480" y="2103480"/>
              <a:ext cx="3055320" cy="2922840"/>
            </a:xfrm>
            <a:prstGeom prst="straightConnector1">
              <a:avLst/>
            </a:prstGeom>
            <a:ln>
              <a:solidFill>
                <a:srgbClr val="ffffff">
                  <a:lumMod val="65000"/>
                </a:srgbClr>
              </a:solidFill>
            </a:ln>
          </p:spPr>
        </p:cxnSp>
        <p:cxnSp>
          <p:nvCxnSpPr>
            <p:cNvPr id="1344" name="Straight Connector 235"/>
            <p:cNvCxnSpPr/>
            <p:nvPr/>
          </p:nvCxnSpPr>
          <p:spPr>
            <a:xfrm flipH="1">
              <a:off x="2904480" y="2281320"/>
              <a:ext cx="3055320" cy="2745000"/>
            </a:xfrm>
            <a:prstGeom prst="straightConnector1">
              <a:avLst/>
            </a:prstGeom>
            <a:ln>
              <a:solidFill>
                <a:srgbClr val="ffffff">
                  <a:lumMod val="65000"/>
                </a:srgbClr>
              </a:solidFill>
            </a:ln>
          </p:spPr>
        </p:cxnSp>
        <p:cxnSp>
          <p:nvCxnSpPr>
            <p:cNvPr id="1345" name="Straight Connector 236"/>
            <p:cNvCxnSpPr/>
            <p:nvPr/>
          </p:nvCxnSpPr>
          <p:spPr>
            <a:xfrm flipH="1">
              <a:off x="2904480" y="2459520"/>
              <a:ext cx="3055320" cy="2566800"/>
            </a:xfrm>
            <a:prstGeom prst="straightConnector1">
              <a:avLst/>
            </a:prstGeom>
            <a:ln>
              <a:solidFill>
                <a:srgbClr val="ffffff">
                  <a:lumMod val="65000"/>
                </a:srgbClr>
              </a:solidFill>
            </a:ln>
          </p:spPr>
        </p:cxnSp>
        <p:cxnSp>
          <p:nvCxnSpPr>
            <p:cNvPr id="1346" name="Straight Connector 237"/>
            <p:cNvCxnSpPr/>
            <p:nvPr/>
          </p:nvCxnSpPr>
          <p:spPr>
            <a:xfrm flipH="1">
              <a:off x="2904480" y="2637360"/>
              <a:ext cx="3055320" cy="2388960"/>
            </a:xfrm>
            <a:prstGeom prst="straightConnector1">
              <a:avLst/>
            </a:prstGeom>
            <a:ln>
              <a:solidFill>
                <a:srgbClr val="ffffff">
                  <a:lumMod val="65000"/>
                </a:srgbClr>
              </a:solidFill>
            </a:ln>
          </p:spPr>
        </p:cxnSp>
        <p:cxnSp>
          <p:nvCxnSpPr>
            <p:cNvPr id="1347" name="Straight Connector 238"/>
            <p:cNvCxnSpPr/>
            <p:nvPr/>
          </p:nvCxnSpPr>
          <p:spPr>
            <a:xfrm flipH="1">
              <a:off x="2904480" y="2815560"/>
              <a:ext cx="3055320" cy="2210760"/>
            </a:xfrm>
            <a:prstGeom prst="straightConnector1">
              <a:avLst/>
            </a:prstGeom>
            <a:ln>
              <a:solidFill>
                <a:srgbClr val="ffffff">
                  <a:lumMod val="65000"/>
                </a:srgbClr>
              </a:solidFill>
            </a:ln>
          </p:spPr>
        </p:cxnSp>
        <p:cxnSp>
          <p:nvCxnSpPr>
            <p:cNvPr id="1348" name="Straight Connector 239"/>
            <p:cNvCxnSpPr/>
            <p:nvPr/>
          </p:nvCxnSpPr>
          <p:spPr>
            <a:xfrm flipH="1">
              <a:off x="2904480" y="2993760"/>
              <a:ext cx="3055320" cy="2032560"/>
            </a:xfrm>
            <a:prstGeom prst="straightConnector1">
              <a:avLst/>
            </a:prstGeom>
            <a:ln>
              <a:solidFill>
                <a:srgbClr val="ffffff">
                  <a:lumMod val="65000"/>
                </a:srgbClr>
              </a:solidFill>
            </a:ln>
          </p:spPr>
        </p:cxnSp>
        <p:cxnSp>
          <p:nvCxnSpPr>
            <p:cNvPr id="1349" name="Straight Connector 240"/>
            <p:cNvCxnSpPr/>
            <p:nvPr/>
          </p:nvCxnSpPr>
          <p:spPr>
            <a:xfrm flipH="1">
              <a:off x="2904480" y="3171600"/>
              <a:ext cx="3055320" cy="1854720"/>
            </a:xfrm>
            <a:prstGeom prst="straightConnector1">
              <a:avLst/>
            </a:prstGeom>
            <a:ln>
              <a:solidFill>
                <a:srgbClr val="ffffff">
                  <a:lumMod val="65000"/>
                </a:srgbClr>
              </a:solidFill>
            </a:ln>
          </p:spPr>
        </p:cxnSp>
        <p:cxnSp>
          <p:nvCxnSpPr>
            <p:cNvPr id="1350" name="Straight Connector 241"/>
            <p:cNvCxnSpPr/>
            <p:nvPr/>
          </p:nvCxnSpPr>
          <p:spPr>
            <a:xfrm flipH="1">
              <a:off x="2904480" y="3349800"/>
              <a:ext cx="3055320" cy="1676520"/>
            </a:xfrm>
            <a:prstGeom prst="straightConnector1">
              <a:avLst/>
            </a:prstGeom>
            <a:ln>
              <a:solidFill>
                <a:srgbClr val="ffffff">
                  <a:lumMod val="65000"/>
                </a:srgbClr>
              </a:solidFill>
            </a:ln>
          </p:spPr>
        </p:cxnSp>
        <p:cxnSp>
          <p:nvCxnSpPr>
            <p:cNvPr id="1351" name="Straight Connector 242"/>
            <p:cNvCxnSpPr/>
            <p:nvPr/>
          </p:nvCxnSpPr>
          <p:spPr>
            <a:xfrm flipH="1">
              <a:off x="2904480" y="3527640"/>
              <a:ext cx="3055320" cy="1498680"/>
            </a:xfrm>
            <a:prstGeom prst="straightConnector1">
              <a:avLst/>
            </a:prstGeom>
            <a:ln>
              <a:solidFill>
                <a:srgbClr val="ffffff">
                  <a:lumMod val="65000"/>
                </a:srgbClr>
              </a:solidFill>
            </a:ln>
          </p:spPr>
        </p:cxnSp>
        <p:cxnSp>
          <p:nvCxnSpPr>
            <p:cNvPr id="1352" name="Straight Connector 243"/>
            <p:cNvCxnSpPr/>
            <p:nvPr/>
          </p:nvCxnSpPr>
          <p:spPr>
            <a:xfrm flipH="1">
              <a:off x="2904480" y="3705840"/>
              <a:ext cx="3055320" cy="1320480"/>
            </a:xfrm>
            <a:prstGeom prst="straightConnector1">
              <a:avLst/>
            </a:prstGeom>
            <a:ln>
              <a:solidFill>
                <a:srgbClr val="ffffff">
                  <a:lumMod val="65000"/>
                </a:srgbClr>
              </a:solidFill>
            </a:ln>
          </p:spPr>
        </p:cxnSp>
        <p:cxnSp>
          <p:nvCxnSpPr>
            <p:cNvPr id="1353" name="Straight Connector 244"/>
            <p:cNvCxnSpPr/>
            <p:nvPr/>
          </p:nvCxnSpPr>
          <p:spPr>
            <a:xfrm flipH="1">
              <a:off x="2904480" y="3883680"/>
              <a:ext cx="3055320" cy="1142640"/>
            </a:xfrm>
            <a:prstGeom prst="straightConnector1">
              <a:avLst/>
            </a:prstGeom>
            <a:ln>
              <a:solidFill>
                <a:srgbClr val="ffffff">
                  <a:lumMod val="65000"/>
                </a:srgbClr>
              </a:solidFill>
            </a:ln>
          </p:spPr>
        </p:cxnSp>
        <p:cxnSp>
          <p:nvCxnSpPr>
            <p:cNvPr id="1354" name="Straight Connector 245"/>
            <p:cNvCxnSpPr/>
            <p:nvPr/>
          </p:nvCxnSpPr>
          <p:spPr>
            <a:xfrm flipH="1">
              <a:off x="2904480" y="4061880"/>
              <a:ext cx="3055320" cy="964440"/>
            </a:xfrm>
            <a:prstGeom prst="straightConnector1">
              <a:avLst/>
            </a:prstGeom>
            <a:ln>
              <a:solidFill>
                <a:srgbClr val="ffffff">
                  <a:lumMod val="65000"/>
                </a:srgbClr>
              </a:solidFill>
            </a:ln>
          </p:spPr>
        </p:cxnSp>
        <p:cxnSp>
          <p:nvCxnSpPr>
            <p:cNvPr id="1355" name="Straight Connector 246"/>
            <p:cNvCxnSpPr/>
            <p:nvPr/>
          </p:nvCxnSpPr>
          <p:spPr>
            <a:xfrm flipH="1">
              <a:off x="2904480" y="4240080"/>
              <a:ext cx="3055320" cy="786240"/>
            </a:xfrm>
            <a:prstGeom prst="straightConnector1">
              <a:avLst/>
            </a:prstGeom>
            <a:ln>
              <a:solidFill>
                <a:srgbClr val="ffffff">
                  <a:lumMod val="65000"/>
                </a:srgbClr>
              </a:solidFill>
            </a:ln>
          </p:spPr>
        </p:cxnSp>
        <p:cxnSp>
          <p:nvCxnSpPr>
            <p:cNvPr id="1356" name="Straight Connector 247"/>
            <p:cNvCxnSpPr/>
            <p:nvPr/>
          </p:nvCxnSpPr>
          <p:spPr>
            <a:xfrm flipH="1">
              <a:off x="2904480" y="4417920"/>
              <a:ext cx="3055320" cy="608400"/>
            </a:xfrm>
            <a:prstGeom prst="straightConnector1">
              <a:avLst/>
            </a:prstGeom>
            <a:ln>
              <a:solidFill>
                <a:srgbClr val="ffffff">
                  <a:lumMod val="65000"/>
                </a:srgbClr>
              </a:solidFill>
            </a:ln>
          </p:spPr>
        </p:cxnSp>
        <p:cxnSp>
          <p:nvCxnSpPr>
            <p:cNvPr id="1357" name="Straight Connector 248"/>
            <p:cNvCxnSpPr/>
            <p:nvPr/>
          </p:nvCxnSpPr>
          <p:spPr>
            <a:xfrm flipH="1">
              <a:off x="2904480" y="4596120"/>
              <a:ext cx="3055320" cy="430200"/>
            </a:xfrm>
            <a:prstGeom prst="straightConnector1">
              <a:avLst/>
            </a:prstGeom>
            <a:ln>
              <a:solidFill>
                <a:srgbClr val="ffffff">
                  <a:lumMod val="65000"/>
                </a:srgbClr>
              </a:solidFill>
            </a:ln>
          </p:spPr>
        </p:cxnSp>
        <p:cxnSp>
          <p:nvCxnSpPr>
            <p:cNvPr id="1358" name="Straight Connector 249"/>
            <p:cNvCxnSpPr/>
            <p:nvPr/>
          </p:nvCxnSpPr>
          <p:spPr>
            <a:xfrm flipH="1">
              <a:off x="2904480" y="4773960"/>
              <a:ext cx="3055320" cy="252360"/>
            </a:xfrm>
            <a:prstGeom prst="straightConnector1">
              <a:avLst/>
            </a:prstGeom>
            <a:ln>
              <a:solidFill>
                <a:srgbClr val="ffffff">
                  <a:lumMod val="65000"/>
                </a:srgbClr>
              </a:solidFill>
            </a:ln>
          </p:spPr>
        </p:cxnSp>
        <p:cxnSp>
          <p:nvCxnSpPr>
            <p:cNvPr id="1359" name="Straight Connector 250"/>
            <p:cNvCxnSpPr/>
            <p:nvPr/>
          </p:nvCxnSpPr>
          <p:spPr>
            <a:xfrm flipH="1">
              <a:off x="2904480" y="4952160"/>
              <a:ext cx="3055320" cy="74160"/>
            </a:xfrm>
            <a:prstGeom prst="straightConnector1">
              <a:avLst/>
            </a:prstGeom>
            <a:ln>
              <a:solidFill>
                <a:srgbClr val="ffffff">
                  <a:lumMod val="65000"/>
                </a:srgbClr>
              </a:solidFill>
            </a:ln>
          </p:spPr>
        </p:cxnSp>
        <p:cxnSp>
          <p:nvCxnSpPr>
            <p:cNvPr id="1360" name="Straight Connector 251"/>
            <p:cNvCxnSpPr/>
            <p:nvPr/>
          </p:nvCxnSpPr>
          <p:spPr>
            <a:xfrm flipH="1" flipV="1">
              <a:off x="2904480" y="5025960"/>
              <a:ext cx="3055320" cy="104400"/>
            </a:xfrm>
            <a:prstGeom prst="straightConnector1">
              <a:avLst/>
            </a:prstGeom>
            <a:ln>
              <a:solidFill>
                <a:srgbClr val="ffffff">
                  <a:lumMod val="65000"/>
                </a:srgbClr>
              </a:solidFill>
            </a:ln>
          </p:spPr>
        </p:cxnSp>
        <p:cxnSp>
          <p:nvCxnSpPr>
            <p:cNvPr id="1361" name="Straight Connector 252"/>
            <p:cNvCxnSpPr/>
            <p:nvPr/>
          </p:nvCxnSpPr>
          <p:spPr>
            <a:xfrm flipH="1" flipV="1">
              <a:off x="2904480" y="5025960"/>
              <a:ext cx="3055320" cy="282600"/>
            </a:xfrm>
            <a:prstGeom prst="straightConnector1">
              <a:avLst/>
            </a:prstGeom>
            <a:ln>
              <a:solidFill>
                <a:srgbClr val="ffffff">
                  <a:lumMod val="65000"/>
                </a:srgbClr>
              </a:solidFill>
            </a:ln>
          </p:spPr>
        </p:cxnSp>
        <p:cxnSp>
          <p:nvCxnSpPr>
            <p:cNvPr id="1362" name="Straight Connector 253"/>
            <p:cNvCxnSpPr/>
            <p:nvPr/>
          </p:nvCxnSpPr>
          <p:spPr>
            <a:xfrm flipH="1" flipV="1">
              <a:off x="2904480" y="5025960"/>
              <a:ext cx="3055320" cy="460800"/>
            </a:xfrm>
            <a:prstGeom prst="straightConnector1">
              <a:avLst/>
            </a:prstGeom>
            <a:ln>
              <a:solidFill>
                <a:srgbClr val="ffffff">
                  <a:lumMod val="65000"/>
                </a:srgbClr>
              </a:solidFill>
            </a:ln>
          </p:spPr>
        </p:cxnSp>
        <p:cxnSp>
          <p:nvCxnSpPr>
            <p:cNvPr id="1363" name="Straight Connector 254"/>
            <p:cNvCxnSpPr/>
            <p:nvPr/>
          </p:nvCxnSpPr>
          <p:spPr>
            <a:xfrm flipH="1" flipV="1">
              <a:off x="2904480" y="5025960"/>
              <a:ext cx="3055320" cy="638640"/>
            </a:xfrm>
            <a:prstGeom prst="straightConnector1">
              <a:avLst/>
            </a:prstGeom>
            <a:ln>
              <a:solidFill>
                <a:srgbClr val="ffffff">
                  <a:lumMod val="65000"/>
                </a:srgbClr>
              </a:solidFill>
            </a:ln>
          </p:spPr>
        </p:cxnSp>
        <p:cxnSp>
          <p:nvCxnSpPr>
            <p:cNvPr id="1364" name="Straight Connector 255"/>
            <p:cNvCxnSpPr/>
            <p:nvPr/>
          </p:nvCxnSpPr>
          <p:spPr>
            <a:xfrm flipH="1" flipV="1">
              <a:off x="2904480" y="5025960"/>
              <a:ext cx="3055320" cy="816840"/>
            </a:xfrm>
            <a:prstGeom prst="straightConnector1">
              <a:avLst/>
            </a:prstGeom>
            <a:ln>
              <a:solidFill>
                <a:srgbClr val="ffffff">
                  <a:lumMod val="65000"/>
                </a:srgbClr>
              </a:solidFill>
            </a:ln>
          </p:spPr>
        </p:cxnSp>
        <p:cxnSp>
          <p:nvCxnSpPr>
            <p:cNvPr id="1365" name="Straight Connector 256"/>
            <p:cNvCxnSpPr/>
            <p:nvPr/>
          </p:nvCxnSpPr>
          <p:spPr>
            <a:xfrm flipH="1" flipV="1">
              <a:off x="2904480" y="5025960"/>
              <a:ext cx="3055320" cy="994680"/>
            </a:xfrm>
            <a:prstGeom prst="straightConnector1">
              <a:avLst/>
            </a:prstGeom>
            <a:ln>
              <a:solidFill>
                <a:srgbClr val="ffffff">
                  <a:lumMod val="65000"/>
                </a:srgbClr>
              </a:solidFill>
            </a:ln>
          </p:spPr>
        </p:cxnSp>
        <p:cxnSp>
          <p:nvCxnSpPr>
            <p:cNvPr id="1366" name="Straight Connector 257"/>
            <p:cNvCxnSpPr/>
            <p:nvPr/>
          </p:nvCxnSpPr>
          <p:spPr>
            <a:xfrm flipH="1">
              <a:off x="2904480" y="1925280"/>
              <a:ext cx="3055320" cy="3502440"/>
            </a:xfrm>
            <a:prstGeom prst="straightConnector1">
              <a:avLst/>
            </a:prstGeom>
            <a:ln>
              <a:solidFill>
                <a:srgbClr val="ffffff">
                  <a:lumMod val="65000"/>
                </a:srgbClr>
              </a:solidFill>
            </a:ln>
          </p:spPr>
        </p:cxnSp>
        <p:cxnSp>
          <p:nvCxnSpPr>
            <p:cNvPr id="1367" name="Straight Connector 258"/>
            <p:cNvCxnSpPr/>
            <p:nvPr/>
          </p:nvCxnSpPr>
          <p:spPr>
            <a:xfrm flipH="1">
              <a:off x="2904480" y="2103480"/>
              <a:ext cx="3055320" cy="3324240"/>
            </a:xfrm>
            <a:prstGeom prst="straightConnector1">
              <a:avLst/>
            </a:prstGeom>
            <a:ln>
              <a:solidFill>
                <a:srgbClr val="ffffff">
                  <a:lumMod val="65000"/>
                </a:srgbClr>
              </a:solidFill>
            </a:ln>
          </p:spPr>
        </p:cxnSp>
        <p:cxnSp>
          <p:nvCxnSpPr>
            <p:cNvPr id="1368" name="Straight Connector 259"/>
            <p:cNvCxnSpPr/>
            <p:nvPr/>
          </p:nvCxnSpPr>
          <p:spPr>
            <a:xfrm flipH="1">
              <a:off x="2904480" y="2281320"/>
              <a:ext cx="3055320" cy="3146400"/>
            </a:xfrm>
            <a:prstGeom prst="straightConnector1">
              <a:avLst/>
            </a:prstGeom>
            <a:ln>
              <a:solidFill>
                <a:srgbClr val="ffffff">
                  <a:lumMod val="65000"/>
                </a:srgbClr>
              </a:solidFill>
            </a:ln>
          </p:spPr>
        </p:cxnSp>
        <p:cxnSp>
          <p:nvCxnSpPr>
            <p:cNvPr id="1369" name="Straight Connector 260"/>
            <p:cNvCxnSpPr/>
            <p:nvPr/>
          </p:nvCxnSpPr>
          <p:spPr>
            <a:xfrm flipH="1">
              <a:off x="2904480" y="2459520"/>
              <a:ext cx="3055320" cy="2968200"/>
            </a:xfrm>
            <a:prstGeom prst="straightConnector1">
              <a:avLst/>
            </a:prstGeom>
            <a:ln>
              <a:solidFill>
                <a:srgbClr val="ffffff">
                  <a:lumMod val="65000"/>
                </a:srgbClr>
              </a:solidFill>
            </a:ln>
          </p:spPr>
        </p:cxnSp>
        <p:cxnSp>
          <p:nvCxnSpPr>
            <p:cNvPr id="1370" name="Straight Connector 261"/>
            <p:cNvCxnSpPr/>
            <p:nvPr/>
          </p:nvCxnSpPr>
          <p:spPr>
            <a:xfrm flipH="1">
              <a:off x="2904480" y="2637360"/>
              <a:ext cx="3055320" cy="2790360"/>
            </a:xfrm>
            <a:prstGeom prst="straightConnector1">
              <a:avLst/>
            </a:prstGeom>
            <a:ln>
              <a:solidFill>
                <a:srgbClr val="ffffff">
                  <a:lumMod val="65000"/>
                </a:srgbClr>
              </a:solidFill>
            </a:ln>
          </p:spPr>
        </p:cxnSp>
        <p:cxnSp>
          <p:nvCxnSpPr>
            <p:cNvPr id="1371" name="Straight Connector 262"/>
            <p:cNvCxnSpPr/>
            <p:nvPr/>
          </p:nvCxnSpPr>
          <p:spPr>
            <a:xfrm flipH="1">
              <a:off x="2904480" y="2815560"/>
              <a:ext cx="3055320" cy="2612160"/>
            </a:xfrm>
            <a:prstGeom prst="straightConnector1">
              <a:avLst/>
            </a:prstGeom>
            <a:ln>
              <a:solidFill>
                <a:srgbClr val="ffffff">
                  <a:lumMod val="65000"/>
                </a:srgbClr>
              </a:solidFill>
            </a:ln>
          </p:spPr>
        </p:cxnSp>
        <p:cxnSp>
          <p:nvCxnSpPr>
            <p:cNvPr id="1372" name="Straight Connector 263"/>
            <p:cNvCxnSpPr/>
            <p:nvPr/>
          </p:nvCxnSpPr>
          <p:spPr>
            <a:xfrm flipH="1">
              <a:off x="2904480" y="2993760"/>
              <a:ext cx="3055320" cy="2433960"/>
            </a:xfrm>
            <a:prstGeom prst="straightConnector1">
              <a:avLst/>
            </a:prstGeom>
            <a:ln>
              <a:solidFill>
                <a:srgbClr val="ffffff">
                  <a:lumMod val="65000"/>
                </a:srgbClr>
              </a:solidFill>
            </a:ln>
          </p:spPr>
        </p:cxnSp>
        <p:cxnSp>
          <p:nvCxnSpPr>
            <p:cNvPr id="1373" name="Straight Connector 264"/>
            <p:cNvCxnSpPr/>
            <p:nvPr/>
          </p:nvCxnSpPr>
          <p:spPr>
            <a:xfrm flipH="1">
              <a:off x="2904480" y="3171600"/>
              <a:ext cx="3055320" cy="2256120"/>
            </a:xfrm>
            <a:prstGeom prst="straightConnector1">
              <a:avLst/>
            </a:prstGeom>
            <a:ln>
              <a:solidFill>
                <a:srgbClr val="ffffff">
                  <a:lumMod val="65000"/>
                </a:srgbClr>
              </a:solidFill>
            </a:ln>
          </p:spPr>
        </p:cxnSp>
        <p:cxnSp>
          <p:nvCxnSpPr>
            <p:cNvPr id="1374" name="Straight Connector 265"/>
            <p:cNvCxnSpPr/>
            <p:nvPr/>
          </p:nvCxnSpPr>
          <p:spPr>
            <a:xfrm flipH="1">
              <a:off x="2904480" y="3349800"/>
              <a:ext cx="3055320" cy="2077920"/>
            </a:xfrm>
            <a:prstGeom prst="straightConnector1">
              <a:avLst/>
            </a:prstGeom>
            <a:ln>
              <a:solidFill>
                <a:srgbClr val="ffffff">
                  <a:lumMod val="65000"/>
                </a:srgbClr>
              </a:solidFill>
            </a:ln>
          </p:spPr>
        </p:cxnSp>
        <p:cxnSp>
          <p:nvCxnSpPr>
            <p:cNvPr id="1375" name="Straight Connector 266"/>
            <p:cNvCxnSpPr/>
            <p:nvPr/>
          </p:nvCxnSpPr>
          <p:spPr>
            <a:xfrm flipH="1">
              <a:off x="2904480" y="3527640"/>
              <a:ext cx="3055320" cy="1900080"/>
            </a:xfrm>
            <a:prstGeom prst="straightConnector1">
              <a:avLst/>
            </a:prstGeom>
            <a:ln>
              <a:solidFill>
                <a:srgbClr val="ffffff">
                  <a:lumMod val="65000"/>
                </a:srgbClr>
              </a:solidFill>
            </a:ln>
          </p:spPr>
        </p:cxnSp>
        <p:cxnSp>
          <p:nvCxnSpPr>
            <p:cNvPr id="1376" name="Straight Connector 267"/>
            <p:cNvCxnSpPr/>
            <p:nvPr/>
          </p:nvCxnSpPr>
          <p:spPr>
            <a:xfrm flipH="1">
              <a:off x="2904480" y="3705840"/>
              <a:ext cx="3055320" cy="1721880"/>
            </a:xfrm>
            <a:prstGeom prst="straightConnector1">
              <a:avLst/>
            </a:prstGeom>
            <a:ln>
              <a:solidFill>
                <a:srgbClr val="ffffff">
                  <a:lumMod val="65000"/>
                </a:srgbClr>
              </a:solidFill>
            </a:ln>
          </p:spPr>
        </p:cxnSp>
        <p:cxnSp>
          <p:nvCxnSpPr>
            <p:cNvPr id="1377" name="Straight Connector 268"/>
            <p:cNvCxnSpPr/>
            <p:nvPr/>
          </p:nvCxnSpPr>
          <p:spPr>
            <a:xfrm flipH="1">
              <a:off x="2904480" y="3883680"/>
              <a:ext cx="3055320" cy="1544040"/>
            </a:xfrm>
            <a:prstGeom prst="straightConnector1">
              <a:avLst/>
            </a:prstGeom>
            <a:ln>
              <a:solidFill>
                <a:srgbClr val="ffffff">
                  <a:lumMod val="65000"/>
                </a:srgbClr>
              </a:solidFill>
            </a:ln>
          </p:spPr>
        </p:cxnSp>
        <p:cxnSp>
          <p:nvCxnSpPr>
            <p:cNvPr id="1378" name="Straight Connector 269"/>
            <p:cNvCxnSpPr/>
            <p:nvPr/>
          </p:nvCxnSpPr>
          <p:spPr>
            <a:xfrm flipH="1">
              <a:off x="2904480" y="4061880"/>
              <a:ext cx="3055320" cy="1365840"/>
            </a:xfrm>
            <a:prstGeom prst="straightConnector1">
              <a:avLst/>
            </a:prstGeom>
            <a:ln>
              <a:solidFill>
                <a:srgbClr val="ffffff">
                  <a:lumMod val="65000"/>
                </a:srgbClr>
              </a:solidFill>
            </a:ln>
          </p:spPr>
        </p:cxnSp>
        <p:cxnSp>
          <p:nvCxnSpPr>
            <p:cNvPr id="1379" name="Straight Connector 270"/>
            <p:cNvCxnSpPr/>
            <p:nvPr/>
          </p:nvCxnSpPr>
          <p:spPr>
            <a:xfrm flipH="1">
              <a:off x="2904480" y="4240080"/>
              <a:ext cx="3055320" cy="1187640"/>
            </a:xfrm>
            <a:prstGeom prst="straightConnector1">
              <a:avLst/>
            </a:prstGeom>
            <a:ln>
              <a:solidFill>
                <a:srgbClr val="ffffff">
                  <a:lumMod val="65000"/>
                </a:srgbClr>
              </a:solidFill>
            </a:ln>
          </p:spPr>
        </p:cxnSp>
        <p:cxnSp>
          <p:nvCxnSpPr>
            <p:cNvPr id="1380" name="Straight Connector 271"/>
            <p:cNvCxnSpPr/>
            <p:nvPr/>
          </p:nvCxnSpPr>
          <p:spPr>
            <a:xfrm flipH="1">
              <a:off x="2904480" y="4417920"/>
              <a:ext cx="3055320" cy="1009800"/>
            </a:xfrm>
            <a:prstGeom prst="straightConnector1">
              <a:avLst/>
            </a:prstGeom>
            <a:ln>
              <a:solidFill>
                <a:srgbClr val="ffffff">
                  <a:lumMod val="65000"/>
                </a:srgbClr>
              </a:solidFill>
            </a:ln>
          </p:spPr>
        </p:cxnSp>
        <p:cxnSp>
          <p:nvCxnSpPr>
            <p:cNvPr id="1381" name="Straight Connector 272"/>
            <p:cNvCxnSpPr/>
            <p:nvPr/>
          </p:nvCxnSpPr>
          <p:spPr>
            <a:xfrm flipH="1">
              <a:off x="2904480" y="4596120"/>
              <a:ext cx="3055320" cy="831600"/>
            </a:xfrm>
            <a:prstGeom prst="straightConnector1">
              <a:avLst/>
            </a:prstGeom>
            <a:ln>
              <a:solidFill>
                <a:srgbClr val="ffffff">
                  <a:lumMod val="65000"/>
                </a:srgbClr>
              </a:solidFill>
            </a:ln>
          </p:spPr>
        </p:cxnSp>
        <p:cxnSp>
          <p:nvCxnSpPr>
            <p:cNvPr id="1382" name="Straight Connector 273"/>
            <p:cNvCxnSpPr/>
            <p:nvPr/>
          </p:nvCxnSpPr>
          <p:spPr>
            <a:xfrm flipH="1">
              <a:off x="2904480" y="4773960"/>
              <a:ext cx="3055320" cy="653760"/>
            </a:xfrm>
            <a:prstGeom prst="straightConnector1">
              <a:avLst/>
            </a:prstGeom>
            <a:ln>
              <a:solidFill>
                <a:srgbClr val="ffffff">
                  <a:lumMod val="65000"/>
                </a:srgbClr>
              </a:solidFill>
            </a:ln>
          </p:spPr>
        </p:cxnSp>
        <p:cxnSp>
          <p:nvCxnSpPr>
            <p:cNvPr id="1383" name="Straight Connector 274"/>
            <p:cNvCxnSpPr/>
            <p:nvPr/>
          </p:nvCxnSpPr>
          <p:spPr>
            <a:xfrm flipH="1">
              <a:off x="2904480" y="4952160"/>
              <a:ext cx="3055320" cy="475560"/>
            </a:xfrm>
            <a:prstGeom prst="straightConnector1">
              <a:avLst/>
            </a:prstGeom>
            <a:ln>
              <a:solidFill>
                <a:srgbClr val="ffffff">
                  <a:lumMod val="65000"/>
                </a:srgbClr>
              </a:solidFill>
            </a:ln>
          </p:spPr>
        </p:cxnSp>
        <p:cxnSp>
          <p:nvCxnSpPr>
            <p:cNvPr id="1384" name="Straight Connector 275"/>
            <p:cNvCxnSpPr/>
            <p:nvPr/>
          </p:nvCxnSpPr>
          <p:spPr>
            <a:xfrm flipH="1">
              <a:off x="2904480" y="5130000"/>
              <a:ext cx="3055320" cy="297720"/>
            </a:xfrm>
            <a:prstGeom prst="straightConnector1">
              <a:avLst/>
            </a:prstGeom>
            <a:ln>
              <a:solidFill>
                <a:srgbClr val="ffffff">
                  <a:lumMod val="65000"/>
                </a:srgbClr>
              </a:solidFill>
            </a:ln>
          </p:spPr>
        </p:cxnSp>
        <p:cxnSp>
          <p:nvCxnSpPr>
            <p:cNvPr id="1385" name="Straight Connector 276"/>
            <p:cNvCxnSpPr/>
            <p:nvPr/>
          </p:nvCxnSpPr>
          <p:spPr>
            <a:xfrm flipH="1">
              <a:off x="2904480" y="5308200"/>
              <a:ext cx="3055320" cy="119520"/>
            </a:xfrm>
            <a:prstGeom prst="straightConnector1">
              <a:avLst/>
            </a:prstGeom>
            <a:ln>
              <a:solidFill>
                <a:srgbClr val="ffffff">
                  <a:lumMod val="65000"/>
                </a:srgbClr>
              </a:solidFill>
            </a:ln>
          </p:spPr>
        </p:cxnSp>
        <p:cxnSp>
          <p:nvCxnSpPr>
            <p:cNvPr id="1386" name="Straight Connector 277"/>
            <p:cNvCxnSpPr/>
            <p:nvPr/>
          </p:nvCxnSpPr>
          <p:spPr>
            <a:xfrm flipH="1" flipV="1">
              <a:off x="2904480" y="5427360"/>
              <a:ext cx="3055320" cy="59400"/>
            </a:xfrm>
            <a:prstGeom prst="straightConnector1">
              <a:avLst/>
            </a:prstGeom>
            <a:ln>
              <a:solidFill>
                <a:srgbClr val="ffffff">
                  <a:lumMod val="65000"/>
                </a:srgbClr>
              </a:solidFill>
            </a:ln>
          </p:spPr>
        </p:cxnSp>
        <p:cxnSp>
          <p:nvCxnSpPr>
            <p:cNvPr id="1387" name="Straight Connector 278"/>
            <p:cNvCxnSpPr/>
            <p:nvPr/>
          </p:nvCxnSpPr>
          <p:spPr>
            <a:xfrm flipH="1" flipV="1">
              <a:off x="2904480" y="5427360"/>
              <a:ext cx="3055320" cy="237240"/>
            </a:xfrm>
            <a:prstGeom prst="straightConnector1">
              <a:avLst/>
            </a:prstGeom>
            <a:ln>
              <a:solidFill>
                <a:srgbClr val="ffffff">
                  <a:lumMod val="65000"/>
                </a:srgbClr>
              </a:solidFill>
            </a:ln>
          </p:spPr>
        </p:cxnSp>
        <p:cxnSp>
          <p:nvCxnSpPr>
            <p:cNvPr id="1388" name="Straight Connector 279"/>
            <p:cNvCxnSpPr/>
            <p:nvPr/>
          </p:nvCxnSpPr>
          <p:spPr>
            <a:xfrm flipH="1" flipV="1">
              <a:off x="2904480" y="5427360"/>
              <a:ext cx="3055320" cy="415440"/>
            </a:xfrm>
            <a:prstGeom prst="straightConnector1">
              <a:avLst/>
            </a:prstGeom>
            <a:ln>
              <a:solidFill>
                <a:srgbClr val="ffffff">
                  <a:lumMod val="65000"/>
                </a:srgbClr>
              </a:solidFill>
            </a:ln>
          </p:spPr>
        </p:cxnSp>
        <p:cxnSp>
          <p:nvCxnSpPr>
            <p:cNvPr id="1389" name="Straight Connector 280"/>
            <p:cNvCxnSpPr/>
            <p:nvPr/>
          </p:nvCxnSpPr>
          <p:spPr>
            <a:xfrm flipH="1" flipV="1">
              <a:off x="2904480" y="5427360"/>
              <a:ext cx="3055320" cy="593280"/>
            </a:xfrm>
            <a:prstGeom prst="straightConnector1">
              <a:avLst/>
            </a:prstGeom>
            <a:ln>
              <a:solidFill>
                <a:srgbClr val="ffffff">
                  <a:lumMod val="65000"/>
                </a:srgbClr>
              </a:solidFill>
            </a:ln>
          </p:spPr>
        </p:cxnSp>
        <p:cxnSp>
          <p:nvCxnSpPr>
            <p:cNvPr id="1390" name="Straight Connector 281"/>
            <p:cNvCxnSpPr/>
            <p:nvPr/>
          </p:nvCxnSpPr>
          <p:spPr>
            <a:xfrm flipH="1">
              <a:off x="2904480" y="1925280"/>
              <a:ext cx="3055320" cy="3903840"/>
            </a:xfrm>
            <a:prstGeom prst="straightConnector1">
              <a:avLst/>
            </a:prstGeom>
            <a:ln>
              <a:solidFill>
                <a:srgbClr val="ffffff">
                  <a:lumMod val="65000"/>
                </a:srgbClr>
              </a:solidFill>
            </a:ln>
          </p:spPr>
        </p:cxnSp>
        <p:cxnSp>
          <p:nvCxnSpPr>
            <p:cNvPr id="1391" name="Straight Connector 282"/>
            <p:cNvCxnSpPr/>
            <p:nvPr/>
          </p:nvCxnSpPr>
          <p:spPr>
            <a:xfrm flipH="1">
              <a:off x="2904480" y="2103480"/>
              <a:ext cx="3055320" cy="3725640"/>
            </a:xfrm>
            <a:prstGeom prst="straightConnector1">
              <a:avLst/>
            </a:prstGeom>
            <a:ln>
              <a:solidFill>
                <a:srgbClr val="ffffff">
                  <a:lumMod val="65000"/>
                </a:srgbClr>
              </a:solidFill>
            </a:ln>
          </p:spPr>
        </p:cxnSp>
        <p:cxnSp>
          <p:nvCxnSpPr>
            <p:cNvPr id="1392" name="Straight Connector 283"/>
            <p:cNvCxnSpPr/>
            <p:nvPr/>
          </p:nvCxnSpPr>
          <p:spPr>
            <a:xfrm flipH="1">
              <a:off x="2904480" y="2281320"/>
              <a:ext cx="3055320" cy="3547800"/>
            </a:xfrm>
            <a:prstGeom prst="straightConnector1">
              <a:avLst/>
            </a:prstGeom>
            <a:ln>
              <a:solidFill>
                <a:srgbClr val="ffffff">
                  <a:lumMod val="65000"/>
                </a:srgbClr>
              </a:solidFill>
            </a:ln>
          </p:spPr>
        </p:cxnSp>
        <p:cxnSp>
          <p:nvCxnSpPr>
            <p:cNvPr id="1393" name="Straight Connector 284"/>
            <p:cNvCxnSpPr/>
            <p:nvPr/>
          </p:nvCxnSpPr>
          <p:spPr>
            <a:xfrm flipH="1">
              <a:off x="2904480" y="2459520"/>
              <a:ext cx="3055320" cy="3369600"/>
            </a:xfrm>
            <a:prstGeom prst="straightConnector1">
              <a:avLst/>
            </a:prstGeom>
            <a:ln>
              <a:solidFill>
                <a:srgbClr val="ffffff">
                  <a:lumMod val="65000"/>
                </a:srgbClr>
              </a:solidFill>
            </a:ln>
          </p:spPr>
        </p:cxnSp>
        <p:cxnSp>
          <p:nvCxnSpPr>
            <p:cNvPr id="1394" name="Straight Connector 285"/>
            <p:cNvCxnSpPr/>
            <p:nvPr/>
          </p:nvCxnSpPr>
          <p:spPr>
            <a:xfrm flipH="1">
              <a:off x="2904480" y="2637360"/>
              <a:ext cx="3055320" cy="3191760"/>
            </a:xfrm>
            <a:prstGeom prst="straightConnector1">
              <a:avLst/>
            </a:prstGeom>
            <a:ln>
              <a:solidFill>
                <a:srgbClr val="ffffff">
                  <a:lumMod val="65000"/>
                </a:srgbClr>
              </a:solidFill>
            </a:ln>
          </p:spPr>
        </p:cxnSp>
        <p:cxnSp>
          <p:nvCxnSpPr>
            <p:cNvPr id="1395" name="Straight Connector 286"/>
            <p:cNvCxnSpPr/>
            <p:nvPr/>
          </p:nvCxnSpPr>
          <p:spPr>
            <a:xfrm flipH="1">
              <a:off x="2904480" y="2815560"/>
              <a:ext cx="3055320" cy="3013560"/>
            </a:xfrm>
            <a:prstGeom prst="straightConnector1">
              <a:avLst/>
            </a:prstGeom>
            <a:ln>
              <a:solidFill>
                <a:srgbClr val="ffffff">
                  <a:lumMod val="65000"/>
                </a:srgbClr>
              </a:solidFill>
            </a:ln>
          </p:spPr>
        </p:cxnSp>
        <p:cxnSp>
          <p:nvCxnSpPr>
            <p:cNvPr id="1396" name="Straight Connector 287"/>
            <p:cNvCxnSpPr/>
            <p:nvPr/>
          </p:nvCxnSpPr>
          <p:spPr>
            <a:xfrm flipH="1">
              <a:off x="2904480" y="2993760"/>
              <a:ext cx="3055320" cy="2835360"/>
            </a:xfrm>
            <a:prstGeom prst="straightConnector1">
              <a:avLst/>
            </a:prstGeom>
            <a:ln>
              <a:solidFill>
                <a:srgbClr val="ffffff">
                  <a:lumMod val="65000"/>
                </a:srgbClr>
              </a:solidFill>
            </a:ln>
          </p:spPr>
        </p:cxnSp>
        <p:cxnSp>
          <p:nvCxnSpPr>
            <p:cNvPr id="1397" name="Straight Connector 288"/>
            <p:cNvCxnSpPr/>
            <p:nvPr/>
          </p:nvCxnSpPr>
          <p:spPr>
            <a:xfrm flipH="1">
              <a:off x="2904480" y="3171600"/>
              <a:ext cx="3055320" cy="2657520"/>
            </a:xfrm>
            <a:prstGeom prst="straightConnector1">
              <a:avLst/>
            </a:prstGeom>
            <a:ln>
              <a:solidFill>
                <a:srgbClr val="ffffff">
                  <a:lumMod val="65000"/>
                </a:srgbClr>
              </a:solidFill>
            </a:ln>
          </p:spPr>
        </p:cxnSp>
        <p:cxnSp>
          <p:nvCxnSpPr>
            <p:cNvPr id="1398" name="Straight Connector 289"/>
            <p:cNvCxnSpPr/>
            <p:nvPr/>
          </p:nvCxnSpPr>
          <p:spPr>
            <a:xfrm flipH="1">
              <a:off x="2904480" y="3349800"/>
              <a:ext cx="3055320" cy="2479320"/>
            </a:xfrm>
            <a:prstGeom prst="straightConnector1">
              <a:avLst/>
            </a:prstGeom>
            <a:ln>
              <a:solidFill>
                <a:srgbClr val="ffffff">
                  <a:lumMod val="65000"/>
                </a:srgbClr>
              </a:solidFill>
            </a:ln>
          </p:spPr>
        </p:cxnSp>
        <p:cxnSp>
          <p:nvCxnSpPr>
            <p:cNvPr id="1399" name="Straight Connector 290"/>
            <p:cNvCxnSpPr/>
            <p:nvPr/>
          </p:nvCxnSpPr>
          <p:spPr>
            <a:xfrm flipH="1">
              <a:off x="2904480" y="3527640"/>
              <a:ext cx="3055320" cy="2301480"/>
            </a:xfrm>
            <a:prstGeom prst="straightConnector1">
              <a:avLst/>
            </a:prstGeom>
            <a:ln>
              <a:solidFill>
                <a:srgbClr val="ffffff">
                  <a:lumMod val="65000"/>
                </a:srgbClr>
              </a:solidFill>
            </a:ln>
          </p:spPr>
        </p:cxnSp>
        <p:cxnSp>
          <p:nvCxnSpPr>
            <p:cNvPr id="1400" name="Straight Connector 291"/>
            <p:cNvCxnSpPr/>
            <p:nvPr/>
          </p:nvCxnSpPr>
          <p:spPr>
            <a:xfrm flipH="1">
              <a:off x="2904480" y="3705840"/>
              <a:ext cx="3055320" cy="2123280"/>
            </a:xfrm>
            <a:prstGeom prst="straightConnector1">
              <a:avLst/>
            </a:prstGeom>
            <a:ln>
              <a:solidFill>
                <a:srgbClr val="ffffff">
                  <a:lumMod val="65000"/>
                </a:srgbClr>
              </a:solidFill>
            </a:ln>
          </p:spPr>
        </p:cxnSp>
        <p:cxnSp>
          <p:nvCxnSpPr>
            <p:cNvPr id="1401" name="Straight Connector 292"/>
            <p:cNvCxnSpPr/>
            <p:nvPr/>
          </p:nvCxnSpPr>
          <p:spPr>
            <a:xfrm flipH="1">
              <a:off x="2904480" y="3883680"/>
              <a:ext cx="3055320" cy="1945440"/>
            </a:xfrm>
            <a:prstGeom prst="straightConnector1">
              <a:avLst/>
            </a:prstGeom>
            <a:ln>
              <a:solidFill>
                <a:srgbClr val="ffffff">
                  <a:lumMod val="65000"/>
                </a:srgbClr>
              </a:solidFill>
            </a:ln>
          </p:spPr>
        </p:cxnSp>
        <p:cxnSp>
          <p:nvCxnSpPr>
            <p:cNvPr id="1402" name="Straight Connector 293"/>
            <p:cNvCxnSpPr/>
            <p:nvPr/>
          </p:nvCxnSpPr>
          <p:spPr>
            <a:xfrm flipH="1">
              <a:off x="2904480" y="4061880"/>
              <a:ext cx="3055320" cy="1767240"/>
            </a:xfrm>
            <a:prstGeom prst="straightConnector1">
              <a:avLst/>
            </a:prstGeom>
            <a:ln>
              <a:solidFill>
                <a:srgbClr val="ffffff">
                  <a:lumMod val="65000"/>
                </a:srgbClr>
              </a:solidFill>
            </a:ln>
          </p:spPr>
        </p:cxnSp>
        <p:cxnSp>
          <p:nvCxnSpPr>
            <p:cNvPr id="1403" name="Straight Connector 294"/>
            <p:cNvCxnSpPr/>
            <p:nvPr/>
          </p:nvCxnSpPr>
          <p:spPr>
            <a:xfrm flipH="1">
              <a:off x="2904480" y="4240080"/>
              <a:ext cx="3055320" cy="1589040"/>
            </a:xfrm>
            <a:prstGeom prst="straightConnector1">
              <a:avLst/>
            </a:prstGeom>
            <a:ln>
              <a:solidFill>
                <a:srgbClr val="ffffff">
                  <a:lumMod val="65000"/>
                </a:srgbClr>
              </a:solidFill>
            </a:ln>
          </p:spPr>
        </p:cxnSp>
        <p:cxnSp>
          <p:nvCxnSpPr>
            <p:cNvPr id="1404" name="Straight Connector 295"/>
            <p:cNvCxnSpPr/>
            <p:nvPr/>
          </p:nvCxnSpPr>
          <p:spPr>
            <a:xfrm flipH="1">
              <a:off x="2904480" y="4417920"/>
              <a:ext cx="3055320" cy="1411200"/>
            </a:xfrm>
            <a:prstGeom prst="straightConnector1">
              <a:avLst/>
            </a:prstGeom>
            <a:ln>
              <a:solidFill>
                <a:srgbClr val="ffffff">
                  <a:lumMod val="65000"/>
                </a:srgbClr>
              </a:solidFill>
            </a:ln>
          </p:spPr>
        </p:cxnSp>
        <p:cxnSp>
          <p:nvCxnSpPr>
            <p:cNvPr id="1405" name="Straight Connector 296"/>
            <p:cNvCxnSpPr/>
            <p:nvPr/>
          </p:nvCxnSpPr>
          <p:spPr>
            <a:xfrm flipH="1">
              <a:off x="2904480" y="4596120"/>
              <a:ext cx="3055320" cy="1233000"/>
            </a:xfrm>
            <a:prstGeom prst="straightConnector1">
              <a:avLst/>
            </a:prstGeom>
            <a:ln>
              <a:solidFill>
                <a:srgbClr val="ffffff">
                  <a:lumMod val="65000"/>
                </a:srgbClr>
              </a:solidFill>
            </a:ln>
          </p:spPr>
        </p:cxnSp>
        <p:cxnSp>
          <p:nvCxnSpPr>
            <p:cNvPr id="1406" name="Straight Connector 297"/>
            <p:cNvCxnSpPr/>
            <p:nvPr/>
          </p:nvCxnSpPr>
          <p:spPr>
            <a:xfrm flipH="1">
              <a:off x="2904480" y="4773960"/>
              <a:ext cx="3055320" cy="1055160"/>
            </a:xfrm>
            <a:prstGeom prst="straightConnector1">
              <a:avLst/>
            </a:prstGeom>
            <a:ln>
              <a:solidFill>
                <a:srgbClr val="ffffff">
                  <a:lumMod val="65000"/>
                </a:srgbClr>
              </a:solidFill>
            </a:ln>
          </p:spPr>
        </p:cxnSp>
        <p:cxnSp>
          <p:nvCxnSpPr>
            <p:cNvPr id="1407" name="Straight Connector 298"/>
            <p:cNvCxnSpPr/>
            <p:nvPr/>
          </p:nvCxnSpPr>
          <p:spPr>
            <a:xfrm flipH="1">
              <a:off x="2904480" y="4952160"/>
              <a:ext cx="3055320" cy="876960"/>
            </a:xfrm>
            <a:prstGeom prst="straightConnector1">
              <a:avLst/>
            </a:prstGeom>
            <a:ln>
              <a:solidFill>
                <a:srgbClr val="ffffff">
                  <a:lumMod val="65000"/>
                </a:srgbClr>
              </a:solidFill>
            </a:ln>
          </p:spPr>
        </p:cxnSp>
        <p:cxnSp>
          <p:nvCxnSpPr>
            <p:cNvPr id="1408" name="Straight Connector 299"/>
            <p:cNvCxnSpPr/>
            <p:nvPr/>
          </p:nvCxnSpPr>
          <p:spPr>
            <a:xfrm flipH="1">
              <a:off x="2904480" y="5130000"/>
              <a:ext cx="3055320" cy="699120"/>
            </a:xfrm>
            <a:prstGeom prst="straightConnector1">
              <a:avLst/>
            </a:prstGeom>
            <a:ln>
              <a:solidFill>
                <a:srgbClr val="ffffff">
                  <a:lumMod val="65000"/>
                </a:srgbClr>
              </a:solidFill>
            </a:ln>
          </p:spPr>
        </p:cxnSp>
        <p:cxnSp>
          <p:nvCxnSpPr>
            <p:cNvPr id="1409" name="Straight Connector 300"/>
            <p:cNvCxnSpPr/>
            <p:nvPr/>
          </p:nvCxnSpPr>
          <p:spPr>
            <a:xfrm flipH="1">
              <a:off x="2904480" y="5308200"/>
              <a:ext cx="3055320" cy="520920"/>
            </a:xfrm>
            <a:prstGeom prst="straightConnector1">
              <a:avLst/>
            </a:prstGeom>
            <a:ln>
              <a:solidFill>
                <a:srgbClr val="ffffff">
                  <a:lumMod val="65000"/>
                </a:srgbClr>
              </a:solidFill>
            </a:ln>
          </p:spPr>
        </p:cxnSp>
        <p:cxnSp>
          <p:nvCxnSpPr>
            <p:cNvPr id="1410" name="Straight Connector 301"/>
            <p:cNvCxnSpPr/>
            <p:nvPr/>
          </p:nvCxnSpPr>
          <p:spPr>
            <a:xfrm flipH="1">
              <a:off x="2904480" y="5486400"/>
              <a:ext cx="3055320" cy="342720"/>
            </a:xfrm>
            <a:prstGeom prst="straightConnector1">
              <a:avLst/>
            </a:prstGeom>
            <a:ln>
              <a:solidFill>
                <a:srgbClr val="ffffff">
                  <a:lumMod val="65000"/>
                </a:srgbClr>
              </a:solidFill>
            </a:ln>
          </p:spPr>
        </p:cxnSp>
        <p:cxnSp>
          <p:nvCxnSpPr>
            <p:cNvPr id="1411" name="Straight Connector 302"/>
            <p:cNvCxnSpPr/>
            <p:nvPr/>
          </p:nvCxnSpPr>
          <p:spPr>
            <a:xfrm flipH="1">
              <a:off x="2904480" y="5664240"/>
              <a:ext cx="3055320" cy="164880"/>
            </a:xfrm>
            <a:prstGeom prst="straightConnector1">
              <a:avLst/>
            </a:prstGeom>
            <a:ln>
              <a:solidFill>
                <a:srgbClr val="ffffff">
                  <a:lumMod val="65000"/>
                </a:srgbClr>
              </a:solidFill>
            </a:ln>
          </p:spPr>
        </p:cxnSp>
        <p:cxnSp>
          <p:nvCxnSpPr>
            <p:cNvPr id="1412" name="Straight Connector 303"/>
            <p:cNvCxnSpPr/>
            <p:nvPr/>
          </p:nvCxnSpPr>
          <p:spPr>
            <a:xfrm flipH="1" flipV="1">
              <a:off x="2904480" y="5828760"/>
              <a:ext cx="3055320" cy="14040"/>
            </a:xfrm>
            <a:prstGeom prst="straightConnector1">
              <a:avLst/>
            </a:prstGeom>
            <a:ln>
              <a:solidFill>
                <a:srgbClr val="ffffff">
                  <a:lumMod val="65000"/>
                </a:srgbClr>
              </a:solidFill>
            </a:ln>
          </p:spPr>
        </p:cxnSp>
        <p:cxnSp>
          <p:nvCxnSpPr>
            <p:cNvPr id="1413" name="Straight Connector 304"/>
            <p:cNvCxnSpPr/>
            <p:nvPr/>
          </p:nvCxnSpPr>
          <p:spPr>
            <a:xfrm flipH="1" flipV="1">
              <a:off x="2904480" y="5828760"/>
              <a:ext cx="3055320" cy="191880"/>
            </a:xfrm>
            <a:prstGeom prst="straightConnector1">
              <a:avLst/>
            </a:prstGeom>
            <a:ln>
              <a:solidFill>
                <a:srgbClr val="ffffff">
                  <a:lumMod val="65000"/>
                </a:srgbClr>
              </a:solidFill>
            </a:ln>
          </p:spPr>
        </p:cxnSp>
      </p:grpSp>
      <p:sp>
        <p:nvSpPr>
          <p:cNvPr id="141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layers</a:t>
            </a:r>
            <a:endParaRPr b="0" lang="en-US" sz="4400" spc="-1" strike="noStrike">
              <a:solidFill>
                <a:schemeClr val="dk1"/>
              </a:solidFill>
              <a:latin typeface="Calibri"/>
            </a:endParaRPr>
          </a:p>
        </p:txBody>
      </p:sp>
      <p:grpSp>
        <p:nvGrpSpPr>
          <p:cNvPr id="1415" name="Group 2"/>
          <p:cNvGrpSpPr/>
          <p:nvPr/>
        </p:nvGrpSpPr>
        <p:grpSpPr>
          <a:xfrm>
            <a:off x="5963040" y="1780920"/>
            <a:ext cx="278640" cy="4373640"/>
            <a:chOff x="5963040" y="1780920"/>
            <a:chExt cx="278640" cy="4373640"/>
          </a:xfrm>
        </p:grpSpPr>
        <p:sp>
          <p:nvSpPr>
            <p:cNvPr id="1416" name="Oval 3"/>
            <p:cNvSpPr/>
            <p:nvPr/>
          </p:nvSpPr>
          <p:spPr>
            <a:xfrm>
              <a:off x="5963040" y="1780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17" name="Oval 4"/>
            <p:cNvSpPr/>
            <p:nvPr/>
          </p:nvSpPr>
          <p:spPr>
            <a:xfrm>
              <a:off x="5963040" y="1958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18" name="Oval 5"/>
            <p:cNvSpPr/>
            <p:nvPr/>
          </p:nvSpPr>
          <p:spPr>
            <a:xfrm>
              <a:off x="5963040" y="21369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19" name="Oval 6"/>
            <p:cNvSpPr/>
            <p:nvPr/>
          </p:nvSpPr>
          <p:spPr>
            <a:xfrm>
              <a:off x="5963040" y="23151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0" name="Oval 7"/>
            <p:cNvSpPr/>
            <p:nvPr/>
          </p:nvSpPr>
          <p:spPr>
            <a:xfrm>
              <a:off x="5963040" y="24930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1" name="Oval 8"/>
            <p:cNvSpPr/>
            <p:nvPr/>
          </p:nvSpPr>
          <p:spPr>
            <a:xfrm>
              <a:off x="5963040" y="2671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2" name="Oval 9"/>
            <p:cNvSpPr/>
            <p:nvPr/>
          </p:nvSpPr>
          <p:spPr>
            <a:xfrm>
              <a:off x="5963040" y="2849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3" name="Oval 10"/>
            <p:cNvSpPr/>
            <p:nvPr/>
          </p:nvSpPr>
          <p:spPr>
            <a:xfrm>
              <a:off x="5963040" y="30272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4" name="Oval 11"/>
            <p:cNvSpPr/>
            <p:nvPr/>
          </p:nvSpPr>
          <p:spPr>
            <a:xfrm>
              <a:off x="5963040" y="3205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5" name="Oval 12"/>
            <p:cNvSpPr/>
            <p:nvPr/>
          </p:nvSpPr>
          <p:spPr>
            <a:xfrm>
              <a:off x="5963040" y="33832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6" name="Oval 13"/>
            <p:cNvSpPr/>
            <p:nvPr/>
          </p:nvSpPr>
          <p:spPr>
            <a:xfrm>
              <a:off x="5963040" y="3561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7" name="Oval 14"/>
            <p:cNvSpPr/>
            <p:nvPr/>
          </p:nvSpPr>
          <p:spPr>
            <a:xfrm>
              <a:off x="5963040" y="37393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8" name="Oval 15"/>
            <p:cNvSpPr/>
            <p:nvPr/>
          </p:nvSpPr>
          <p:spPr>
            <a:xfrm>
              <a:off x="5963040" y="3917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29" name="Oval 16"/>
            <p:cNvSpPr/>
            <p:nvPr/>
          </p:nvSpPr>
          <p:spPr>
            <a:xfrm>
              <a:off x="5963040" y="4095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0" name="Oval 17"/>
            <p:cNvSpPr/>
            <p:nvPr/>
          </p:nvSpPr>
          <p:spPr>
            <a:xfrm>
              <a:off x="5963040" y="42735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1" name="Oval 18"/>
            <p:cNvSpPr/>
            <p:nvPr/>
          </p:nvSpPr>
          <p:spPr>
            <a:xfrm>
              <a:off x="5963040" y="44514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2" name="Oval 19"/>
            <p:cNvSpPr/>
            <p:nvPr/>
          </p:nvSpPr>
          <p:spPr>
            <a:xfrm>
              <a:off x="5963040" y="46296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3" name="Oval 20"/>
            <p:cNvSpPr/>
            <p:nvPr/>
          </p:nvSpPr>
          <p:spPr>
            <a:xfrm>
              <a:off x="5963040" y="4807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4" name="Oval 21"/>
            <p:cNvSpPr/>
            <p:nvPr/>
          </p:nvSpPr>
          <p:spPr>
            <a:xfrm>
              <a:off x="5963040" y="49856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5" name="Oval 22"/>
            <p:cNvSpPr/>
            <p:nvPr/>
          </p:nvSpPr>
          <p:spPr>
            <a:xfrm>
              <a:off x="5963040" y="5163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6" name="Oval 23"/>
            <p:cNvSpPr/>
            <p:nvPr/>
          </p:nvSpPr>
          <p:spPr>
            <a:xfrm>
              <a:off x="5963040" y="5341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7" name="Oval 24"/>
            <p:cNvSpPr/>
            <p:nvPr/>
          </p:nvSpPr>
          <p:spPr>
            <a:xfrm>
              <a:off x="5963040" y="551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8" name="Oval 25"/>
            <p:cNvSpPr/>
            <p:nvPr/>
          </p:nvSpPr>
          <p:spPr>
            <a:xfrm>
              <a:off x="5963040" y="5697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39" name="Oval 26"/>
            <p:cNvSpPr/>
            <p:nvPr/>
          </p:nvSpPr>
          <p:spPr>
            <a:xfrm>
              <a:off x="5963040" y="58759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1440" name="Group 27"/>
          <p:cNvGrpSpPr/>
          <p:nvPr/>
        </p:nvGrpSpPr>
        <p:grpSpPr>
          <a:xfrm>
            <a:off x="9293400" y="2083680"/>
            <a:ext cx="278640" cy="3885480"/>
            <a:chOff x="9293400" y="2083680"/>
            <a:chExt cx="278640" cy="3885480"/>
          </a:xfrm>
        </p:grpSpPr>
        <p:sp>
          <p:nvSpPr>
            <p:cNvPr id="1441" name="Oval 28"/>
            <p:cNvSpPr/>
            <p:nvPr/>
          </p:nvSpPr>
          <p:spPr>
            <a:xfrm>
              <a:off x="9293400" y="20836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2" name="Oval 29"/>
            <p:cNvSpPr/>
            <p:nvPr/>
          </p:nvSpPr>
          <p:spPr>
            <a:xfrm>
              <a:off x="9293400" y="24843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3" name="Oval 30"/>
            <p:cNvSpPr/>
            <p:nvPr/>
          </p:nvSpPr>
          <p:spPr>
            <a:xfrm>
              <a:off x="9293400" y="2885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4" name="Oval 31"/>
            <p:cNvSpPr/>
            <p:nvPr/>
          </p:nvSpPr>
          <p:spPr>
            <a:xfrm>
              <a:off x="9293400" y="32860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5" name="Oval 32"/>
            <p:cNvSpPr/>
            <p:nvPr/>
          </p:nvSpPr>
          <p:spPr>
            <a:xfrm>
              <a:off x="9293400" y="3686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6" name="Oval 33"/>
            <p:cNvSpPr/>
            <p:nvPr/>
          </p:nvSpPr>
          <p:spPr>
            <a:xfrm>
              <a:off x="9293400" y="4087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7" name="Oval 34"/>
            <p:cNvSpPr/>
            <p:nvPr/>
          </p:nvSpPr>
          <p:spPr>
            <a:xfrm>
              <a:off x="9293400" y="4488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8" name="Oval 35"/>
            <p:cNvSpPr/>
            <p:nvPr/>
          </p:nvSpPr>
          <p:spPr>
            <a:xfrm>
              <a:off x="9293400" y="4888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49" name="Oval 36"/>
            <p:cNvSpPr/>
            <p:nvPr/>
          </p:nvSpPr>
          <p:spPr>
            <a:xfrm>
              <a:off x="9293400" y="52898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0" name="Oval 37"/>
            <p:cNvSpPr/>
            <p:nvPr/>
          </p:nvSpPr>
          <p:spPr>
            <a:xfrm>
              <a:off x="9293400" y="5690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grpSp>
        <p:nvGrpSpPr>
          <p:cNvPr id="1451" name="Group 38"/>
          <p:cNvGrpSpPr/>
          <p:nvPr/>
        </p:nvGrpSpPr>
        <p:grpSpPr>
          <a:xfrm>
            <a:off x="2622600" y="2093040"/>
            <a:ext cx="278640" cy="3885480"/>
            <a:chOff x="2622600" y="2093040"/>
            <a:chExt cx="278640" cy="3885480"/>
          </a:xfrm>
        </p:grpSpPr>
        <p:sp>
          <p:nvSpPr>
            <p:cNvPr id="1452" name="Oval 39"/>
            <p:cNvSpPr/>
            <p:nvPr/>
          </p:nvSpPr>
          <p:spPr>
            <a:xfrm flipH="1">
              <a:off x="2622600" y="20930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3" name="Oval 40"/>
            <p:cNvSpPr/>
            <p:nvPr/>
          </p:nvSpPr>
          <p:spPr>
            <a:xfrm flipH="1">
              <a:off x="2622600" y="24937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4" name="Oval 41"/>
            <p:cNvSpPr/>
            <p:nvPr/>
          </p:nvSpPr>
          <p:spPr>
            <a:xfrm flipH="1">
              <a:off x="2622600" y="289476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5" name="Oval 42"/>
            <p:cNvSpPr/>
            <p:nvPr/>
          </p:nvSpPr>
          <p:spPr>
            <a:xfrm flipH="1">
              <a:off x="2622600" y="329544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6" name="Oval 43"/>
            <p:cNvSpPr/>
            <p:nvPr/>
          </p:nvSpPr>
          <p:spPr>
            <a:xfrm flipH="1">
              <a:off x="2622600" y="36961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7" name="Oval 44"/>
            <p:cNvSpPr/>
            <p:nvPr/>
          </p:nvSpPr>
          <p:spPr>
            <a:xfrm flipH="1">
              <a:off x="2622600" y="40968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8" name="Oval 45"/>
            <p:cNvSpPr/>
            <p:nvPr/>
          </p:nvSpPr>
          <p:spPr>
            <a:xfrm flipH="1">
              <a:off x="2622600" y="44974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59" name="Oval 46"/>
            <p:cNvSpPr/>
            <p:nvPr/>
          </p:nvSpPr>
          <p:spPr>
            <a:xfrm flipH="1">
              <a:off x="2622600" y="489852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60" name="Oval 47"/>
            <p:cNvSpPr/>
            <p:nvPr/>
          </p:nvSpPr>
          <p:spPr>
            <a:xfrm flipH="1">
              <a:off x="2622600" y="529920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461" name="Oval 48"/>
            <p:cNvSpPr/>
            <p:nvPr/>
          </p:nvSpPr>
          <p:spPr>
            <a:xfrm flipH="1">
              <a:off x="2622600" y="5699880"/>
              <a:ext cx="278640" cy="278640"/>
            </a:xfrm>
            <a:prstGeom prst="ellipse">
              <a:avLst/>
            </a:prstGeom>
            <a:solidFill>
              <a:srgbClr val="a5a5a5"/>
            </a:solidFill>
            <a:ln>
              <a:solidFill>
                <a:srgbClr val="7a7a7a"/>
              </a:solidFill>
            </a:ln>
          </p:spPr>
          <p:style>
            <a:lnRef idx="2">
              <a:schemeClr val="accent3">
                <a:shade val="50000"/>
              </a:schemeClr>
            </a:lnRef>
            <a:fillRef idx="1">
              <a:schemeClr val="accent3"/>
            </a:fillRef>
            <a:effectRef idx="0">
              <a:schemeClr val="accent3"/>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grpSp>
      <p:sp>
        <p:nvSpPr>
          <p:cNvPr id="1462" name="TextBox 49"/>
          <p:cNvSpPr/>
          <p:nvPr/>
        </p:nvSpPr>
        <p:spPr>
          <a:xfrm>
            <a:off x="1533600" y="386172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63" name="TextBox 50"/>
          <p:cNvSpPr/>
          <p:nvPr/>
        </p:nvSpPr>
        <p:spPr>
          <a:xfrm flipH="1">
            <a:off x="10657440" y="386172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64" name="TextBox 51"/>
          <p:cNvSpPr/>
          <p:nvPr/>
        </p:nvSpPr>
        <p:spPr>
          <a:xfrm>
            <a:off x="2568600" y="38588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65" name="TextBox 53"/>
          <p:cNvSpPr/>
          <p:nvPr/>
        </p:nvSpPr>
        <p:spPr>
          <a:xfrm>
            <a:off x="5911920" y="38588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66" name="TextBox 54"/>
          <p:cNvSpPr/>
          <p:nvPr/>
        </p:nvSpPr>
        <p:spPr>
          <a:xfrm>
            <a:off x="9265320" y="38588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467" name="Straight Connector 558"/>
          <p:cNvCxnSpPr>
            <a:stCxn id="1464" idx="1"/>
            <a:endCxn id="1462" idx="3"/>
          </p:cNvCxnSpPr>
          <p:nvPr/>
        </p:nvCxnSpPr>
        <p:spPr>
          <a:xfrm flipH="1" flipV="1">
            <a:off x="1901160" y="4046040"/>
            <a:ext cx="667800" cy="720"/>
          </a:xfrm>
          <a:prstGeom prst="straightConnector1">
            <a:avLst/>
          </a:prstGeom>
          <a:ln>
            <a:solidFill>
              <a:srgbClr val="ffffff">
                <a:lumMod val="65000"/>
              </a:srgbClr>
            </a:solidFill>
          </a:ln>
        </p:spPr>
      </p:cxnSp>
      <p:cxnSp>
        <p:nvCxnSpPr>
          <p:cNvPr id="1468" name="Straight Connector 561"/>
          <p:cNvCxnSpPr>
            <a:stCxn id="1465" idx="1"/>
            <a:endCxn id="1464" idx="3"/>
          </p:cNvCxnSpPr>
          <p:nvPr/>
        </p:nvCxnSpPr>
        <p:spPr>
          <a:xfrm flipH="1">
            <a:off x="2936160" y="4046400"/>
            <a:ext cx="2976120" cy="360"/>
          </a:xfrm>
          <a:prstGeom prst="straightConnector1">
            <a:avLst/>
          </a:prstGeom>
          <a:ln>
            <a:solidFill>
              <a:srgbClr val="ffffff">
                <a:lumMod val="65000"/>
              </a:srgbClr>
            </a:solidFill>
          </a:ln>
        </p:spPr>
      </p:cxnSp>
      <p:cxnSp>
        <p:nvCxnSpPr>
          <p:cNvPr id="1469" name="Straight Connector 562"/>
          <p:cNvCxnSpPr>
            <a:stCxn id="1466" idx="1"/>
            <a:endCxn id="1465" idx="3"/>
          </p:cNvCxnSpPr>
          <p:nvPr/>
        </p:nvCxnSpPr>
        <p:spPr>
          <a:xfrm flipH="1">
            <a:off x="6279480" y="4046400"/>
            <a:ext cx="2986200" cy="360"/>
          </a:xfrm>
          <a:prstGeom prst="straightConnector1">
            <a:avLst/>
          </a:prstGeom>
          <a:ln>
            <a:solidFill>
              <a:srgbClr val="ffffff">
                <a:lumMod val="65000"/>
              </a:srgbClr>
            </a:solidFill>
          </a:ln>
        </p:spPr>
      </p:cxnSp>
      <p:cxnSp>
        <p:nvCxnSpPr>
          <p:cNvPr id="1470" name="Straight Connector 563"/>
          <p:cNvCxnSpPr>
            <a:stCxn id="1463" idx="3"/>
            <a:endCxn id="1466" idx="3"/>
          </p:cNvCxnSpPr>
          <p:nvPr/>
        </p:nvCxnSpPr>
        <p:spPr>
          <a:xfrm flipH="1">
            <a:off x="9632880" y="4046040"/>
            <a:ext cx="1025280" cy="720"/>
          </a:xfrm>
          <a:prstGeom prst="straightConnector1">
            <a:avLst/>
          </a:prstGeom>
          <a:ln>
            <a:solidFill>
              <a:srgbClr val="ffffff">
                <a:lumMod val="65000"/>
              </a:srgbClr>
            </a:solidFill>
          </a:ln>
        </p:spPr>
      </p:cxnSp>
    </p:spTree>
  </p:cSld>
  <mc:AlternateContent>
    <mc:Choice Requires="p14">
      <p:transition spd="slow" p14:dur="2000"/>
    </mc:Choice>
    <mc:Fallback>
      <p:transition spd="slow"/>
    </mc:Fallback>
  </mc:AlternateContent>
  <p:timing>
    <p:tnLst>
      <p:par>
        <p:cTn id="2504" dur="indefinite" restart="never" nodeType="tmRoot">
          <p:childTnLst>
            <p:seq>
              <p:cTn id="2505" dur="indefinite" nodeType="mainSeq">
                <p:childTnLst>
                  <p:par>
                    <p:cTn id="2506" fill="hold">
                      <p:stCondLst>
                        <p:cond delay="indefinite"/>
                      </p:stCondLst>
                      <p:childTnLst>
                        <p:par>
                          <p:cTn id="2507" fill="hold">
                            <p:stCondLst>
                              <p:cond delay="0"/>
                            </p:stCondLst>
                            <p:childTnLst>
                              <p:par>
                                <p:cTn id="2508" nodeType="clickEffect" fill="hold" presetClass="exit" presetID="10">
                                  <p:stCondLst>
                                    <p:cond delay="0"/>
                                  </p:stCondLst>
                                  <p:childTnLst>
                                    <p:animEffect filter="fade" transition="out">
                                      <p:cBhvr additive="repl">
                                        <p:cTn id="2509" dur="500"/>
                                        <p:tgtEl>
                                          <p:spTgt spid="1451"/>
                                        </p:tgtEl>
                                      </p:cBhvr>
                                    </p:animEffect>
                                    <p:set>
                                      <p:cBhvr>
                                        <p:cTn id="2510" dur="1" fill="hold">
                                          <p:stCondLst>
                                            <p:cond delay="499"/>
                                          </p:stCondLst>
                                        </p:cTn>
                                        <p:tgtEl>
                                          <p:spTgt spid="1451"/>
                                        </p:tgtEl>
                                        <p:attrNameLst>
                                          <p:attrName>style.visibility</p:attrName>
                                        </p:attrNameLst>
                                      </p:cBhvr>
                                      <p:to>
                                        <p:strVal val="hidden"/>
                                      </p:to>
                                    </p:set>
                                  </p:childTnLst>
                                </p:cTn>
                              </p:par>
                              <p:par>
                                <p:cTn id="2511" nodeType="withEffect" fill="hold" presetClass="entr" presetID="10">
                                  <p:stCondLst>
                                    <p:cond delay="0"/>
                                  </p:stCondLst>
                                  <p:childTnLst>
                                    <p:set>
                                      <p:cBhvr>
                                        <p:cTn id="2512" dur="1" fill="hold">
                                          <p:stCondLst>
                                            <p:cond delay="0"/>
                                          </p:stCondLst>
                                        </p:cTn>
                                        <p:tgtEl>
                                          <p:spTgt spid="1464"/>
                                        </p:tgtEl>
                                        <p:attrNameLst>
                                          <p:attrName>style.visibility</p:attrName>
                                        </p:attrNameLst>
                                      </p:cBhvr>
                                      <p:to>
                                        <p:strVal val="visible"/>
                                      </p:to>
                                    </p:set>
                                    <p:animEffect filter="fade" transition="in">
                                      <p:cBhvr additive="repl">
                                        <p:cTn id="2513" dur="500"/>
                                        <p:tgtEl>
                                          <p:spTgt spid="1464"/>
                                        </p:tgtEl>
                                      </p:cBhvr>
                                    </p:animEffect>
                                  </p:childTnLst>
                                </p:cTn>
                              </p:par>
                            </p:childTnLst>
                          </p:cTn>
                        </p:par>
                        <p:par>
                          <p:cTn id="2514" fill="hold">
                            <p:stCondLst>
                              <p:cond delay="500"/>
                            </p:stCondLst>
                            <p:childTnLst>
                              <p:par>
                                <p:cTn id="2515" nodeType="afterEffect" fill="hold" presetClass="exit" presetID="10">
                                  <p:stCondLst>
                                    <p:cond delay="0"/>
                                  </p:stCondLst>
                                  <p:childTnLst>
                                    <p:animEffect filter="fade" transition="out">
                                      <p:cBhvr additive="repl">
                                        <p:cTn id="2516" dur="500"/>
                                        <p:tgtEl>
                                          <p:spTgt spid="910"/>
                                        </p:tgtEl>
                                      </p:cBhvr>
                                    </p:animEffect>
                                    <p:set>
                                      <p:cBhvr>
                                        <p:cTn id="2517" dur="1" fill="hold">
                                          <p:stCondLst>
                                            <p:cond delay="499"/>
                                          </p:stCondLst>
                                        </p:cTn>
                                        <p:tgtEl>
                                          <p:spTgt spid="910"/>
                                        </p:tgtEl>
                                        <p:attrNameLst>
                                          <p:attrName>style.visibility</p:attrName>
                                        </p:attrNameLst>
                                      </p:cBhvr>
                                      <p:to>
                                        <p:strVal val="hidden"/>
                                      </p:to>
                                    </p:set>
                                  </p:childTnLst>
                                </p:cTn>
                              </p:par>
                              <p:par>
                                <p:cTn id="2518" nodeType="withEffect" fill="hold" presetClass="entr" presetID="10">
                                  <p:stCondLst>
                                    <p:cond delay="0"/>
                                  </p:stCondLst>
                                  <p:childTnLst>
                                    <p:set>
                                      <p:cBhvr>
                                        <p:cTn id="2519" dur="1" fill="hold">
                                          <p:stCondLst>
                                            <p:cond delay="0"/>
                                          </p:stCondLst>
                                        </p:cTn>
                                        <p:tgtEl>
                                          <p:spTgt spid="1467"/>
                                        </p:tgtEl>
                                        <p:attrNameLst>
                                          <p:attrName>style.visibility</p:attrName>
                                        </p:attrNameLst>
                                      </p:cBhvr>
                                      <p:to>
                                        <p:strVal val="visible"/>
                                      </p:to>
                                    </p:set>
                                    <p:animEffect filter="fade" transition="in">
                                      <p:cBhvr additive="repl">
                                        <p:cTn id="2520" dur="500"/>
                                        <p:tgtEl>
                                          <p:spTgt spid="1467"/>
                                        </p:tgtEl>
                                      </p:cBhvr>
                                    </p:animEffect>
                                  </p:childTnLst>
                                </p:cTn>
                              </p:par>
                            </p:childTnLst>
                          </p:cTn>
                        </p:par>
                      </p:childTnLst>
                    </p:cTn>
                  </p:par>
                  <p:par>
                    <p:cTn id="2521" fill="hold">
                      <p:stCondLst>
                        <p:cond delay="indefinite"/>
                      </p:stCondLst>
                      <p:childTnLst>
                        <p:par>
                          <p:cTn id="2522" fill="hold">
                            <p:stCondLst>
                              <p:cond delay="0"/>
                            </p:stCondLst>
                            <p:childTnLst>
                              <p:par>
                                <p:cTn id="2523" nodeType="clickEffect" fill="hold" presetClass="exit" presetID="10">
                                  <p:stCondLst>
                                    <p:cond delay="0"/>
                                  </p:stCondLst>
                                  <p:childTnLst>
                                    <p:animEffect filter="fade" transition="out">
                                      <p:cBhvr additive="repl">
                                        <p:cTn id="2524" dur="500"/>
                                        <p:tgtEl>
                                          <p:spTgt spid="1415"/>
                                        </p:tgtEl>
                                      </p:cBhvr>
                                    </p:animEffect>
                                    <p:set>
                                      <p:cBhvr>
                                        <p:cTn id="2525" dur="1" fill="hold">
                                          <p:stCondLst>
                                            <p:cond delay="499"/>
                                          </p:stCondLst>
                                        </p:cTn>
                                        <p:tgtEl>
                                          <p:spTgt spid="1415"/>
                                        </p:tgtEl>
                                        <p:attrNameLst>
                                          <p:attrName>style.visibility</p:attrName>
                                        </p:attrNameLst>
                                      </p:cBhvr>
                                      <p:to>
                                        <p:strVal val="hidden"/>
                                      </p:to>
                                    </p:set>
                                  </p:childTnLst>
                                </p:cTn>
                              </p:par>
                              <p:par>
                                <p:cTn id="2526" nodeType="withEffect" fill="hold" presetClass="entr" presetID="10">
                                  <p:stCondLst>
                                    <p:cond delay="0"/>
                                  </p:stCondLst>
                                  <p:childTnLst>
                                    <p:set>
                                      <p:cBhvr>
                                        <p:cTn id="2527" dur="1" fill="hold">
                                          <p:stCondLst>
                                            <p:cond delay="0"/>
                                          </p:stCondLst>
                                        </p:cTn>
                                        <p:tgtEl>
                                          <p:spTgt spid="1465"/>
                                        </p:tgtEl>
                                        <p:attrNameLst>
                                          <p:attrName>style.visibility</p:attrName>
                                        </p:attrNameLst>
                                      </p:cBhvr>
                                      <p:to>
                                        <p:strVal val="visible"/>
                                      </p:to>
                                    </p:set>
                                    <p:animEffect filter="fade" transition="in">
                                      <p:cBhvr additive="repl">
                                        <p:cTn id="2528" dur="500"/>
                                        <p:tgtEl>
                                          <p:spTgt spid="1465"/>
                                        </p:tgtEl>
                                      </p:cBhvr>
                                    </p:animEffect>
                                  </p:childTnLst>
                                </p:cTn>
                              </p:par>
                            </p:childTnLst>
                          </p:cTn>
                        </p:par>
                        <p:par>
                          <p:cTn id="2529" fill="hold">
                            <p:stCondLst>
                              <p:cond delay="500"/>
                            </p:stCondLst>
                            <p:childTnLst>
                              <p:par>
                                <p:cTn id="2530" nodeType="afterEffect" fill="hold" presetClass="exit" presetID="10">
                                  <p:stCondLst>
                                    <p:cond delay="0"/>
                                  </p:stCondLst>
                                  <p:childTnLst>
                                    <p:animEffect filter="fade" transition="out">
                                      <p:cBhvr additive="repl">
                                        <p:cTn id="2531" dur="500"/>
                                        <p:tgtEl>
                                          <p:spTgt spid="1173"/>
                                        </p:tgtEl>
                                      </p:cBhvr>
                                    </p:animEffect>
                                    <p:set>
                                      <p:cBhvr>
                                        <p:cTn id="2532" dur="1" fill="hold">
                                          <p:stCondLst>
                                            <p:cond delay="499"/>
                                          </p:stCondLst>
                                        </p:cTn>
                                        <p:tgtEl>
                                          <p:spTgt spid="1173"/>
                                        </p:tgtEl>
                                        <p:attrNameLst>
                                          <p:attrName>style.visibility</p:attrName>
                                        </p:attrNameLst>
                                      </p:cBhvr>
                                      <p:to>
                                        <p:strVal val="hidden"/>
                                      </p:to>
                                    </p:set>
                                  </p:childTnLst>
                                </p:cTn>
                              </p:par>
                              <p:par>
                                <p:cTn id="2533" nodeType="withEffect" fill="hold" presetClass="entr" presetID="10">
                                  <p:stCondLst>
                                    <p:cond delay="0"/>
                                  </p:stCondLst>
                                  <p:childTnLst>
                                    <p:set>
                                      <p:cBhvr>
                                        <p:cTn id="2534" dur="1" fill="hold">
                                          <p:stCondLst>
                                            <p:cond delay="0"/>
                                          </p:stCondLst>
                                        </p:cTn>
                                        <p:tgtEl>
                                          <p:spTgt spid="1468"/>
                                        </p:tgtEl>
                                        <p:attrNameLst>
                                          <p:attrName>style.visibility</p:attrName>
                                        </p:attrNameLst>
                                      </p:cBhvr>
                                      <p:to>
                                        <p:strVal val="visible"/>
                                      </p:to>
                                    </p:set>
                                    <p:animEffect filter="fade" transition="in">
                                      <p:cBhvr additive="repl">
                                        <p:cTn id="2535" dur="500"/>
                                        <p:tgtEl>
                                          <p:spTgt spid="1468"/>
                                        </p:tgtEl>
                                      </p:cBhvr>
                                    </p:animEffect>
                                  </p:childTnLst>
                                </p:cTn>
                              </p:par>
                            </p:childTnLst>
                          </p:cTn>
                        </p:par>
                      </p:childTnLst>
                    </p:cTn>
                  </p:par>
                  <p:par>
                    <p:cTn id="2536" fill="hold">
                      <p:stCondLst>
                        <p:cond delay="indefinite"/>
                      </p:stCondLst>
                      <p:childTnLst>
                        <p:par>
                          <p:cTn id="2537" fill="hold">
                            <p:stCondLst>
                              <p:cond delay="0"/>
                            </p:stCondLst>
                            <p:childTnLst>
                              <p:par>
                                <p:cTn id="2538" nodeType="clickEffect" fill="hold" presetClass="exit" presetID="10">
                                  <p:stCondLst>
                                    <p:cond delay="0"/>
                                  </p:stCondLst>
                                  <p:childTnLst>
                                    <p:animEffect filter="fade" transition="out">
                                      <p:cBhvr additive="repl">
                                        <p:cTn id="2539" dur="500"/>
                                        <p:tgtEl>
                                          <p:spTgt spid="1440"/>
                                        </p:tgtEl>
                                      </p:cBhvr>
                                    </p:animEffect>
                                    <p:set>
                                      <p:cBhvr>
                                        <p:cTn id="2540" dur="1" fill="hold">
                                          <p:stCondLst>
                                            <p:cond delay="499"/>
                                          </p:stCondLst>
                                        </p:cTn>
                                        <p:tgtEl>
                                          <p:spTgt spid="1440"/>
                                        </p:tgtEl>
                                        <p:attrNameLst>
                                          <p:attrName>style.visibility</p:attrName>
                                        </p:attrNameLst>
                                      </p:cBhvr>
                                      <p:to>
                                        <p:strVal val="hidden"/>
                                      </p:to>
                                    </p:set>
                                  </p:childTnLst>
                                </p:cTn>
                              </p:par>
                              <p:par>
                                <p:cTn id="2541" nodeType="withEffect" fill="hold" presetClass="entr" presetID="10">
                                  <p:stCondLst>
                                    <p:cond delay="0"/>
                                  </p:stCondLst>
                                  <p:childTnLst>
                                    <p:set>
                                      <p:cBhvr>
                                        <p:cTn id="2542" dur="1" fill="hold">
                                          <p:stCondLst>
                                            <p:cond delay="0"/>
                                          </p:stCondLst>
                                        </p:cTn>
                                        <p:tgtEl>
                                          <p:spTgt spid="1466"/>
                                        </p:tgtEl>
                                        <p:attrNameLst>
                                          <p:attrName>style.visibility</p:attrName>
                                        </p:attrNameLst>
                                      </p:cBhvr>
                                      <p:to>
                                        <p:strVal val="visible"/>
                                      </p:to>
                                    </p:set>
                                    <p:animEffect filter="fade" transition="in">
                                      <p:cBhvr additive="repl">
                                        <p:cTn id="2543" dur="500"/>
                                        <p:tgtEl>
                                          <p:spTgt spid="1466"/>
                                        </p:tgtEl>
                                      </p:cBhvr>
                                    </p:animEffect>
                                  </p:childTnLst>
                                </p:cTn>
                              </p:par>
                            </p:childTnLst>
                          </p:cTn>
                        </p:par>
                        <p:par>
                          <p:cTn id="2544" fill="hold">
                            <p:stCondLst>
                              <p:cond delay="500"/>
                            </p:stCondLst>
                            <p:childTnLst>
                              <p:par>
                                <p:cTn id="2545" nodeType="afterEffect" fill="hold" presetClass="exit" presetID="10">
                                  <p:stCondLst>
                                    <p:cond delay="0"/>
                                  </p:stCondLst>
                                  <p:childTnLst>
                                    <p:animEffect filter="fade" transition="out">
                                      <p:cBhvr additive="repl">
                                        <p:cTn id="2546" dur="500"/>
                                        <p:tgtEl>
                                          <p:spTgt spid="921"/>
                                        </p:tgtEl>
                                      </p:cBhvr>
                                    </p:animEffect>
                                    <p:set>
                                      <p:cBhvr>
                                        <p:cTn id="2547" dur="1" fill="hold">
                                          <p:stCondLst>
                                            <p:cond delay="499"/>
                                          </p:stCondLst>
                                        </p:cTn>
                                        <p:tgtEl>
                                          <p:spTgt spid="921"/>
                                        </p:tgtEl>
                                        <p:attrNameLst>
                                          <p:attrName>style.visibility</p:attrName>
                                        </p:attrNameLst>
                                      </p:cBhvr>
                                      <p:to>
                                        <p:strVal val="hidden"/>
                                      </p:to>
                                    </p:set>
                                  </p:childTnLst>
                                </p:cTn>
                              </p:par>
                              <p:par>
                                <p:cTn id="2548" nodeType="withEffect" fill="hold" presetClass="entr" presetID="10">
                                  <p:stCondLst>
                                    <p:cond delay="0"/>
                                  </p:stCondLst>
                                  <p:childTnLst>
                                    <p:set>
                                      <p:cBhvr>
                                        <p:cTn id="2549" dur="1" fill="hold">
                                          <p:stCondLst>
                                            <p:cond delay="0"/>
                                          </p:stCondLst>
                                        </p:cTn>
                                        <p:tgtEl>
                                          <p:spTgt spid="1469"/>
                                        </p:tgtEl>
                                        <p:attrNameLst>
                                          <p:attrName>style.visibility</p:attrName>
                                        </p:attrNameLst>
                                      </p:cBhvr>
                                      <p:to>
                                        <p:strVal val="visible"/>
                                      </p:to>
                                    </p:set>
                                    <p:animEffect filter="fade" transition="in">
                                      <p:cBhvr additive="repl">
                                        <p:cTn id="2550" dur="500"/>
                                        <p:tgtEl>
                                          <p:spTgt spid="1469"/>
                                        </p:tgtEl>
                                      </p:cBhvr>
                                    </p:animEffect>
                                  </p:childTnLst>
                                </p:cTn>
                              </p:par>
                            </p:childTnLst>
                          </p:cTn>
                        </p:par>
                        <p:par>
                          <p:cTn id="2551" fill="hold">
                            <p:stCondLst>
                              <p:cond delay="1000"/>
                            </p:stCondLst>
                            <p:childTnLst>
                              <p:par>
                                <p:cTn id="2552" nodeType="afterEffect" fill="hold" presetClass="exit" presetID="10">
                                  <p:stCondLst>
                                    <p:cond delay="0"/>
                                  </p:stCondLst>
                                  <p:childTnLst>
                                    <p:animEffect filter="fade" transition="out">
                                      <p:cBhvr additive="repl">
                                        <p:cTn id="2553" dur="500"/>
                                        <p:tgtEl>
                                          <p:spTgt spid="1162"/>
                                        </p:tgtEl>
                                      </p:cBhvr>
                                    </p:animEffect>
                                    <p:set>
                                      <p:cBhvr>
                                        <p:cTn id="2554" dur="1" fill="hold">
                                          <p:stCondLst>
                                            <p:cond delay="499"/>
                                          </p:stCondLst>
                                        </p:cTn>
                                        <p:tgtEl>
                                          <p:spTgt spid="1162"/>
                                        </p:tgtEl>
                                        <p:attrNameLst>
                                          <p:attrName>style.visibility</p:attrName>
                                        </p:attrNameLst>
                                      </p:cBhvr>
                                      <p:to>
                                        <p:strVal val="hidden"/>
                                      </p:to>
                                    </p:set>
                                  </p:childTnLst>
                                </p:cTn>
                              </p:par>
                              <p:par>
                                <p:cTn id="2555" nodeType="withEffect" fill="hold" presetClass="entr" presetID="10">
                                  <p:stCondLst>
                                    <p:cond delay="0"/>
                                  </p:stCondLst>
                                  <p:childTnLst>
                                    <p:set>
                                      <p:cBhvr>
                                        <p:cTn id="2556" dur="1" fill="hold">
                                          <p:stCondLst>
                                            <p:cond delay="0"/>
                                          </p:stCondLst>
                                        </p:cTn>
                                        <p:tgtEl>
                                          <p:spTgt spid="1470"/>
                                        </p:tgtEl>
                                        <p:attrNameLst>
                                          <p:attrName>style.visibility</p:attrName>
                                        </p:attrNameLst>
                                      </p:cBhvr>
                                      <p:to>
                                        <p:strVal val="visible"/>
                                      </p:to>
                                    </p:set>
                                    <p:animEffect filter="fade" transition="in">
                                      <p:cBhvr additive="repl">
                                        <p:cTn id="2557" dur="500"/>
                                        <p:tgtEl>
                                          <p:spTgt spid="1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47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a:t>
            </a:r>
            <a:endParaRPr b="0" lang="en-US" sz="4400" spc="-1" strike="noStrike">
              <a:solidFill>
                <a:schemeClr val="dk1"/>
              </a:solidFill>
              <a:latin typeface="Calibri"/>
            </a:endParaRPr>
          </a:p>
        </p:txBody>
      </p:sp>
      <p:sp>
        <p:nvSpPr>
          <p:cNvPr id="1472" name="TextBox 49"/>
          <p:cNvSpPr/>
          <p:nvPr/>
        </p:nvSpPr>
        <p:spPr>
          <a:xfrm>
            <a:off x="1533600" y="386172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73" name="TextBox 50"/>
          <p:cNvSpPr/>
          <p:nvPr/>
        </p:nvSpPr>
        <p:spPr>
          <a:xfrm flipH="1">
            <a:off x="10657440" y="386172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74" name="TextBox 51"/>
          <p:cNvSpPr/>
          <p:nvPr/>
        </p:nvSpPr>
        <p:spPr>
          <a:xfrm>
            <a:off x="2568600" y="38588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75" name="TextBox 53"/>
          <p:cNvSpPr/>
          <p:nvPr/>
        </p:nvSpPr>
        <p:spPr>
          <a:xfrm>
            <a:off x="5911920" y="38588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76" name="TextBox 54"/>
          <p:cNvSpPr/>
          <p:nvPr/>
        </p:nvSpPr>
        <p:spPr>
          <a:xfrm>
            <a:off x="9265320" y="38588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477" name="Straight Connector 558"/>
          <p:cNvCxnSpPr>
            <a:stCxn id="1474" idx="1"/>
            <a:endCxn id="1472" idx="3"/>
          </p:cNvCxnSpPr>
          <p:nvPr/>
        </p:nvCxnSpPr>
        <p:spPr>
          <a:xfrm flipH="1" flipV="1">
            <a:off x="1901160" y="4046040"/>
            <a:ext cx="667800" cy="720"/>
          </a:xfrm>
          <a:prstGeom prst="straightConnector1">
            <a:avLst/>
          </a:prstGeom>
          <a:ln>
            <a:solidFill>
              <a:srgbClr val="ffffff">
                <a:lumMod val="65000"/>
              </a:srgbClr>
            </a:solidFill>
          </a:ln>
        </p:spPr>
      </p:cxnSp>
      <p:cxnSp>
        <p:nvCxnSpPr>
          <p:cNvPr id="1478" name="Straight Connector 561"/>
          <p:cNvCxnSpPr>
            <a:stCxn id="1475" idx="1"/>
            <a:endCxn id="1474" idx="3"/>
          </p:cNvCxnSpPr>
          <p:nvPr/>
        </p:nvCxnSpPr>
        <p:spPr>
          <a:xfrm flipH="1">
            <a:off x="2936160" y="4046400"/>
            <a:ext cx="2976120" cy="360"/>
          </a:xfrm>
          <a:prstGeom prst="straightConnector1">
            <a:avLst/>
          </a:prstGeom>
          <a:ln>
            <a:solidFill>
              <a:srgbClr val="ffffff">
                <a:lumMod val="65000"/>
              </a:srgbClr>
            </a:solidFill>
          </a:ln>
        </p:spPr>
      </p:cxnSp>
      <p:cxnSp>
        <p:nvCxnSpPr>
          <p:cNvPr id="1479" name="Straight Connector 562"/>
          <p:cNvCxnSpPr>
            <a:stCxn id="1476" idx="1"/>
            <a:endCxn id="1475" idx="3"/>
          </p:cNvCxnSpPr>
          <p:nvPr/>
        </p:nvCxnSpPr>
        <p:spPr>
          <a:xfrm flipH="1">
            <a:off x="6279480" y="4046400"/>
            <a:ext cx="2986200" cy="360"/>
          </a:xfrm>
          <a:prstGeom prst="straightConnector1">
            <a:avLst/>
          </a:prstGeom>
          <a:ln>
            <a:solidFill>
              <a:srgbClr val="ffffff">
                <a:lumMod val="65000"/>
              </a:srgbClr>
            </a:solidFill>
          </a:ln>
        </p:spPr>
      </p:cxnSp>
      <p:cxnSp>
        <p:nvCxnSpPr>
          <p:cNvPr id="1480" name="Straight Connector 563"/>
          <p:cNvCxnSpPr>
            <a:stCxn id="1473" idx="3"/>
            <a:endCxn id="1476" idx="3"/>
          </p:cNvCxnSpPr>
          <p:nvPr/>
        </p:nvCxnSpPr>
        <p:spPr>
          <a:xfrm flipH="1">
            <a:off x="9632880" y="4046040"/>
            <a:ext cx="1025280" cy="720"/>
          </a:xfrm>
          <a:prstGeom prst="straightConnector1">
            <a:avLst/>
          </a:prstGeom>
          <a:ln>
            <a:solidFill>
              <a:srgbClr val="ffffff">
                <a:lumMod val="65000"/>
              </a:srgbClr>
            </a:solidFill>
          </a:ln>
        </p:spPr>
      </p:cxnSp>
      <p:sp>
        <p:nvSpPr>
          <p:cNvPr id="1481" name="TextBox 570"/>
          <p:cNvSpPr/>
          <p:nvPr/>
        </p:nvSpPr>
        <p:spPr>
          <a:xfrm>
            <a:off x="1868760" y="3862800"/>
            <a:ext cx="7369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2" name="TextBox 571"/>
          <p:cNvSpPr/>
          <p:nvPr/>
        </p:nvSpPr>
        <p:spPr>
          <a:xfrm>
            <a:off x="9774000" y="3862800"/>
            <a:ext cx="7369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3" name="TextBox 572"/>
          <p:cNvSpPr/>
          <p:nvPr/>
        </p:nvSpPr>
        <p:spPr>
          <a:xfrm>
            <a:off x="7335360" y="3862800"/>
            <a:ext cx="7369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4" name="TextBox 573"/>
          <p:cNvSpPr/>
          <p:nvPr/>
        </p:nvSpPr>
        <p:spPr>
          <a:xfrm>
            <a:off x="4007880" y="3862800"/>
            <a:ext cx="7369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558" dur="indefinite" restart="never" nodeType="tmRoot">
          <p:childTnLst>
            <p:seq>
              <p:cTn id="2559" dur="indefinite" nodeType="mainSeq">
                <p:childTnLst>
                  <p:par>
                    <p:cTn id="2560" fill="hold">
                      <p:stCondLst>
                        <p:cond delay="0"/>
                      </p:stCondLst>
                      <p:childTnLst>
                        <p:par>
                          <p:cTn id="2561" fill="hold">
                            <p:stCondLst>
                              <p:cond delay="0"/>
                            </p:stCondLst>
                            <p:childTnLst>
                              <p:par>
                                <p:cTn id="2562" nodeType="afterEffect" fill="hold" presetClass="entr" presetID="10">
                                  <p:stCondLst>
                                    <p:cond delay="0"/>
                                  </p:stCondLst>
                                  <p:childTnLst>
                                    <p:set>
                                      <p:cBhvr>
                                        <p:cTn id="2563" dur="1" fill="hold">
                                          <p:stCondLst>
                                            <p:cond delay="0"/>
                                          </p:stCondLst>
                                        </p:cTn>
                                        <p:tgtEl>
                                          <p:spTgt spid="1481"/>
                                        </p:tgtEl>
                                        <p:attrNameLst>
                                          <p:attrName>style.visibility</p:attrName>
                                        </p:attrNameLst>
                                      </p:cBhvr>
                                      <p:to>
                                        <p:strVal val="visible"/>
                                      </p:to>
                                    </p:set>
                                    <p:animEffect filter="fade" transition="in">
                                      <p:cBhvr additive="repl">
                                        <p:cTn id="2564" dur="500"/>
                                        <p:tgtEl>
                                          <p:spTgt spid="1481"/>
                                        </p:tgtEl>
                                      </p:cBhvr>
                                    </p:animEffect>
                                  </p:childTnLst>
                                </p:cTn>
                              </p:par>
                            </p:childTnLst>
                          </p:cTn>
                        </p:par>
                        <p:par>
                          <p:cTn id="2565" fill="hold">
                            <p:stCondLst>
                              <p:cond delay="500"/>
                            </p:stCondLst>
                            <p:childTnLst>
                              <p:par>
                                <p:cTn id="2566" nodeType="afterEffect" fill="hold" presetClass="entr" presetID="10">
                                  <p:stCondLst>
                                    <p:cond delay="0"/>
                                  </p:stCondLst>
                                  <p:childTnLst>
                                    <p:set>
                                      <p:cBhvr>
                                        <p:cTn id="2567" dur="1" fill="hold">
                                          <p:stCondLst>
                                            <p:cond delay="0"/>
                                          </p:stCondLst>
                                        </p:cTn>
                                        <p:tgtEl>
                                          <p:spTgt spid="1484"/>
                                        </p:tgtEl>
                                        <p:attrNameLst>
                                          <p:attrName>style.visibility</p:attrName>
                                        </p:attrNameLst>
                                      </p:cBhvr>
                                      <p:to>
                                        <p:strVal val="visible"/>
                                      </p:to>
                                    </p:set>
                                    <p:animEffect filter="fade" transition="in">
                                      <p:cBhvr additive="repl">
                                        <p:cTn id="2568" dur="500"/>
                                        <p:tgtEl>
                                          <p:spTgt spid="1484"/>
                                        </p:tgtEl>
                                      </p:cBhvr>
                                    </p:animEffect>
                                  </p:childTnLst>
                                </p:cTn>
                              </p:par>
                            </p:childTnLst>
                          </p:cTn>
                        </p:par>
                        <p:par>
                          <p:cTn id="2569" fill="hold">
                            <p:stCondLst>
                              <p:cond delay="1000"/>
                            </p:stCondLst>
                            <p:childTnLst>
                              <p:par>
                                <p:cTn id="2570" nodeType="afterEffect" fill="hold" presetClass="entr" presetID="10">
                                  <p:stCondLst>
                                    <p:cond delay="0"/>
                                  </p:stCondLst>
                                  <p:childTnLst>
                                    <p:set>
                                      <p:cBhvr>
                                        <p:cTn id="2571" dur="1" fill="hold">
                                          <p:stCondLst>
                                            <p:cond delay="0"/>
                                          </p:stCondLst>
                                        </p:cTn>
                                        <p:tgtEl>
                                          <p:spTgt spid="1483"/>
                                        </p:tgtEl>
                                        <p:attrNameLst>
                                          <p:attrName>style.visibility</p:attrName>
                                        </p:attrNameLst>
                                      </p:cBhvr>
                                      <p:to>
                                        <p:strVal val="visible"/>
                                      </p:to>
                                    </p:set>
                                    <p:animEffect filter="fade" transition="in">
                                      <p:cBhvr additive="repl">
                                        <p:cTn id="2572" dur="500"/>
                                        <p:tgtEl>
                                          <p:spTgt spid="1483"/>
                                        </p:tgtEl>
                                      </p:cBhvr>
                                    </p:animEffect>
                                  </p:childTnLst>
                                </p:cTn>
                              </p:par>
                            </p:childTnLst>
                          </p:cTn>
                        </p:par>
                        <p:par>
                          <p:cTn id="2573" fill="hold">
                            <p:stCondLst>
                              <p:cond delay="1500"/>
                            </p:stCondLst>
                            <p:childTnLst>
                              <p:par>
                                <p:cTn id="2574" nodeType="afterEffect" fill="hold" presetClass="entr" presetID="10">
                                  <p:stCondLst>
                                    <p:cond delay="0"/>
                                  </p:stCondLst>
                                  <p:childTnLst>
                                    <p:set>
                                      <p:cBhvr>
                                        <p:cTn id="2575" dur="1" fill="hold">
                                          <p:stCondLst>
                                            <p:cond delay="0"/>
                                          </p:stCondLst>
                                        </p:cTn>
                                        <p:tgtEl>
                                          <p:spTgt spid="1482"/>
                                        </p:tgtEl>
                                        <p:attrNameLst>
                                          <p:attrName>style.visibility</p:attrName>
                                        </p:attrNameLst>
                                      </p:cBhvr>
                                      <p:to>
                                        <p:strVal val="visible"/>
                                      </p:to>
                                    </p:set>
                                    <p:animEffect filter="fade" transition="in">
                                      <p:cBhvr additive="repl">
                                        <p:cTn id="2576" dur="500"/>
                                        <p:tgtEl>
                                          <p:spTgt spid="1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forward</a:t>
            </a:r>
            <a:endParaRPr b="0" lang="en-US" sz="4400" spc="-1" strike="noStrike">
              <a:solidFill>
                <a:schemeClr val="dk1"/>
              </a:solidFill>
              <a:latin typeface="Calibri"/>
            </a:endParaRPr>
          </a:p>
        </p:txBody>
      </p:sp>
      <p:sp>
        <p:nvSpPr>
          <p:cNvPr id="1486" name="TextBox 49"/>
          <p:cNvSpPr/>
          <p:nvPr/>
        </p:nvSpPr>
        <p:spPr>
          <a:xfrm>
            <a:off x="1533600" y="384588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7" name="TextBox 50"/>
          <p:cNvSpPr/>
          <p:nvPr/>
        </p:nvSpPr>
        <p:spPr>
          <a:xfrm flipH="1">
            <a:off x="10657440" y="384588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8" name="TextBox 51"/>
          <p:cNvSpPr/>
          <p:nvPr/>
        </p:nvSpPr>
        <p:spPr>
          <a:xfrm>
            <a:off x="3814920" y="38426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89" name="TextBox 53"/>
          <p:cNvSpPr/>
          <p:nvPr/>
        </p:nvSpPr>
        <p:spPr>
          <a:xfrm>
            <a:off x="6095880" y="38426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90" name="TextBox 54"/>
          <p:cNvSpPr/>
          <p:nvPr/>
        </p:nvSpPr>
        <p:spPr>
          <a:xfrm>
            <a:off x="8377200" y="38426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491" name="Straight Connector 55"/>
          <p:cNvCxnSpPr/>
          <p:nvPr/>
        </p:nvCxnSpPr>
        <p:spPr>
          <a:xfrm>
            <a:off x="1901520" y="4030200"/>
            <a:ext cx="1913400" cy="360"/>
          </a:xfrm>
          <a:prstGeom prst="straightConnector1">
            <a:avLst/>
          </a:prstGeom>
          <a:ln w="76200">
            <a:solidFill>
              <a:srgbClr val="ffffff">
                <a:lumMod val="50000"/>
              </a:srgbClr>
            </a:solidFill>
          </a:ln>
        </p:spPr>
      </p:cxnSp>
      <p:cxnSp>
        <p:nvCxnSpPr>
          <p:cNvPr id="1492" name="Straight Connector 57"/>
          <p:cNvCxnSpPr/>
          <p:nvPr/>
        </p:nvCxnSpPr>
        <p:spPr>
          <a:xfrm>
            <a:off x="4182480" y="4030200"/>
            <a:ext cx="1913760" cy="360"/>
          </a:xfrm>
          <a:prstGeom prst="straightConnector1">
            <a:avLst/>
          </a:prstGeom>
          <a:ln w="76200">
            <a:solidFill>
              <a:srgbClr val="ffffff">
                <a:lumMod val="50000"/>
              </a:srgbClr>
            </a:solidFill>
          </a:ln>
        </p:spPr>
      </p:cxnSp>
      <p:cxnSp>
        <p:nvCxnSpPr>
          <p:cNvPr id="1493" name="Straight Connector 58"/>
          <p:cNvCxnSpPr/>
          <p:nvPr/>
        </p:nvCxnSpPr>
        <p:spPr>
          <a:xfrm>
            <a:off x="6463800" y="4030200"/>
            <a:ext cx="1913400" cy="360"/>
          </a:xfrm>
          <a:prstGeom prst="straightConnector1">
            <a:avLst/>
          </a:prstGeom>
          <a:ln w="76200">
            <a:solidFill>
              <a:srgbClr val="ffffff">
                <a:lumMod val="50000"/>
              </a:srgbClr>
            </a:solidFill>
          </a:ln>
        </p:spPr>
      </p:cxnSp>
      <p:cxnSp>
        <p:nvCxnSpPr>
          <p:cNvPr id="1494" name="Straight Connector 59"/>
          <p:cNvCxnSpPr/>
          <p:nvPr/>
        </p:nvCxnSpPr>
        <p:spPr>
          <a:xfrm>
            <a:off x="8745120" y="4030200"/>
            <a:ext cx="1913400" cy="360"/>
          </a:xfrm>
          <a:prstGeom prst="straightConnector1">
            <a:avLst/>
          </a:prstGeom>
          <a:ln w="76200">
            <a:solidFill>
              <a:srgbClr val="ffffff">
                <a:lumMod val="50000"/>
              </a:srgbClr>
            </a:solidFill>
          </a:ln>
        </p:spPr>
      </p:cxnSp>
      <p:sp>
        <p:nvSpPr>
          <p:cNvPr id="1495" name="TextBox 66"/>
          <p:cNvSpPr/>
          <p:nvPr/>
        </p:nvSpPr>
        <p:spPr>
          <a:xfrm>
            <a:off x="2488680" y="3842640"/>
            <a:ext cx="7387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96" name="TextBox 67"/>
          <p:cNvSpPr/>
          <p:nvPr/>
        </p:nvSpPr>
        <p:spPr>
          <a:xfrm>
            <a:off x="9332280" y="3842640"/>
            <a:ext cx="7387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97" name="TextBox 68"/>
          <p:cNvSpPr/>
          <p:nvPr/>
        </p:nvSpPr>
        <p:spPr>
          <a:xfrm>
            <a:off x="7050960" y="3842640"/>
            <a:ext cx="7387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98" name="TextBox 69"/>
          <p:cNvSpPr/>
          <p:nvPr/>
        </p:nvSpPr>
        <p:spPr>
          <a:xfrm>
            <a:off x="4769640" y="3842640"/>
            <a:ext cx="7387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499" name="TextBox 70"/>
          <p:cNvSpPr/>
          <p:nvPr/>
        </p:nvSpPr>
        <p:spPr>
          <a:xfrm>
            <a:off x="3395880" y="4532400"/>
            <a:ext cx="1205280" cy="37512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00" name="TextBox 71"/>
          <p:cNvSpPr/>
          <p:nvPr/>
        </p:nvSpPr>
        <p:spPr>
          <a:xfrm>
            <a:off x="5645880" y="4532400"/>
            <a:ext cx="1267920" cy="37512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01" name="TextBox 73"/>
          <p:cNvSpPr/>
          <p:nvPr/>
        </p:nvSpPr>
        <p:spPr>
          <a:xfrm>
            <a:off x="7927200" y="4532400"/>
            <a:ext cx="1267920" cy="37512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02" name="TextBox 74"/>
          <p:cNvSpPr/>
          <p:nvPr/>
        </p:nvSpPr>
        <p:spPr>
          <a:xfrm>
            <a:off x="10239120" y="4532400"/>
            <a:ext cx="1206000" cy="375120"/>
          </a:xfrm>
          <a:prstGeom prst="rect">
            <a:avLst/>
          </a:prstGeom>
          <a:blipFill rotWithShape="0">
            <a:blip r:embed="rId1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03" name="Straight Arrow Connector 76"/>
          <p:cNvCxnSpPr>
            <a:stCxn id="1499" idx="0"/>
            <a:endCxn id="1488" idx="2"/>
          </p:cNvCxnSpPr>
          <p:nvPr/>
        </p:nvCxnSpPr>
        <p:spPr>
          <a:xfrm flipV="1">
            <a:off x="3998520" y="4217760"/>
            <a:ext cx="360" cy="315000"/>
          </a:xfrm>
          <a:prstGeom prst="straightConnector1">
            <a:avLst/>
          </a:prstGeom>
          <a:ln w="38100">
            <a:solidFill>
              <a:srgbClr val="ff0000"/>
            </a:solidFill>
            <a:tailEnd len="med" type="triangle" w="med"/>
          </a:ln>
        </p:spPr>
      </p:cxnSp>
      <p:cxnSp>
        <p:nvCxnSpPr>
          <p:cNvPr id="1504" name="Straight Arrow Connector 77"/>
          <p:cNvCxnSpPr>
            <a:stCxn id="1500" idx="0"/>
            <a:endCxn id="1489" idx="2"/>
          </p:cNvCxnSpPr>
          <p:nvPr/>
        </p:nvCxnSpPr>
        <p:spPr>
          <a:xfrm flipH="1" flipV="1">
            <a:off x="6279480" y="4217760"/>
            <a:ext cx="720" cy="315000"/>
          </a:xfrm>
          <a:prstGeom prst="straightConnector1">
            <a:avLst/>
          </a:prstGeom>
          <a:ln w="38100">
            <a:solidFill>
              <a:srgbClr val="ff0000"/>
            </a:solidFill>
            <a:tailEnd len="med" type="triangle" w="med"/>
          </a:ln>
        </p:spPr>
      </p:cxnSp>
      <p:cxnSp>
        <p:nvCxnSpPr>
          <p:cNvPr id="1505" name="Straight Arrow Connector 80"/>
          <p:cNvCxnSpPr>
            <a:stCxn id="1501" idx="0"/>
            <a:endCxn id="1490" idx="2"/>
          </p:cNvCxnSpPr>
          <p:nvPr/>
        </p:nvCxnSpPr>
        <p:spPr>
          <a:xfrm flipH="1" flipV="1">
            <a:off x="8560800" y="4217760"/>
            <a:ext cx="720" cy="315000"/>
          </a:xfrm>
          <a:prstGeom prst="straightConnector1">
            <a:avLst/>
          </a:prstGeom>
          <a:ln w="38100">
            <a:solidFill>
              <a:srgbClr val="ff0000"/>
            </a:solidFill>
            <a:tailEnd len="med" type="triangle" w="med"/>
          </a:ln>
        </p:spPr>
      </p:cxnSp>
      <p:cxnSp>
        <p:nvCxnSpPr>
          <p:cNvPr id="1506" name="Straight Arrow Connector 83"/>
          <p:cNvCxnSpPr>
            <a:stCxn id="1502" idx="0"/>
            <a:endCxn id="1487" idx="2"/>
          </p:cNvCxnSpPr>
          <p:nvPr/>
        </p:nvCxnSpPr>
        <p:spPr>
          <a:xfrm flipV="1">
            <a:off x="10842120" y="4214880"/>
            <a:ext cx="1440" cy="317880"/>
          </a:xfrm>
          <a:prstGeom prst="straightConnector1">
            <a:avLst/>
          </a:prstGeom>
          <a:ln w="38100">
            <a:solidFill>
              <a:srgbClr val="ff0000"/>
            </a:solidFill>
            <a:tailEnd len="med" type="triangle" w="med"/>
          </a:ln>
        </p:spPr>
      </p:cxnSp>
    </p:spTree>
  </p:cSld>
  <mc:AlternateContent>
    <mc:Choice Requires="p14">
      <p:transition spd="slow" p14:dur="2000"/>
    </mc:Choice>
    <mc:Fallback>
      <p:transition spd="slow"/>
    </mc:Fallback>
  </mc:AlternateContent>
  <p:timing>
    <p:tnLst>
      <p:par>
        <p:cTn id="2577" dur="indefinite" restart="never" nodeType="tmRoot">
          <p:childTnLst>
            <p:seq>
              <p:cTn id="2578" dur="indefinite" nodeType="mainSeq">
                <p:childTnLst>
                  <p:par>
                    <p:cTn id="2579" fill="hold">
                      <p:stCondLst>
                        <p:cond delay="indefinite"/>
                      </p:stCondLst>
                      <p:childTnLst>
                        <p:par>
                          <p:cTn id="2580" fill="hold">
                            <p:stCondLst>
                              <p:cond delay="0"/>
                            </p:stCondLst>
                            <p:childTnLst>
                              <p:par>
                                <p:cTn id="2581" nodeType="clickEffect" fill="hold" presetClass="entr" presetID="10">
                                  <p:stCondLst>
                                    <p:cond delay="0"/>
                                  </p:stCondLst>
                                  <p:childTnLst>
                                    <p:set>
                                      <p:cBhvr>
                                        <p:cTn id="2582" dur="1" fill="hold">
                                          <p:stCondLst>
                                            <p:cond delay="0"/>
                                          </p:stCondLst>
                                        </p:cTn>
                                        <p:tgtEl>
                                          <p:spTgt spid="1491"/>
                                        </p:tgtEl>
                                        <p:attrNameLst>
                                          <p:attrName>style.visibility</p:attrName>
                                        </p:attrNameLst>
                                      </p:cBhvr>
                                      <p:to>
                                        <p:strVal val="visible"/>
                                      </p:to>
                                    </p:set>
                                    <p:animEffect filter="fade" transition="in">
                                      <p:cBhvr additive="repl">
                                        <p:cTn id="2583" dur="500"/>
                                        <p:tgtEl>
                                          <p:spTgt spid="1491"/>
                                        </p:tgtEl>
                                      </p:cBhvr>
                                    </p:animEffect>
                                  </p:childTnLst>
                                </p:cTn>
                              </p:par>
                              <p:par>
                                <p:cTn id="2584" nodeType="withEffect" fill="hold" presetClass="entr" presetID="1">
                                  <p:stCondLst>
                                    <p:cond delay="0"/>
                                  </p:stCondLst>
                                  <p:childTnLst>
                                    <p:set>
                                      <p:cBhvr>
                                        <p:cTn id="2585" dur="1" fill="hold">
                                          <p:stCondLst>
                                            <p:cond delay="0"/>
                                          </p:stCondLst>
                                        </p:cTn>
                                        <p:tgtEl>
                                          <p:spTgt spid="1495"/>
                                        </p:tgtEl>
                                        <p:attrNameLst>
                                          <p:attrName>style.visibility</p:attrName>
                                        </p:attrNameLst>
                                      </p:cBhvr>
                                      <p:to>
                                        <p:strVal val="visible"/>
                                      </p:to>
                                    </p:set>
                                  </p:childTnLst>
                                </p:cTn>
                              </p:par>
                            </p:childTnLst>
                          </p:cTn>
                        </p:par>
                      </p:childTnLst>
                    </p:cTn>
                  </p:par>
                  <p:par>
                    <p:cTn id="2586" fill="hold">
                      <p:stCondLst>
                        <p:cond delay="indefinite"/>
                      </p:stCondLst>
                      <p:childTnLst>
                        <p:par>
                          <p:cTn id="2587" fill="hold">
                            <p:stCondLst>
                              <p:cond delay="0"/>
                            </p:stCondLst>
                            <p:childTnLst>
                              <p:par>
                                <p:cTn id="2588" nodeType="clickEffect" fill="hold" presetClass="entr" presetID="10">
                                  <p:stCondLst>
                                    <p:cond delay="0"/>
                                  </p:stCondLst>
                                  <p:childTnLst>
                                    <p:set>
                                      <p:cBhvr>
                                        <p:cTn id="2589" dur="1" fill="hold">
                                          <p:stCondLst>
                                            <p:cond delay="0"/>
                                          </p:stCondLst>
                                        </p:cTn>
                                        <p:tgtEl>
                                          <p:spTgt spid="1492"/>
                                        </p:tgtEl>
                                        <p:attrNameLst>
                                          <p:attrName>style.visibility</p:attrName>
                                        </p:attrNameLst>
                                      </p:cBhvr>
                                      <p:to>
                                        <p:strVal val="visible"/>
                                      </p:to>
                                    </p:set>
                                    <p:animEffect filter="fade" transition="in">
                                      <p:cBhvr additive="repl">
                                        <p:cTn id="2590" dur="500"/>
                                        <p:tgtEl>
                                          <p:spTgt spid="1492"/>
                                        </p:tgtEl>
                                      </p:cBhvr>
                                    </p:animEffect>
                                  </p:childTnLst>
                                </p:cTn>
                              </p:par>
                              <p:par>
                                <p:cTn id="2591" nodeType="withEffect" fill="hold" presetClass="entr" presetID="1">
                                  <p:stCondLst>
                                    <p:cond delay="0"/>
                                  </p:stCondLst>
                                  <p:childTnLst>
                                    <p:set>
                                      <p:cBhvr>
                                        <p:cTn id="2592" dur="1" fill="hold">
                                          <p:stCondLst>
                                            <p:cond delay="0"/>
                                          </p:stCondLst>
                                        </p:cTn>
                                        <p:tgtEl>
                                          <p:spTgt spid="1498"/>
                                        </p:tgtEl>
                                        <p:attrNameLst>
                                          <p:attrName>style.visibility</p:attrName>
                                        </p:attrNameLst>
                                      </p:cBhvr>
                                      <p:to>
                                        <p:strVal val="visible"/>
                                      </p:to>
                                    </p:set>
                                  </p:childTnLst>
                                </p:cTn>
                              </p:par>
                            </p:childTnLst>
                          </p:cTn>
                        </p:par>
                      </p:childTnLst>
                    </p:cTn>
                  </p:par>
                  <p:par>
                    <p:cTn id="2593" fill="hold">
                      <p:stCondLst>
                        <p:cond delay="indefinite"/>
                      </p:stCondLst>
                      <p:childTnLst>
                        <p:par>
                          <p:cTn id="2594" fill="hold">
                            <p:stCondLst>
                              <p:cond delay="0"/>
                            </p:stCondLst>
                            <p:childTnLst>
                              <p:par>
                                <p:cTn id="2595" nodeType="clickEffect" fill="hold" presetClass="entr" presetID="10">
                                  <p:stCondLst>
                                    <p:cond delay="0"/>
                                  </p:stCondLst>
                                  <p:childTnLst>
                                    <p:set>
                                      <p:cBhvr>
                                        <p:cTn id="2596" dur="1" fill="hold">
                                          <p:stCondLst>
                                            <p:cond delay="0"/>
                                          </p:stCondLst>
                                        </p:cTn>
                                        <p:tgtEl>
                                          <p:spTgt spid="1493"/>
                                        </p:tgtEl>
                                        <p:attrNameLst>
                                          <p:attrName>style.visibility</p:attrName>
                                        </p:attrNameLst>
                                      </p:cBhvr>
                                      <p:to>
                                        <p:strVal val="visible"/>
                                      </p:to>
                                    </p:set>
                                    <p:animEffect filter="fade" transition="in">
                                      <p:cBhvr additive="repl">
                                        <p:cTn id="2597" dur="500"/>
                                        <p:tgtEl>
                                          <p:spTgt spid="1493"/>
                                        </p:tgtEl>
                                      </p:cBhvr>
                                    </p:animEffect>
                                  </p:childTnLst>
                                </p:cTn>
                              </p:par>
                              <p:par>
                                <p:cTn id="2598" nodeType="withEffect" fill="hold" presetClass="entr" presetID="1">
                                  <p:stCondLst>
                                    <p:cond delay="0"/>
                                  </p:stCondLst>
                                  <p:childTnLst>
                                    <p:set>
                                      <p:cBhvr>
                                        <p:cTn id="2599" dur="1" fill="hold">
                                          <p:stCondLst>
                                            <p:cond delay="0"/>
                                          </p:stCondLst>
                                        </p:cTn>
                                        <p:tgtEl>
                                          <p:spTgt spid="1497"/>
                                        </p:tgtEl>
                                        <p:attrNameLst>
                                          <p:attrName>style.visibility</p:attrName>
                                        </p:attrNameLst>
                                      </p:cBhvr>
                                      <p:to>
                                        <p:strVal val="visible"/>
                                      </p:to>
                                    </p:set>
                                  </p:childTnLst>
                                </p:cTn>
                              </p:par>
                            </p:childTnLst>
                          </p:cTn>
                        </p:par>
                      </p:childTnLst>
                    </p:cTn>
                  </p:par>
                  <p:par>
                    <p:cTn id="2600" fill="hold">
                      <p:stCondLst>
                        <p:cond delay="indefinite"/>
                      </p:stCondLst>
                      <p:childTnLst>
                        <p:par>
                          <p:cTn id="2601" fill="hold">
                            <p:stCondLst>
                              <p:cond delay="0"/>
                            </p:stCondLst>
                            <p:childTnLst>
                              <p:par>
                                <p:cTn id="2602" nodeType="clickEffect" fill="hold" presetClass="entr" presetID="10">
                                  <p:stCondLst>
                                    <p:cond delay="0"/>
                                  </p:stCondLst>
                                  <p:childTnLst>
                                    <p:set>
                                      <p:cBhvr>
                                        <p:cTn id="2603" dur="1" fill="hold">
                                          <p:stCondLst>
                                            <p:cond delay="0"/>
                                          </p:stCondLst>
                                        </p:cTn>
                                        <p:tgtEl>
                                          <p:spTgt spid="1494"/>
                                        </p:tgtEl>
                                        <p:attrNameLst>
                                          <p:attrName>style.visibility</p:attrName>
                                        </p:attrNameLst>
                                      </p:cBhvr>
                                      <p:to>
                                        <p:strVal val="visible"/>
                                      </p:to>
                                    </p:set>
                                    <p:animEffect filter="fade" transition="in">
                                      <p:cBhvr additive="repl">
                                        <p:cTn id="2604" dur="500"/>
                                        <p:tgtEl>
                                          <p:spTgt spid="1494"/>
                                        </p:tgtEl>
                                      </p:cBhvr>
                                    </p:animEffect>
                                  </p:childTnLst>
                                </p:cTn>
                              </p:par>
                              <p:par>
                                <p:cTn id="2605" nodeType="withEffect" fill="hold" presetClass="entr" presetID="1">
                                  <p:stCondLst>
                                    <p:cond delay="0"/>
                                  </p:stCondLst>
                                  <p:childTnLst>
                                    <p:set>
                                      <p:cBhvr>
                                        <p:cTn id="2606" dur="1" fill="hold">
                                          <p:stCondLst>
                                            <p:cond delay="0"/>
                                          </p:stCondLst>
                                        </p:cTn>
                                        <p:tgtEl>
                                          <p:spTgt spid="1496"/>
                                        </p:tgtEl>
                                        <p:attrNameLst>
                                          <p:attrName>style.visibility</p:attrName>
                                        </p:attrNameLst>
                                      </p:cBhvr>
                                      <p:to>
                                        <p:strVal val="visible"/>
                                      </p:to>
                                    </p:set>
                                  </p:childTnLst>
                                </p:cTn>
                              </p:par>
                            </p:childTnLst>
                          </p:cTn>
                        </p:par>
                      </p:childTnLst>
                    </p:cTn>
                  </p:par>
                  <p:par>
                    <p:cTn id="2607" fill="hold">
                      <p:stCondLst>
                        <p:cond delay="indefinite"/>
                      </p:stCondLst>
                      <p:childTnLst>
                        <p:par>
                          <p:cTn id="2608" fill="hold">
                            <p:stCondLst>
                              <p:cond delay="0"/>
                            </p:stCondLst>
                            <p:childTnLst>
                              <p:par>
                                <p:cTn id="2609" nodeType="clickEffect" fill="hold" presetClass="entr" presetID="10">
                                  <p:stCondLst>
                                    <p:cond delay="0"/>
                                  </p:stCondLst>
                                  <p:childTnLst>
                                    <p:set>
                                      <p:cBhvr>
                                        <p:cTn id="2610" dur="1" fill="hold">
                                          <p:stCondLst>
                                            <p:cond delay="0"/>
                                          </p:stCondLst>
                                        </p:cTn>
                                        <p:tgtEl>
                                          <p:spTgt spid="1499"/>
                                        </p:tgtEl>
                                        <p:attrNameLst>
                                          <p:attrName>style.visibility</p:attrName>
                                        </p:attrNameLst>
                                      </p:cBhvr>
                                      <p:to>
                                        <p:strVal val="visible"/>
                                      </p:to>
                                    </p:set>
                                    <p:animEffect filter="fade" transition="in">
                                      <p:cBhvr additive="repl">
                                        <p:cTn id="2611" dur="500"/>
                                        <p:tgtEl>
                                          <p:spTgt spid="1499"/>
                                        </p:tgtEl>
                                      </p:cBhvr>
                                    </p:animEffect>
                                  </p:childTnLst>
                                </p:cTn>
                              </p:par>
                              <p:par>
                                <p:cTn id="2612" nodeType="withEffect" fill="hold" presetClass="entr" presetID="10">
                                  <p:stCondLst>
                                    <p:cond delay="0"/>
                                  </p:stCondLst>
                                  <p:childTnLst>
                                    <p:set>
                                      <p:cBhvr>
                                        <p:cTn id="2613" dur="1" fill="hold">
                                          <p:stCondLst>
                                            <p:cond delay="0"/>
                                          </p:stCondLst>
                                        </p:cTn>
                                        <p:tgtEl>
                                          <p:spTgt spid="1503"/>
                                        </p:tgtEl>
                                        <p:attrNameLst>
                                          <p:attrName>style.visibility</p:attrName>
                                        </p:attrNameLst>
                                      </p:cBhvr>
                                      <p:to>
                                        <p:strVal val="visible"/>
                                      </p:to>
                                    </p:set>
                                    <p:animEffect filter="fade" transition="in">
                                      <p:cBhvr additive="repl">
                                        <p:cTn id="2614" dur="500"/>
                                        <p:tgtEl>
                                          <p:spTgt spid="1503"/>
                                        </p:tgtEl>
                                      </p:cBhvr>
                                    </p:animEffect>
                                  </p:childTnLst>
                                </p:cTn>
                              </p:par>
                            </p:childTnLst>
                          </p:cTn>
                        </p:par>
                      </p:childTnLst>
                    </p:cTn>
                  </p:par>
                  <p:par>
                    <p:cTn id="2615" fill="hold">
                      <p:stCondLst>
                        <p:cond delay="indefinite"/>
                      </p:stCondLst>
                      <p:childTnLst>
                        <p:par>
                          <p:cTn id="2616" fill="hold">
                            <p:stCondLst>
                              <p:cond delay="0"/>
                            </p:stCondLst>
                            <p:childTnLst>
                              <p:par>
                                <p:cTn id="2617" nodeType="clickEffect" fill="hold" presetClass="entr" presetID="10">
                                  <p:stCondLst>
                                    <p:cond delay="0"/>
                                  </p:stCondLst>
                                  <p:childTnLst>
                                    <p:set>
                                      <p:cBhvr>
                                        <p:cTn id="2618" dur="1" fill="hold">
                                          <p:stCondLst>
                                            <p:cond delay="0"/>
                                          </p:stCondLst>
                                        </p:cTn>
                                        <p:tgtEl>
                                          <p:spTgt spid="1500"/>
                                        </p:tgtEl>
                                        <p:attrNameLst>
                                          <p:attrName>style.visibility</p:attrName>
                                        </p:attrNameLst>
                                      </p:cBhvr>
                                      <p:to>
                                        <p:strVal val="visible"/>
                                      </p:to>
                                    </p:set>
                                    <p:animEffect filter="fade" transition="in">
                                      <p:cBhvr additive="repl">
                                        <p:cTn id="2619" dur="500"/>
                                        <p:tgtEl>
                                          <p:spTgt spid="1500"/>
                                        </p:tgtEl>
                                      </p:cBhvr>
                                    </p:animEffect>
                                  </p:childTnLst>
                                </p:cTn>
                              </p:par>
                              <p:par>
                                <p:cTn id="2620" nodeType="withEffect" fill="hold" presetClass="entr" presetID="10">
                                  <p:stCondLst>
                                    <p:cond delay="0"/>
                                  </p:stCondLst>
                                  <p:childTnLst>
                                    <p:set>
                                      <p:cBhvr>
                                        <p:cTn id="2621" dur="1" fill="hold">
                                          <p:stCondLst>
                                            <p:cond delay="0"/>
                                          </p:stCondLst>
                                        </p:cTn>
                                        <p:tgtEl>
                                          <p:spTgt spid="1504"/>
                                        </p:tgtEl>
                                        <p:attrNameLst>
                                          <p:attrName>style.visibility</p:attrName>
                                        </p:attrNameLst>
                                      </p:cBhvr>
                                      <p:to>
                                        <p:strVal val="visible"/>
                                      </p:to>
                                    </p:set>
                                    <p:animEffect filter="fade" transition="in">
                                      <p:cBhvr additive="repl">
                                        <p:cTn id="2622" dur="500"/>
                                        <p:tgtEl>
                                          <p:spTgt spid="1504"/>
                                        </p:tgtEl>
                                      </p:cBhvr>
                                    </p:animEffect>
                                  </p:childTnLst>
                                </p:cTn>
                              </p:par>
                            </p:childTnLst>
                          </p:cTn>
                        </p:par>
                      </p:childTnLst>
                    </p:cTn>
                  </p:par>
                  <p:par>
                    <p:cTn id="2623" fill="hold">
                      <p:stCondLst>
                        <p:cond delay="indefinite"/>
                      </p:stCondLst>
                      <p:childTnLst>
                        <p:par>
                          <p:cTn id="2624" fill="hold">
                            <p:stCondLst>
                              <p:cond delay="0"/>
                            </p:stCondLst>
                            <p:childTnLst>
                              <p:par>
                                <p:cTn id="2625" nodeType="clickEffect" fill="hold" presetClass="entr" presetID="10">
                                  <p:stCondLst>
                                    <p:cond delay="0"/>
                                  </p:stCondLst>
                                  <p:childTnLst>
                                    <p:set>
                                      <p:cBhvr>
                                        <p:cTn id="2626" dur="1" fill="hold">
                                          <p:stCondLst>
                                            <p:cond delay="0"/>
                                          </p:stCondLst>
                                        </p:cTn>
                                        <p:tgtEl>
                                          <p:spTgt spid="1501"/>
                                        </p:tgtEl>
                                        <p:attrNameLst>
                                          <p:attrName>style.visibility</p:attrName>
                                        </p:attrNameLst>
                                      </p:cBhvr>
                                      <p:to>
                                        <p:strVal val="visible"/>
                                      </p:to>
                                    </p:set>
                                    <p:animEffect filter="fade" transition="in">
                                      <p:cBhvr additive="repl">
                                        <p:cTn id="2627" dur="500"/>
                                        <p:tgtEl>
                                          <p:spTgt spid="1501"/>
                                        </p:tgtEl>
                                      </p:cBhvr>
                                    </p:animEffect>
                                  </p:childTnLst>
                                </p:cTn>
                              </p:par>
                              <p:par>
                                <p:cTn id="2628" nodeType="withEffect" fill="hold" presetClass="entr" presetID="10">
                                  <p:stCondLst>
                                    <p:cond delay="0"/>
                                  </p:stCondLst>
                                  <p:childTnLst>
                                    <p:set>
                                      <p:cBhvr>
                                        <p:cTn id="2629" dur="1" fill="hold">
                                          <p:stCondLst>
                                            <p:cond delay="0"/>
                                          </p:stCondLst>
                                        </p:cTn>
                                        <p:tgtEl>
                                          <p:spTgt spid="1505"/>
                                        </p:tgtEl>
                                        <p:attrNameLst>
                                          <p:attrName>style.visibility</p:attrName>
                                        </p:attrNameLst>
                                      </p:cBhvr>
                                      <p:to>
                                        <p:strVal val="visible"/>
                                      </p:to>
                                    </p:set>
                                    <p:animEffect filter="fade" transition="in">
                                      <p:cBhvr additive="repl">
                                        <p:cTn id="2630" dur="500"/>
                                        <p:tgtEl>
                                          <p:spTgt spid="1505"/>
                                        </p:tgtEl>
                                      </p:cBhvr>
                                    </p:animEffect>
                                  </p:childTnLst>
                                </p:cTn>
                              </p:par>
                            </p:childTnLst>
                          </p:cTn>
                        </p:par>
                      </p:childTnLst>
                    </p:cTn>
                  </p:par>
                  <p:par>
                    <p:cTn id="2631" fill="hold">
                      <p:stCondLst>
                        <p:cond delay="indefinite"/>
                      </p:stCondLst>
                      <p:childTnLst>
                        <p:par>
                          <p:cTn id="2632" fill="hold">
                            <p:stCondLst>
                              <p:cond delay="0"/>
                            </p:stCondLst>
                            <p:childTnLst>
                              <p:par>
                                <p:cTn id="2633" nodeType="clickEffect" fill="hold" presetClass="entr" presetID="10">
                                  <p:stCondLst>
                                    <p:cond delay="0"/>
                                  </p:stCondLst>
                                  <p:childTnLst>
                                    <p:set>
                                      <p:cBhvr>
                                        <p:cTn id="2634" dur="1" fill="hold">
                                          <p:stCondLst>
                                            <p:cond delay="0"/>
                                          </p:stCondLst>
                                        </p:cTn>
                                        <p:tgtEl>
                                          <p:spTgt spid="1502"/>
                                        </p:tgtEl>
                                        <p:attrNameLst>
                                          <p:attrName>style.visibility</p:attrName>
                                        </p:attrNameLst>
                                      </p:cBhvr>
                                      <p:to>
                                        <p:strVal val="visible"/>
                                      </p:to>
                                    </p:set>
                                    <p:animEffect filter="fade" transition="in">
                                      <p:cBhvr additive="repl">
                                        <p:cTn id="2635" dur="500"/>
                                        <p:tgtEl>
                                          <p:spTgt spid="1502"/>
                                        </p:tgtEl>
                                      </p:cBhvr>
                                    </p:animEffect>
                                  </p:childTnLst>
                                </p:cTn>
                              </p:par>
                              <p:par>
                                <p:cTn id="2636" nodeType="withEffect" fill="hold" presetClass="entr" presetID="10">
                                  <p:stCondLst>
                                    <p:cond delay="0"/>
                                  </p:stCondLst>
                                  <p:childTnLst>
                                    <p:set>
                                      <p:cBhvr>
                                        <p:cTn id="2637" dur="1" fill="hold">
                                          <p:stCondLst>
                                            <p:cond delay="0"/>
                                          </p:stCondLst>
                                        </p:cTn>
                                        <p:tgtEl>
                                          <p:spTgt spid="1506"/>
                                        </p:tgtEl>
                                        <p:attrNameLst>
                                          <p:attrName>style.visibility</p:attrName>
                                        </p:attrNameLst>
                                      </p:cBhvr>
                                      <p:to>
                                        <p:strVal val="visible"/>
                                      </p:to>
                                    </p:set>
                                    <p:animEffect filter="fade" transition="in">
                                      <p:cBhvr additive="repl">
                                        <p:cTn id="2638" dur="500"/>
                                        <p:tgtEl>
                                          <p:spTgt spid="1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forward</a:t>
            </a:r>
            <a:endParaRPr b="0" lang="en-US" sz="4400" spc="-1" strike="noStrike">
              <a:solidFill>
                <a:schemeClr val="dk1"/>
              </a:solidFill>
              <a:latin typeface="Calibri"/>
            </a:endParaRPr>
          </a:p>
        </p:txBody>
      </p:sp>
      <p:sp>
        <p:nvSpPr>
          <p:cNvPr id="1508" name="TextBox 49"/>
          <p:cNvSpPr/>
          <p:nvPr/>
        </p:nvSpPr>
        <p:spPr>
          <a:xfrm>
            <a:off x="1533600" y="384588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09" name="TextBox 50"/>
          <p:cNvSpPr/>
          <p:nvPr/>
        </p:nvSpPr>
        <p:spPr>
          <a:xfrm flipH="1">
            <a:off x="10657440" y="384588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10" name="TextBox 51"/>
          <p:cNvSpPr/>
          <p:nvPr/>
        </p:nvSpPr>
        <p:spPr>
          <a:xfrm>
            <a:off x="3814920" y="38426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11" name="TextBox 53"/>
          <p:cNvSpPr/>
          <p:nvPr/>
        </p:nvSpPr>
        <p:spPr>
          <a:xfrm>
            <a:off x="6095880" y="38426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12" name="TextBox 54"/>
          <p:cNvSpPr/>
          <p:nvPr/>
        </p:nvSpPr>
        <p:spPr>
          <a:xfrm>
            <a:off x="8377200" y="38426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13" name="Straight Connector 55"/>
          <p:cNvCxnSpPr/>
          <p:nvPr/>
        </p:nvCxnSpPr>
        <p:spPr>
          <a:xfrm>
            <a:off x="1901520" y="4030200"/>
            <a:ext cx="1913400" cy="360"/>
          </a:xfrm>
          <a:prstGeom prst="straightConnector1">
            <a:avLst/>
          </a:prstGeom>
          <a:ln w="76200">
            <a:solidFill>
              <a:srgbClr val="ffffff">
                <a:lumMod val="50000"/>
              </a:srgbClr>
            </a:solidFill>
          </a:ln>
        </p:spPr>
      </p:cxnSp>
      <p:cxnSp>
        <p:nvCxnSpPr>
          <p:cNvPr id="1514" name="Straight Connector 57"/>
          <p:cNvCxnSpPr/>
          <p:nvPr/>
        </p:nvCxnSpPr>
        <p:spPr>
          <a:xfrm>
            <a:off x="4182480" y="4030200"/>
            <a:ext cx="1913760" cy="360"/>
          </a:xfrm>
          <a:prstGeom prst="straightConnector1">
            <a:avLst/>
          </a:prstGeom>
          <a:ln w="76200">
            <a:solidFill>
              <a:srgbClr val="ffffff">
                <a:lumMod val="50000"/>
              </a:srgbClr>
            </a:solidFill>
          </a:ln>
        </p:spPr>
      </p:cxnSp>
      <p:cxnSp>
        <p:nvCxnSpPr>
          <p:cNvPr id="1515" name="Straight Connector 58"/>
          <p:cNvCxnSpPr/>
          <p:nvPr/>
        </p:nvCxnSpPr>
        <p:spPr>
          <a:xfrm>
            <a:off x="6463800" y="4030200"/>
            <a:ext cx="1913400" cy="360"/>
          </a:xfrm>
          <a:prstGeom prst="straightConnector1">
            <a:avLst/>
          </a:prstGeom>
          <a:ln w="76200">
            <a:solidFill>
              <a:srgbClr val="ffffff">
                <a:lumMod val="50000"/>
              </a:srgbClr>
            </a:solidFill>
          </a:ln>
        </p:spPr>
      </p:cxnSp>
      <p:cxnSp>
        <p:nvCxnSpPr>
          <p:cNvPr id="1516" name="Straight Connector 59"/>
          <p:cNvCxnSpPr/>
          <p:nvPr/>
        </p:nvCxnSpPr>
        <p:spPr>
          <a:xfrm>
            <a:off x="8745120" y="4030200"/>
            <a:ext cx="1913400" cy="360"/>
          </a:xfrm>
          <a:prstGeom prst="straightConnector1">
            <a:avLst/>
          </a:prstGeom>
          <a:ln w="76200">
            <a:solidFill>
              <a:srgbClr val="ffffff">
                <a:lumMod val="50000"/>
              </a:srgbClr>
            </a:solidFill>
          </a:ln>
        </p:spPr>
      </p:cxnSp>
      <p:sp>
        <p:nvSpPr>
          <p:cNvPr id="1517" name="TextBox 66"/>
          <p:cNvSpPr/>
          <p:nvPr/>
        </p:nvSpPr>
        <p:spPr>
          <a:xfrm>
            <a:off x="2488680" y="3842640"/>
            <a:ext cx="7387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18" name="TextBox 67"/>
          <p:cNvSpPr/>
          <p:nvPr/>
        </p:nvSpPr>
        <p:spPr>
          <a:xfrm>
            <a:off x="9332280" y="3842640"/>
            <a:ext cx="7387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19" name="TextBox 68"/>
          <p:cNvSpPr/>
          <p:nvPr/>
        </p:nvSpPr>
        <p:spPr>
          <a:xfrm>
            <a:off x="7050960" y="3842640"/>
            <a:ext cx="7387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0" name="TextBox 69"/>
          <p:cNvSpPr/>
          <p:nvPr/>
        </p:nvSpPr>
        <p:spPr>
          <a:xfrm>
            <a:off x="4769640" y="3842640"/>
            <a:ext cx="7387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1" name="TextBox 2"/>
          <p:cNvSpPr/>
          <p:nvPr/>
        </p:nvSpPr>
        <p:spPr>
          <a:xfrm>
            <a:off x="3668400" y="2827440"/>
            <a:ext cx="660240" cy="37512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2" name="TextBox 3"/>
          <p:cNvSpPr/>
          <p:nvPr/>
        </p:nvSpPr>
        <p:spPr>
          <a:xfrm>
            <a:off x="5949720" y="2809800"/>
            <a:ext cx="660240" cy="37512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3" name="TextBox 4"/>
          <p:cNvSpPr/>
          <p:nvPr/>
        </p:nvSpPr>
        <p:spPr>
          <a:xfrm>
            <a:off x="8230680" y="2827440"/>
            <a:ext cx="660240" cy="37512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24" name="Straight Connector 5"/>
          <p:cNvCxnSpPr>
            <a:stCxn id="1521" idx="2"/>
            <a:endCxn id="1510" idx="0"/>
          </p:cNvCxnSpPr>
          <p:nvPr/>
        </p:nvCxnSpPr>
        <p:spPr>
          <a:xfrm>
            <a:off x="3998520" y="3202560"/>
            <a:ext cx="360" cy="640440"/>
          </a:xfrm>
          <a:prstGeom prst="straightConnector1">
            <a:avLst/>
          </a:prstGeom>
          <a:ln w="76200">
            <a:solidFill>
              <a:srgbClr val="ffffff">
                <a:lumMod val="50000"/>
              </a:srgbClr>
            </a:solidFill>
          </a:ln>
        </p:spPr>
      </p:cxnSp>
      <p:cxnSp>
        <p:nvCxnSpPr>
          <p:cNvPr id="1525" name="Straight Connector 8"/>
          <p:cNvCxnSpPr>
            <a:stCxn id="1522" idx="2"/>
            <a:endCxn id="1511" idx="0"/>
          </p:cNvCxnSpPr>
          <p:nvPr/>
        </p:nvCxnSpPr>
        <p:spPr>
          <a:xfrm flipH="1">
            <a:off x="6279480" y="3184920"/>
            <a:ext cx="720" cy="658080"/>
          </a:xfrm>
          <a:prstGeom prst="straightConnector1">
            <a:avLst/>
          </a:prstGeom>
          <a:ln w="76200">
            <a:solidFill>
              <a:srgbClr val="ffffff">
                <a:lumMod val="50000"/>
              </a:srgbClr>
            </a:solidFill>
          </a:ln>
        </p:spPr>
      </p:cxnSp>
      <p:cxnSp>
        <p:nvCxnSpPr>
          <p:cNvPr id="1526" name="Straight Connector 11"/>
          <p:cNvCxnSpPr>
            <a:stCxn id="1523" idx="2"/>
            <a:endCxn id="1512" idx="0"/>
          </p:cNvCxnSpPr>
          <p:nvPr/>
        </p:nvCxnSpPr>
        <p:spPr>
          <a:xfrm>
            <a:off x="8560800" y="3202560"/>
            <a:ext cx="360" cy="640440"/>
          </a:xfrm>
          <a:prstGeom prst="straightConnector1">
            <a:avLst/>
          </a:prstGeom>
          <a:ln w="76200">
            <a:solidFill>
              <a:srgbClr val="ffffff">
                <a:lumMod val="50000"/>
              </a:srgbClr>
            </a:solidFill>
          </a:ln>
        </p:spPr>
      </p:cxnSp>
      <p:sp>
        <p:nvSpPr>
          <p:cNvPr id="1527" name="TextBox 17"/>
          <p:cNvSpPr/>
          <p:nvPr/>
        </p:nvSpPr>
        <p:spPr>
          <a:xfrm>
            <a:off x="3126240" y="4532400"/>
            <a:ext cx="1730880" cy="375120"/>
          </a:xfrm>
          <a:prstGeom prst="rect">
            <a:avLst/>
          </a:prstGeom>
          <a:blipFill rotWithShape="0">
            <a:blip r:embed="rId1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8" name="TextBox 18"/>
          <p:cNvSpPr/>
          <p:nvPr/>
        </p:nvSpPr>
        <p:spPr>
          <a:xfrm>
            <a:off x="5375880" y="4533120"/>
            <a:ext cx="1793520" cy="375120"/>
          </a:xfrm>
          <a:prstGeom prst="rect">
            <a:avLst/>
          </a:prstGeom>
          <a:blipFill rotWithShape="0">
            <a:blip r:embed="rId1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29" name="TextBox 19"/>
          <p:cNvSpPr/>
          <p:nvPr/>
        </p:nvSpPr>
        <p:spPr>
          <a:xfrm>
            <a:off x="7673040" y="4533120"/>
            <a:ext cx="1793520" cy="375120"/>
          </a:xfrm>
          <a:prstGeom prst="rect">
            <a:avLst/>
          </a:prstGeom>
          <a:blipFill rotWithShape="0">
            <a:blip r:embed="rId1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30" name="TextBox 20"/>
          <p:cNvSpPr/>
          <p:nvPr/>
        </p:nvSpPr>
        <p:spPr>
          <a:xfrm>
            <a:off x="9977400" y="4532400"/>
            <a:ext cx="1731960" cy="375120"/>
          </a:xfrm>
          <a:prstGeom prst="rect">
            <a:avLst/>
          </a:prstGeom>
          <a:blipFill rotWithShape="0">
            <a:blip r:embed="rId1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31" name="Straight Arrow Connector 21"/>
          <p:cNvCxnSpPr>
            <a:stCxn id="1527" idx="0"/>
            <a:endCxn id="1510" idx="2"/>
          </p:cNvCxnSpPr>
          <p:nvPr/>
        </p:nvCxnSpPr>
        <p:spPr>
          <a:xfrm flipV="1">
            <a:off x="3991680" y="4217760"/>
            <a:ext cx="7200" cy="315000"/>
          </a:xfrm>
          <a:prstGeom prst="straightConnector1">
            <a:avLst/>
          </a:prstGeom>
          <a:ln w="38100">
            <a:solidFill>
              <a:srgbClr val="ff0000"/>
            </a:solidFill>
            <a:tailEnd len="med" type="triangle" w="med"/>
          </a:ln>
        </p:spPr>
      </p:cxnSp>
      <p:cxnSp>
        <p:nvCxnSpPr>
          <p:cNvPr id="1532" name="Straight Arrow Connector 22"/>
          <p:cNvCxnSpPr>
            <a:stCxn id="1528" idx="0"/>
            <a:endCxn id="1511" idx="2"/>
          </p:cNvCxnSpPr>
          <p:nvPr/>
        </p:nvCxnSpPr>
        <p:spPr>
          <a:xfrm flipV="1">
            <a:off x="6272640" y="4217760"/>
            <a:ext cx="7200" cy="315720"/>
          </a:xfrm>
          <a:prstGeom prst="straightConnector1">
            <a:avLst/>
          </a:prstGeom>
          <a:ln w="38100">
            <a:solidFill>
              <a:srgbClr val="ff0000"/>
            </a:solidFill>
            <a:tailEnd len="med" type="triangle" w="med"/>
          </a:ln>
        </p:spPr>
      </p:cxnSp>
      <p:cxnSp>
        <p:nvCxnSpPr>
          <p:cNvPr id="1533" name="Straight Arrow Connector 23"/>
          <p:cNvCxnSpPr>
            <a:stCxn id="1529" idx="0"/>
            <a:endCxn id="1512" idx="2"/>
          </p:cNvCxnSpPr>
          <p:nvPr/>
        </p:nvCxnSpPr>
        <p:spPr>
          <a:xfrm flipH="1" flipV="1">
            <a:off x="8560800" y="4217760"/>
            <a:ext cx="9360" cy="315720"/>
          </a:xfrm>
          <a:prstGeom prst="straightConnector1">
            <a:avLst/>
          </a:prstGeom>
          <a:ln w="38100">
            <a:solidFill>
              <a:srgbClr val="ff0000"/>
            </a:solidFill>
            <a:tailEnd len="med" type="triangle" w="med"/>
          </a:ln>
        </p:spPr>
      </p:cxnSp>
      <p:cxnSp>
        <p:nvCxnSpPr>
          <p:cNvPr id="1534" name="Straight Arrow Connector 24"/>
          <p:cNvCxnSpPr>
            <a:stCxn id="1530" idx="0"/>
            <a:endCxn id="1509" idx="2"/>
          </p:cNvCxnSpPr>
          <p:nvPr/>
        </p:nvCxnSpPr>
        <p:spPr>
          <a:xfrm flipV="1">
            <a:off x="10843200" y="4214880"/>
            <a:ext cx="360" cy="317880"/>
          </a:xfrm>
          <a:prstGeom prst="straightConnector1">
            <a:avLst/>
          </a:prstGeom>
          <a:ln w="38100">
            <a:solidFill>
              <a:srgbClr val="ff0000"/>
            </a:solidFill>
            <a:tailEnd len="med" type="triangle" w="med"/>
          </a:ln>
        </p:spPr>
      </p:cxnSp>
    </p:spTree>
  </p:cSld>
  <mc:AlternateContent>
    <mc:Choice Requires="p14">
      <p:transition spd="slow" p14:dur="2000"/>
    </mc:Choice>
    <mc:Fallback>
      <p:transition spd="slow"/>
    </mc:Fallback>
  </mc:AlternateContent>
  <p:timing>
    <p:tnLst>
      <p:par>
        <p:cTn id="2639" dur="indefinite" restart="never" nodeType="tmRoot">
          <p:childTnLst>
            <p:seq>
              <p:cTn id="2640" dur="indefinite" nodeType="mainSeq">
                <p:childTnLst>
                  <p:par>
                    <p:cTn id="2641" fill="hold">
                      <p:stCondLst>
                        <p:cond delay="indefinite"/>
                      </p:stCondLst>
                      <p:childTnLst>
                        <p:par>
                          <p:cTn id="2642" fill="hold">
                            <p:stCondLst>
                              <p:cond delay="0"/>
                            </p:stCondLst>
                            <p:childTnLst>
                              <p:par>
                                <p:cTn id="2643" nodeType="clickEffect" fill="hold" presetClass="entr" presetID="10">
                                  <p:stCondLst>
                                    <p:cond delay="0"/>
                                  </p:stCondLst>
                                  <p:childTnLst>
                                    <p:set>
                                      <p:cBhvr>
                                        <p:cTn id="2644" dur="1" fill="hold">
                                          <p:stCondLst>
                                            <p:cond delay="0"/>
                                          </p:stCondLst>
                                        </p:cTn>
                                        <p:tgtEl>
                                          <p:spTgt spid="1521"/>
                                        </p:tgtEl>
                                        <p:attrNameLst>
                                          <p:attrName>style.visibility</p:attrName>
                                        </p:attrNameLst>
                                      </p:cBhvr>
                                      <p:to>
                                        <p:strVal val="visible"/>
                                      </p:to>
                                    </p:set>
                                    <p:animEffect filter="fade" transition="in">
                                      <p:cBhvr additive="repl">
                                        <p:cTn id="2645" dur="500"/>
                                        <p:tgtEl>
                                          <p:spTgt spid="1521"/>
                                        </p:tgtEl>
                                      </p:cBhvr>
                                    </p:animEffect>
                                  </p:childTnLst>
                                </p:cTn>
                              </p:par>
                              <p:par>
                                <p:cTn id="2646" nodeType="withEffect" fill="hold" presetClass="entr" presetID="10">
                                  <p:stCondLst>
                                    <p:cond delay="0"/>
                                  </p:stCondLst>
                                  <p:childTnLst>
                                    <p:set>
                                      <p:cBhvr>
                                        <p:cTn id="2647" dur="1" fill="hold">
                                          <p:stCondLst>
                                            <p:cond delay="0"/>
                                          </p:stCondLst>
                                        </p:cTn>
                                        <p:tgtEl>
                                          <p:spTgt spid="1524"/>
                                        </p:tgtEl>
                                        <p:attrNameLst>
                                          <p:attrName>style.visibility</p:attrName>
                                        </p:attrNameLst>
                                      </p:cBhvr>
                                      <p:to>
                                        <p:strVal val="visible"/>
                                      </p:to>
                                    </p:set>
                                    <p:animEffect filter="fade" transition="in">
                                      <p:cBhvr additive="repl">
                                        <p:cTn id="2648" dur="500"/>
                                        <p:tgtEl>
                                          <p:spTgt spid="1524"/>
                                        </p:tgtEl>
                                      </p:cBhvr>
                                    </p:animEffect>
                                  </p:childTnLst>
                                </p:cTn>
                              </p:par>
                            </p:childTnLst>
                          </p:cTn>
                        </p:par>
                      </p:childTnLst>
                    </p:cTn>
                  </p:par>
                  <p:par>
                    <p:cTn id="2649" fill="hold">
                      <p:stCondLst>
                        <p:cond delay="indefinite"/>
                      </p:stCondLst>
                      <p:childTnLst>
                        <p:par>
                          <p:cTn id="2650" fill="hold">
                            <p:stCondLst>
                              <p:cond delay="0"/>
                            </p:stCondLst>
                            <p:childTnLst>
                              <p:par>
                                <p:cTn id="2651" nodeType="clickEffect" fill="hold" presetClass="entr" presetID="10">
                                  <p:stCondLst>
                                    <p:cond delay="0"/>
                                  </p:stCondLst>
                                  <p:childTnLst>
                                    <p:set>
                                      <p:cBhvr>
                                        <p:cTn id="2652" dur="1" fill="hold">
                                          <p:stCondLst>
                                            <p:cond delay="0"/>
                                          </p:stCondLst>
                                        </p:cTn>
                                        <p:tgtEl>
                                          <p:spTgt spid="1522"/>
                                        </p:tgtEl>
                                        <p:attrNameLst>
                                          <p:attrName>style.visibility</p:attrName>
                                        </p:attrNameLst>
                                      </p:cBhvr>
                                      <p:to>
                                        <p:strVal val="visible"/>
                                      </p:to>
                                    </p:set>
                                    <p:animEffect filter="fade" transition="in">
                                      <p:cBhvr additive="repl">
                                        <p:cTn id="2653" dur="500"/>
                                        <p:tgtEl>
                                          <p:spTgt spid="1522"/>
                                        </p:tgtEl>
                                      </p:cBhvr>
                                    </p:animEffect>
                                  </p:childTnLst>
                                </p:cTn>
                              </p:par>
                              <p:par>
                                <p:cTn id="2654" nodeType="withEffect" fill="hold" presetClass="entr" presetID="10">
                                  <p:stCondLst>
                                    <p:cond delay="0"/>
                                  </p:stCondLst>
                                  <p:childTnLst>
                                    <p:set>
                                      <p:cBhvr>
                                        <p:cTn id="2655" dur="1" fill="hold">
                                          <p:stCondLst>
                                            <p:cond delay="0"/>
                                          </p:stCondLst>
                                        </p:cTn>
                                        <p:tgtEl>
                                          <p:spTgt spid="1525"/>
                                        </p:tgtEl>
                                        <p:attrNameLst>
                                          <p:attrName>style.visibility</p:attrName>
                                        </p:attrNameLst>
                                      </p:cBhvr>
                                      <p:to>
                                        <p:strVal val="visible"/>
                                      </p:to>
                                    </p:set>
                                    <p:animEffect filter="fade" transition="in">
                                      <p:cBhvr additive="repl">
                                        <p:cTn id="2656" dur="500"/>
                                        <p:tgtEl>
                                          <p:spTgt spid="1525"/>
                                        </p:tgtEl>
                                      </p:cBhvr>
                                    </p:animEffect>
                                  </p:childTnLst>
                                </p:cTn>
                              </p:par>
                            </p:childTnLst>
                          </p:cTn>
                        </p:par>
                      </p:childTnLst>
                    </p:cTn>
                  </p:par>
                  <p:par>
                    <p:cTn id="2657" fill="hold">
                      <p:stCondLst>
                        <p:cond delay="indefinite"/>
                      </p:stCondLst>
                      <p:childTnLst>
                        <p:par>
                          <p:cTn id="2658" fill="hold">
                            <p:stCondLst>
                              <p:cond delay="0"/>
                            </p:stCondLst>
                            <p:childTnLst>
                              <p:par>
                                <p:cTn id="2659" nodeType="clickEffect" fill="hold" presetClass="entr" presetID="10">
                                  <p:stCondLst>
                                    <p:cond delay="0"/>
                                  </p:stCondLst>
                                  <p:childTnLst>
                                    <p:set>
                                      <p:cBhvr>
                                        <p:cTn id="2660" dur="1" fill="hold">
                                          <p:stCondLst>
                                            <p:cond delay="0"/>
                                          </p:stCondLst>
                                        </p:cTn>
                                        <p:tgtEl>
                                          <p:spTgt spid="1523"/>
                                        </p:tgtEl>
                                        <p:attrNameLst>
                                          <p:attrName>style.visibility</p:attrName>
                                        </p:attrNameLst>
                                      </p:cBhvr>
                                      <p:to>
                                        <p:strVal val="visible"/>
                                      </p:to>
                                    </p:set>
                                    <p:animEffect filter="fade" transition="in">
                                      <p:cBhvr additive="repl">
                                        <p:cTn id="2661" dur="500"/>
                                        <p:tgtEl>
                                          <p:spTgt spid="1523"/>
                                        </p:tgtEl>
                                      </p:cBhvr>
                                    </p:animEffect>
                                  </p:childTnLst>
                                </p:cTn>
                              </p:par>
                              <p:par>
                                <p:cTn id="2662" nodeType="withEffect" fill="hold" presetClass="entr" presetID="10">
                                  <p:stCondLst>
                                    <p:cond delay="0"/>
                                  </p:stCondLst>
                                  <p:childTnLst>
                                    <p:set>
                                      <p:cBhvr>
                                        <p:cTn id="2663" dur="1" fill="hold">
                                          <p:stCondLst>
                                            <p:cond delay="0"/>
                                          </p:stCondLst>
                                        </p:cTn>
                                        <p:tgtEl>
                                          <p:spTgt spid="1526"/>
                                        </p:tgtEl>
                                        <p:attrNameLst>
                                          <p:attrName>style.visibility</p:attrName>
                                        </p:attrNameLst>
                                      </p:cBhvr>
                                      <p:to>
                                        <p:strVal val="visible"/>
                                      </p:to>
                                    </p:set>
                                    <p:animEffect filter="fade" transition="in">
                                      <p:cBhvr additive="repl">
                                        <p:cTn id="2664" dur="500"/>
                                        <p:tgtEl>
                                          <p:spTgt spid="1526"/>
                                        </p:tgtEl>
                                      </p:cBhvr>
                                    </p:animEffect>
                                  </p:childTnLst>
                                </p:cTn>
                              </p:par>
                            </p:childTnLst>
                          </p:cTn>
                        </p:par>
                      </p:childTnLst>
                    </p:cTn>
                  </p:par>
                  <p:par>
                    <p:cTn id="2665" fill="hold">
                      <p:stCondLst>
                        <p:cond delay="indefinite"/>
                      </p:stCondLst>
                      <p:childTnLst>
                        <p:par>
                          <p:cTn id="2666" fill="hold">
                            <p:stCondLst>
                              <p:cond delay="0"/>
                            </p:stCondLst>
                            <p:childTnLst>
                              <p:par>
                                <p:cTn id="2667" nodeType="clickEffect" fill="hold" presetClass="entr" presetID="10">
                                  <p:stCondLst>
                                    <p:cond delay="0"/>
                                  </p:stCondLst>
                                  <p:childTnLst>
                                    <p:set>
                                      <p:cBhvr>
                                        <p:cTn id="2668" dur="1" fill="hold">
                                          <p:stCondLst>
                                            <p:cond delay="0"/>
                                          </p:stCondLst>
                                        </p:cTn>
                                        <p:tgtEl>
                                          <p:spTgt spid="1527"/>
                                        </p:tgtEl>
                                        <p:attrNameLst>
                                          <p:attrName>style.visibility</p:attrName>
                                        </p:attrNameLst>
                                      </p:cBhvr>
                                      <p:to>
                                        <p:strVal val="visible"/>
                                      </p:to>
                                    </p:set>
                                    <p:animEffect filter="fade" transition="in">
                                      <p:cBhvr additive="repl">
                                        <p:cTn id="2669" dur="500"/>
                                        <p:tgtEl>
                                          <p:spTgt spid="1527"/>
                                        </p:tgtEl>
                                      </p:cBhvr>
                                    </p:animEffect>
                                  </p:childTnLst>
                                </p:cTn>
                              </p:par>
                              <p:par>
                                <p:cTn id="2670" nodeType="withEffect" fill="hold" presetClass="entr" presetID="10">
                                  <p:stCondLst>
                                    <p:cond delay="0"/>
                                  </p:stCondLst>
                                  <p:childTnLst>
                                    <p:set>
                                      <p:cBhvr>
                                        <p:cTn id="2671" dur="1" fill="hold">
                                          <p:stCondLst>
                                            <p:cond delay="0"/>
                                          </p:stCondLst>
                                        </p:cTn>
                                        <p:tgtEl>
                                          <p:spTgt spid="1531"/>
                                        </p:tgtEl>
                                        <p:attrNameLst>
                                          <p:attrName>style.visibility</p:attrName>
                                        </p:attrNameLst>
                                      </p:cBhvr>
                                      <p:to>
                                        <p:strVal val="visible"/>
                                      </p:to>
                                    </p:set>
                                    <p:animEffect filter="fade" transition="in">
                                      <p:cBhvr additive="repl">
                                        <p:cTn id="2672" dur="500"/>
                                        <p:tgtEl>
                                          <p:spTgt spid="1531"/>
                                        </p:tgtEl>
                                      </p:cBhvr>
                                    </p:animEffect>
                                  </p:childTnLst>
                                </p:cTn>
                              </p:par>
                            </p:childTnLst>
                          </p:cTn>
                        </p:par>
                      </p:childTnLst>
                    </p:cTn>
                  </p:par>
                  <p:par>
                    <p:cTn id="2673" fill="hold">
                      <p:stCondLst>
                        <p:cond delay="indefinite"/>
                      </p:stCondLst>
                      <p:childTnLst>
                        <p:par>
                          <p:cTn id="2674" fill="hold">
                            <p:stCondLst>
                              <p:cond delay="0"/>
                            </p:stCondLst>
                            <p:childTnLst>
                              <p:par>
                                <p:cTn id="2675" nodeType="clickEffect" fill="hold" presetClass="entr" presetID="10">
                                  <p:stCondLst>
                                    <p:cond delay="0"/>
                                  </p:stCondLst>
                                  <p:childTnLst>
                                    <p:set>
                                      <p:cBhvr>
                                        <p:cTn id="2676" dur="1" fill="hold">
                                          <p:stCondLst>
                                            <p:cond delay="0"/>
                                          </p:stCondLst>
                                        </p:cTn>
                                        <p:tgtEl>
                                          <p:spTgt spid="1528"/>
                                        </p:tgtEl>
                                        <p:attrNameLst>
                                          <p:attrName>style.visibility</p:attrName>
                                        </p:attrNameLst>
                                      </p:cBhvr>
                                      <p:to>
                                        <p:strVal val="visible"/>
                                      </p:to>
                                    </p:set>
                                    <p:animEffect filter="fade" transition="in">
                                      <p:cBhvr additive="repl">
                                        <p:cTn id="2677" dur="500"/>
                                        <p:tgtEl>
                                          <p:spTgt spid="1528"/>
                                        </p:tgtEl>
                                      </p:cBhvr>
                                    </p:animEffect>
                                  </p:childTnLst>
                                </p:cTn>
                              </p:par>
                              <p:par>
                                <p:cTn id="2678" nodeType="withEffect" fill="hold" presetClass="entr" presetID="10">
                                  <p:stCondLst>
                                    <p:cond delay="0"/>
                                  </p:stCondLst>
                                  <p:childTnLst>
                                    <p:set>
                                      <p:cBhvr>
                                        <p:cTn id="2679" dur="1" fill="hold">
                                          <p:stCondLst>
                                            <p:cond delay="0"/>
                                          </p:stCondLst>
                                        </p:cTn>
                                        <p:tgtEl>
                                          <p:spTgt spid="1532"/>
                                        </p:tgtEl>
                                        <p:attrNameLst>
                                          <p:attrName>style.visibility</p:attrName>
                                        </p:attrNameLst>
                                      </p:cBhvr>
                                      <p:to>
                                        <p:strVal val="visible"/>
                                      </p:to>
                                    </p:set>
                                    <p:animEffect filter="fade" transition="in">
                                      <p:cBhvr additive="repl">
                                        <p:cTn id="2680" dur="500"/>
                                        <p:tgtEl>
                                          <p:spTgt spid="1532"/>
                                        </p:tgtEl>
                                      </p:cBhvr>
                                    </p:animEffect>
                                  </p:childTnLst>
                                </p:cTn>
                              </p:par>
                            </p:childTnLst>
                          </p:cTn>
                        </p:par>
                      </p:childTnLst>
                    </p:cTn>
                  </p:par>
                  <p:par>
                    <p:cTn id="2681" fill="hold">
                      <p:stCondLst>
                        <p:cond delay="indefinite"/>
                      </p:stCondLst>
                      <p:childTnLst>
                        <p:par>
                          <p:cTn id="2682" fill="hold">
                            <p:stCondLst>
                              <p:cond delay="0"/>
                            </p:stCondLst>
                            <p:childTnLst>
                              <p:par>
                                <p:cTn id="2683" nodeType="clickEffect" fill="hold" presetClass="entr" presetID="10">
                                  <p:stCondLst>
                                    <p:cond delay="0"/>
                                  </p:stCondLst>
                                  <p:childTnLst>
                                    <p:set>
                                      <p:cBhvr>
                                        <p:cTn id="2684" dur="1" fill="hold">
                                          <p:stCondLst>
                                            <p:cond delay="0"/>
                                          </p:stCondLst>
                                        </p:cTn>
                                        <p:tgtEl>
                                          <p:spTgt spid="1529"/>
                                        </p:tgtEl>
                                        <p:attrNameLst>
                                          <p:attrName>style.visibility</p:attrName>
                                        </p:attrNameLst>
                                      </p:cBhvr>
                                      <p:to>
                                        <p:strVal val="visible"/>
                                      </p:to>
                                    </p:set>
                                    <p:animEffect filter="fade" transition="in">
                                      <p:cBhvr additive="repl">
                                        <p:cTn id="2685" dur="500"/>
                                        <p:tgtEl>
                                          <p:spTgt spid="1529"/>
                                        </p:tgtEl>
                                      </p:cBhvr>
                                    </p:animEffect>
                                  </p:childTnLst>
                                </p:cTn>
                              </p:par>
                              <p:par>
                                <p:cTn id="2686" nodeType="withEffect" fill="hold" presetClass="entr" presetID="10">
                                  <p:stCondLst>
                                    <p:cond delay="0"/>
                                  </p:stCondLst>
                                  <p:childTnLst>
                                    <p:set>
                                      <p:cBhvr>
                                        <p:cTn id="2687" dur="1" fill="hold">
                                          <p:stCondLst>
                                            <p:cond delay="0"/>
                                          </p:stCondLst>
                                        </p:cTn>
                                        <p:tgtEl>
                                          <p:spTgt spid="1533"/>
                                        </p:tgtEl>
                                        <p:attrNameLst>
                                          <p:attrName>style.visibility</p:attrName>
                                        </p:attrNameLst>
                                      </p:cBhvr>
                                      <p:to>
                                        <p:strVal val="visible"/>
                                      </p:to>
                                    </p:set>
                                    <p:animEffect filter="fade" transition="in">
                                      <p:cBhvr additive="repl">
                                        <p:cTn id="2688" dur="500"/>
                                        <p:tgtEl>
                                          <p:spTgt spid="1533"/>
                                        </p:tgtEl>
                                      </p:cBhvr>
                                    </p:animEffect>
                                  </p:childTnLst>
                                </p:cTn>
                              </p:par>
                            </p:childTnLst>
                          </p:cTn>
                        </p:par>
                      </p:childTnLst>
                    </p:cTn>
                  </p:par>
                  <p:par>
                    <p:cTn id="2689" fill="hold">
                      <p:stCondLst>
                        <p:cond delay="indefinite"/>
                      </p:stCondLst>
                      <p:childTnLst>
                        <p:par>
                          <p:cTn id="2690" fill="hold">
                            <p:stCondLst>
                              <p:cond delay="0"/>
                            </p:stCondLst>
                            <p:childTnLst>
                              <p:par>
                                <p:cTn id="2691" nodeType="clickEffect" fill="hold" presetClass="entr" presetID="10">
                                  <p:stCondLst>
                                    <p:cond delay="0"/>
                                  </p:stCondLst>
                                  <p:childTnLst>
                                    <p:set>
                                      <p:cBhvr>
                                        <p:cTn id="2692" dur="1" fill="hold">
                                          <p:stCondLst>
                                            <p:cond delay="0"/>
                                          </p:stCondLst>
                                        </p:cTn>
                                        <p:tgtEl>
                                          <p:spTgt spid="1530"/>
                                        </p:tgtEl>
                                        <p:attrNameLst>
                                          <p:attrName>style.visibility</p:attrName>
                                        </p:attrNameLst>
                                      </p:cBhvr>
                                      <p:to>
                                        <p:strVal val="visible"/>
                                      </p:to>
                                    </p:set>
                                    <p:animEffect filter="fade" transition="in">
                                      <p:cBhvr additive="repl">
                                        <p:cTn id="2693" dur="500"/>
                                        <p:tgtEl>
                                          <p:spTgt spid="1530"/>
                                        </p:tgtEl>
                                      </p:cBhvr>
                                    </p:animEffect>
                                  </p:childTnLst>
                                </p:cTn>
                              </p:par>
                              <p:par>
                                <p:cTn id="2694" nodeType="withEffect" fill="hold" presetClass="entr" presetID="10">
                                  <p:stCondLst>
                                    <p:cond delay="0"/>
                                  </p:stCondLst>
                                  <p:childTnLst>
                                    <p:set>
                                      <p:cBhvr>
                                        <p:cTn id="2695" dur="1" fill="hold">
                                          <p:stCondLst>
                                            <p:cond delay="0"/>
                                          </p:stCondLst>
                                        </p:cTn>
                                        <p:tgtEl>
                                          <p:spTgt spid="1534"/>
                                        </p:tgtEl>
                                        <p:attrNameLst>
                                          <p:attrName>style.visibility</p:attrName>
                                        </p:attrNameLst>
                                      </p:cBhvr>
                                      <p:to>
                                        <p:strVal val="visible"/>
                                      </p:to>
                                    </p:set>
                                    <p:animEffect filter="fade" transition="in">
                                      <p:cBhvr additive="repl">
                                        <p:cTn id="2696" dur="500"/>
                                        <p:tgtEl>
                                          <p:spTgt spid="15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forward</a:t>
            </a:r>
            <a:endParaRPr b="0" lang="en-US" sz="4400" spc="-1" strike="noStrike">
              <a:solidFill>
                <a:schemeClr val="dk1"/>
              </a:solidFill>
              <a:latin typeface="Calibri"/>
            </a:endParaRPr>
          </a:p>
        </p:txBody>
      </p:sp>
      <p:sp>
        <p:nvSpPr>
          <p:cNvPr id="1536" name="TextBox 49"/>
          <p:cNvSpPr/>
          <p:nvPr/>
        </p:nvSpPr>
        <p:spPr>
          <a:xfrm>
            <a:off x="1533600" y="384588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37" name="TextBox 50"/>
          <p:cNvSpPr/>
          <p:nvPr/>
        </p:nvSpPr>
        <p:spPr>
          <a:xfrm flipH="1">
            <a:off x="10657440" y="384588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38" name="TextBox 51"/>
          <p:cNvSpPr/>
          <p:nvPr/>
        </p:nvSpPr>
        <p:spPr>
          <a:xfrm>
            <a:off x="3814920" y="38426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39" name="TextBox 53"/>
          <p:cNvSpPr/>
          <p:nvPr/>
        </p:nvSpPr>
        <p:spPr>
          <a:xfrm>
            <a:off x="6095880" y="38426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40" name="TextBox 54"/>
          <p:cNvSpPr/>
          <p:nvPr/>
        </p:nvSpPr>
        <p:spPr>
          <a:xfrm>
            <a:off x="8377200" y="38426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41" name="Straight Connector 55"/>
          <p:cNvCxnSpPr/>
          <p:nvPr/>
        </p:nvCxnSpPr>
        <p:spPr>
          <a:xfrm>
            <a:off x="1901520" y="4030200"/>
            <a:ext cx="1913400" cy="360"/>
          </a:xfrm>
          <a:prstGeom prst="straightConnector1">
            <a:avLst/>
          </a:prstGeom>
          <a:ln w="76200">
            <a:solidFill>
              <a:srgbClr val="ffffff">
                <a:lumMod val="50000"/>
              </a:srgbClr>
            </a:solidFill>
          </a:ln>
        </p:spPr>
      </p:cxnSp>
      <p:cxnSp>
        <p:nvCxnSpPr>
          <p:cNvPr id="1542" name="Straight Connector 57"/>
          <p:cNvCxnSpPr/>
          <p:nvPr/>
        </p:nvCxnSpPr>
        <p:spPr>
          <a:xfrm>
            <a:off x="4182480" y="4030200"/>
            <a:ext cx="1913760" cy="360"/>
          </a:xfrm>
          <a:prstGeom prst="straightConnector1">
            <a:avLst/>
          </a:prstGeom>
          <a:ln w="76200">
            <a:solidFill>
              <a:srgbClr val="ffffff">
                <a:lumMod val="50000"/>
              </a:srgbClr>
            </a:solidFill>
          </a:ln>
        </p:spPr>
      </p:cxnSp>
      <p:cxnSp>
        <p:nvCxnSpPr>
          <p:cNvPr id="1543" name="Straight Connector 58"/>
          <p:cNvCxnSpPr/>
          <p:nvPr/>
        </p:nvCxnSpPr>
        <p:spPr>
          <a:xfrm>
            <a:off x="6463800" y="4030200"/>
            <a:ext cx="1913400" cy="360"/>
          </a:xfrm>
          <a:prstGeom prst="straightConnector1">
            <a:avLst/>
          </a:prstGeom>
          <a:ln w="76200">
            <a:solidFill>
              <a:srgbClr val="ffffff">
                <a:lumMod val="50000"/>
              </a:srgbClr>
            </a:solidFill>
          </a:ln>
        </p:spPr>
      </p:cxnSp>
      <p:cxnSp>
        <p:nvCxnSpPr>
          <p:cNvPr id="1544" name="Straight Connector 59"/>
          <p:cNvCxnSpPr/>
          <p:nvPr/>
        </p:nvCxnSpPr>
        <p:spPr>
          <a:xfrm>
            <a:off x="8745120" y="4030200"/>
            <a:ext cx="1913400" cy="360"/>
          </a:xfrm>
          <a:prstGeom prst="straightConnector1">
            <a:avLst/>
          </a:prstGeom>
          <a:ln w="76200">
            <a:solidFill>
              <a:srgbClr val="ffffff">
                <a:lumMod val="50000"/>
              </a:srgbClr>
            </a:solidFill>
          </a:ln>
        </p:spPr>
      </p:cxnSp>
      <p:sp>
        <p:nvSpPr>
          <p:cNvPr id="1545" name="TextBox 66"/>
          <p:cNvSpPr/>
          <p:nvPr/>
        </p:nvSpPr>
        <p:spPr>
          <a:xfrm>
            <a:off x="2488680" y="3842640"/>
            <a:ext cx="7387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46" name="TextBox 67"/>
          <p:cNvSpPr/>
          <p:nvPr/>
        </p:nvSpPr>
        <p:spPr>
          <a:xfrm>
            <a:off x="9332280" y="3842640"/>
            <a:ext cx="7387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47" name="TextBox 68"/>
          <p:cNvSpPr/>
          <p:nvPr/>
        </p:nvSpPr>
        <p:spPr>
          <a:xfrm>
            <a:off x="7050960" y="3842640"/>
            <a:ext cx="7387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48" name="TextBox 69"/>
          <p:cNvSpPr/>
          <p:nvPr/>
        </p:nvSpPr>
        <p:spPr>
          <a:xfrm>
            <a:off x="4769640" y="3842640"/>
            <a:ext cx="7387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49" name="TextBox 2"/>
          <p:cNvSpPr/>
          <p:nvPr/>
        </p:nvSpPr>
        <p:spPr>
          <a:xfrm>
            <a:off x="3668400" y="2827440"/>
            <a:ext cx="660240" cy="37512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50" name="TextBox 3"/>
          <p:cNvSpPr/>
          <p:nvPr/>
        </p:nvSpPr>
        <p:spPr>
          <a:xfrm>
            <a:off x="5949720" y="2809800"/>
            <a:ext cx="660240" cy="37512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51" name="TextBox 4"/>
          <p:cNvSpPr/>
          <p:nvPr/>
        </p:nvSpPr>
        <p:spPr>
          <a:xfrm>
            <a:off x="8230680" y="2827440"/>
            <a:ext cx="660240" cy="37512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52" name="Straight Connector 5"/>
          <p:cNvCxnSpPr>
            <a:stCxn id="1549" idx="2"/>
            <a:endCxn id="1538" idx="0"/>
          </p:cNvCxnSpPr>
          <p:nvPr/>
        </p:nvCxnSpPr>
        <p:spPr>
          <a:xfrm>
            <a:off x="3998520" y="3202560"/>
            <a:ext cx="360" cy="640440"/>
          </a:xfrm>
          <a:prstGeom prst="straightConnector1">
            <a:avLst/>
          </a:prstGeom>
          <a:ln w="76200">
            <a:solidFill>
              <a:srgbClr val="ffffff">
                <a:lumMod val="50000"/>
              </a:srgbClr>
            </a:solidFill>
          </a:ln>
        </p:spPr>
      </p:cxnSp>
      <p:cxnSp>
        <p:nvCxnSpPr>
          <p:cNvPr id="1553" name="Straight Connector 8"/>
          <p:cNvCxnSpPr>
            <a:stCxn id="1550" idx="2"/>
            <a:endCxn id="1539" idx="0"/>
          </p:cNvCxnSpPr>
          <p:nvPr/>
        </p:nvCxnSpPr>
        <p:spPr>
          <a:xfrm flipH="1">
            <a:off x="6279480" y="3184920"/>
            <a:ext cx="720" cy="658080"/>
          </a:xfrm>
          <a:prstGeom prst="straightConnector1">
            <a:avLst/>
          </a:prstGeom>
          <a:ln w="76200">
            <a:solidFill>
              <a:srgbClr val="ffffff">
                <a:lumMod val="50000"/>
              </a:srgbClr>
            </a:solidFill>
          </a:ln>
        </p:spPr>
      </p:cxnSp>
      <p:cxnSp>
        <p:nvCxnSpPr>
          <p:cNvPr id="1554" name="Straight Connector 11"/>
          <p:cNvCxnSpPr>
            <a:stCxn id="1551" idx="2"/>
            <a:endCxn id="1540" idx="0"/>
          </p:cNvCxnSpPr>
          <p:nvPr/>
        </p:nvCxnSpPr>
        <p:spPr>
          <a:xfrm>
            <a:off x="8560800" y="3202560"/>
            <a:ext cx="360" cy="640440"/>
          </a:xfrm>
          <a:prstGeom prst="straightConnector1">
            <a:avLst/>
          </a:prstGeom>
          <a:ln w="76200">
            <a:solidFill>
              <a:srgbClr val="ffffff">
                <a:lumMod val="50000"/>
              </a:srgbClr>
            </a:solidFill>
          </a:ln>
        </p:spPr>
      </p:cxnSp>
      <p:sp>
        <p:nvSpPr>
          <p:cNvPr id="1555" name="TextBox 17"/>
          <p:cNvSpPr/>
          <p:nvPr/>
        </p:nvSpPr>
        <p:spPr>
          <a:xfrm>
            <a:off x="2965320" y="4532400"/>
            <a:ext cx="2066760" cy="375120"/>
          </a:xfrm>
          <a:prstGeom prst="rect">
            <a:avLst/>
          </a:prstGeom>
          <a:blipFill rotWithShape="0">
            <a:blip r:embed="rId1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56" name="TextBox 18"/>
          <p:cNvSpPr/>
          <p:nvPr/>
        </p:nvSpPr>
        <p:spPr>
          <a:xfrm>
            <a:off x="5205240" y="4533120"/>
            <a:ext cx="2149200" cy="375120"/>
          </a:xfrm>
          <a:prstGeom prst="rect">
            <a:avLst/>
          </a:prstGeom>
          <a:blipFill rotWithShape="0">
            <a:blip r:embed="rId1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57" name="TextBox 19"/>
          <p:cNvSpPr/>
          <p:nvPr/>
        </p:nvSpPr>
        <p:spPr>
          <a:xfrm>
            <a:off x="7486200" y="4533120"/>
            <a:ext cx="2149200" cy="375120"/>
          </a:xfrm>
          <a:prstGeom prst="rect">
            <a:avLst/>
          </a:prstGeom>
          <a:blipFill rotWithShape="0">
            <a:blip r:embed="rId1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58" name="TextBox 20"/>
          <p:cNvSpPr/>
          <p:nvPr/>
        </p:nvSpPr>
        <p:spPr>
          <a:xfrm>
            <a:off x="9807120" y="4532400"/>
            <a:ext cx="2070000" cy="375120"/>
          </a:xfrm>
          <a:prstGeom prst="rect">
            <a:avLst/>
          </a:prstGeom>
          <a:blipFill rotWithShape="0">
            <a:blip r:embed="rId1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59" name="Straight Arrow Connector 21"/>
          <p:cNvCxnSpPr>
            <a:stCxn id="1555" idx="0"/>
            <a:endCxn id="1538" idx="2"/>
          </p:cNvCxnSpPr>
          <p:nvPr/>
        </p:nvCxnSpPr>
        <p:spPr>
          <a:xfrm flipV="1">
            <a:off x="3998520" y="4217760"/>
            <a:ext cx="360" cy="315000"/>
          </a:xfrm>
          <a:prstGeom prst="straightConnector1">
            <a:avLst/>
          </a:prstGeom>
          <a:ln w="38100">
            <a:solidFill>
              <a:srgbClr val="000000"/>
            </a:solidFill>
            <a:tailEnd len="med" type="triangle" w="med"/>
          </a:ln>
        </p:spPr>
      </p:cxnSp>
      <p:cxnSp>
        <p:nvCxnSpPr>
          <p:cNvPr id="1560" name="Straight Arrow Connector 22"/>
          <p:cNvCxnSpPr>
            <a:stCxn id="1556" idx="0"/>
            <a:endCxn id="1539" idx="2"/>
          </p:cNvCxnSpPr>
          <p:nvPr/>
        </p:nvCxnSpPr>
        <p:spPr>
          <a:xfrm flipH="1" flipV="1">
            <a:off x="6279480" y="4217760"/>
            <a:ext cx="720" cy="315720"/>
          </a:xfrm>
          <a:prstGeom prst="straightConnector1">
            <a:avLst/>
          </a:prstGeom>
          <a:ln w="38100">
            <a:solidFill>
              <a:srgbClr val="000000"/>
            </a:solidFill>
            <a:tailEnd len="med" type="triangle" w="med"/>
          </a:ln>
        </p:spPr>
      </p:cxnSp>
      <p:cxnSp>
        <p:nvCxnSpPr>
          <p:cNvPr id="1561" name="Straight Arrow Connector 23"/>
          <p:cNvCxnSpPr>
            <a:stCxn id="1557" idx="0"/>
            <a:endCxn id="1540" idx="2"/>
          </p:cNvCxnSpPr>
          <p:nvPr/>
        </p:nvCxnSpPr>
        <p:spPr>
          <a:xfrm flipV="1">
            <a:off x="8560800" y="4217760"/>
            <a:ext cx="360" cy="315720"/>
          </a:xfrm>
          <a:prstGeom prst="straightConnector1">
            <a:avLst/>
          </a:prstGeom>
          <a:ln w="38100">
            <a:solidFill>
              <a:srgbClr val="000000"/>
            </a:solidFill>
            <a:tailEnd len="med" type="triangle" w="med"/>
          </a:ln>
        </p:spPr>
      </p:cxnSp>
      <p:cxnSp>
        <p:nvCxnSpPr>
          <p:cNvPr id="1562" name="Straight Arrow Connector 24"/>
          <p:cNvCxnSpPr>
            <a:stCxn id="1558" idx="0"/>
            <a:endCxn id="1537" idx="2"/>
          </p:cNvCxnSpPr>
          <p:nvPr/>
        </p:nvCxnSpPr>
        <p:spPr>
          <a:xfrm flipV="1">
            <a:off x="10842120" y="4214880"/>
            <a:ext cx="1440" cy="317880"/>
          </a:xfrm>
          <a:prstGeom prst="straightConnector1">
            <a:avLst/>
          </a:prstGeom>
          <a:ln w="38100">
            <a:solidFill>
              <a:srgbClr val="000000"/>
            </a:solidFill>
            <a:tailEnd len="med" type="triangle" w="med"/>
          </a:ln>
        </p:spPr>
      </p:cxn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 Interlude</a:t>
            </a:r>
            <a:endParaRPr b="0" lang="en-US" sz="4400" spc="-1" strike="noStrike">
              <a:solidFill>
                <a:schemeClr val="dk1"/>
              </a:solidFill>
              <a:latin typeface="Calibri"/>
            </a:endParaRPr>
          </a:p>
        </p:txBody>
      </p:sp>
      <p:sp>
        <p:nvSpPr>
          <p:cNvPr id="1564" name="TextBox 7"/>
          <p:cNvSpPr/>
          <p:nvPr/>
        </p:nvSpPr>
        <p:spPr>
          <a:xfrm>
            <a:off x="838080" y="1787400"/>
            <a:ext cx="7770240" cy="358632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backward</a:t>
            </a:r>
            <a:endParaRPr b="0" lang="en-US" sz="4400" spc="-1" strike="noStrike">
              <a:solidFill>
                <a:schemeClr val="dk1"/>
              </a:solidFill>
              <a:latin typeface="Calibri"/>
            </a:endParaRPr>
          </a:p>
        </p:txBody>
      </p:sp>
      <p:sp>
        <p:nvSpPr>
          <p:cNvPr id="1566" name="TextBox 49"/>
          <p:cNvSpPr/>
          <p:nvPr/>
        </p:nvSpPr>
        <p:spPr>
          <a:xfrm>
            <a:off x="1533600" y="384588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67" name="TextBox 50"/>
          <p:cNvSpPr/>
          <p:nvPr/>
        </p:nvSpPr>
        <p:spPr>
          <a:xfrm flipH="1">
            <a:off x="10657440" y="384588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68" name="TextBox 51"/>
          <p:cNvSpPr/>
          <p:nvPr/>
        </p:nvSpPr>
        <p:spPr>
          <a:xfrm>
            <a:off x="3814920" y="38426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69" name="TextBox 53"/>
          <p:cNvSpPr/>
          <p:nvPr/>
        </p:nvSpPr>
        <p:spPr>
          <a:xfrm>
            <a:off x="6095880" y="38426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70" name="TextBox 54"/>
          <p:cNvSpPr/>
          <p:nvPr/>
        </p:nvSpPr>
        <p:spPr>
          <a:xfrm>
            <a:off x="8377200" y="38426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71" name="Straight Connector 55"/>
          <p:cNvCxnSpPr/>
          <p:nvPr/>
        </p:nvCxnSpPr>
        <p:spPr>
          <a:xfrm>
            <a:off x="1901520" y="4030200"/>
            <a:ext cx="1913400" cy="360"/>
          </a:xfrm>
          <a:prstGeom prst="straightConnector1">
            <a:avLst/>
          </a:prstGeom>
          <a:ln w="76200">
            <a:solidFill>
              <a:srgbClr val="ffffff">
                <a:lumMod val="50000"/>
              </a:srgbClr>
            </a:solidFill>
          </a:ln>
        </p:spPr>
      </p:cxnSp>
      <p:cxnSp>
        <p:nvCxnSpPr>
          <p:cNvPr id="1572" name="Straight Connector 57"/>
          <p:cNvCxnSpPr/>
          <p:nvPr/>
        </p:nvCxnSpPr>
        <p:spPr>
          <a:xfrm>
            <a:off x="4182480" y="4030200"/>
            <a:ext cx="1913760" cy="360"/>
          </a:xfrm>
          <a:prstGeom prst="straightConnector1">
            <a:avLst/>
          </a:prstGeom>
          <a:ln w="76200">
            <a:solidFill>
              <a:srgbClr val="ffffff">
                <a:lumMod val="50000"/>
              </a:srgbClr>
            </a:solidFill>
          </a:ln>
        </p:spPr>
      </p:cxnSp>
      <p:cxnSp>
        <p:nvCxnSpPr>
          <p:cNvPr id="1573" name="Straight Connector 58"/>
          <p:cNvCxnSpPr/>
          <p:nvPr/>
        </p:nvCxnSpPr>
        <p:spPr>
          <a:xfrm>
            <a:off x="6463800" y="4030200"/>
            <a:ext cx="1913400" cy="360"/>
          </a:xfrm>
          <a:prstGeom prst="straightConnector1">
            <a:avLst/>
          </a:prstGeom>
          <a:ln w="76200">
            <a:solidFill>
              <a:srgbClr val="ffffff">
                <a:lumMod val="50000"/>
              </a:srgbClr>
            </a:solidFill>
          </a:ln>
        </p:spPr>
      </p:cxnSp>
      <p:cxnSp>
        <p:nvCxnSpPr>
          <p:cNvPr id="1574" name="Straight Connector 59"/>
          <p:cNvCxnSpPr/>
          <p:nvPr/>
        </p:nvCxnSpPr>
        <p:spPr>
          <a:xfrm>
            <a:off x="8745120" y="4030200"/>
            <a:ext cx="1913400" cy="360"/>
          </a:xfrm>
          <a:prstGeom prst="straightConnector1">
            <a:avLst/>
          </a:prstGeom>
          <a:ln w="76200">
            <a:solidFill>
              <a:srgbClr val="ffffff">
                <a:lumMod val="50000"/>
              </a:srgbClr>
            </a:solidFill>
          </a:ln>
        </p:spPr>
      </p:cxnSp>
      <p:sp>
        <p:nvSpPr>
          <p:cNvPr id="1575" name="TextBox 66"/>
          <p:cNvSpPr/>
          <p:nvPr/>
        </p:nvSpPr>
        <p:spPr>
          <a:xfrm>
            <a:off x="2488680" y="3842640"/>
            <a:ext cx="7387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76" name="TextBox 67"/>
          <p:cNvSpPr/>
          <p:nvPr/>
        </p:nvSpPr>
        <p:spPr>
          <a:xfrm>
            <a:off x="9332280" y="3842640"/>
            <a:ext cx="7387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77" name="TextBox 68"/>
          <p:cNvSpPr/>
          <p:nvPr/>
        </p:nvSpPr>
        <p:spPr>
          <a:xfrm>
            <a:off x="7050960" y="3842640"/>
            <a:ext cx="7387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78" name="TextBox 69"/>
          <p:cNvSpPr/>
          <p:nvPr/>
        </p:nvSpPr>
        <p:spPr>
          <a:xfrm>
            <a:off x="4769640" y="3842640"/>
            <a:ext cx="7387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79" name="TextBox 2"/>
          <p:cNvSpPr/>
          <p:nvPr/>
        </p:nvSpPr>
        <p:spPr>
          <a:xfrm>
            <a:off x="3668400" y="2827440"/>
            <a:ext cx="660240" cy="37512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80" name="TextBox 3"/>
          <p:cNvSpPr/>
          <p:nvPr/>
        </p:nvSpPr>
        <p:spPr>
          <a:xfrm>
            <a:off x="5949720" y="2809800"/>
            <a:ext cx="660240" cy="37512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81" name="TextBox 4"/>
          <p:cNvSpPr/>
          <p:nvPr/>
        </p:nvSpPr>
        <p:spPr>
          <a:xfrm>
            <a:off x="8230680" y="2827440"/>
            <a:ext cx="660240" cy="37512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582" name="Straight Connector 5"/>
          <p:cNvCxnSpPr>
            <a:stCxn id="1579" idx="2"/>
            <a:endCxn id="1568" idx="0"/>
          </p:cNvCxnSpPr>
          <p:nvPr/>
        </p:nvCxnSpPr>
        <p:spPr>
          <a:xfrm>
            <a:off x="3998520" y="3202560"/>
            <a:ext cx="360" cy="640440"/>
          </a:xfrm>
          <a:prstGeom prst="straightConnector1">
            <a:avLst/>
          </a:prstGeom>
          <a:ln w="76200">
            <a:solidFill>
              <a:srgbClr val="ffffff">
                <a:lumMod val="50000"/>
              </a:srgbClr>
            </a:solidFill>
          </a:ln>
        </p:spPr>
      </p:cxnSp>
      <p:cxnSp>
        <p:nvCxnSpPr>
          <p:cNvPr id="1583" name="Straight Connector 8"/>
          <p:cNvCxnSpPr>
            <a:stCxn id="1580" idx="2"/>
            <a:endCxn id="1569" idx="0"/>
          </p:cNvCxnSpPr>
          <p:nvPr/>
        </p:nvCxnSpPr>
        <p:spPr>
          <a:xfrm flipH="1">
            <a:off x="6279480" y="3184920"/>
            <a:ext cx="720" cy="658080"/>
          </a:xfrm>
          <a:prstGeom prst="straightConnector1">
            <a:avLst/>
          </a:prstGeom>
          <a:ln w="76200">
            <a:solidFill>
              <a:srgbClr val="ffffff">
                <a:lumMod val="50000"/>
              </a:srgbClr>
            </a:solidFill>
          </a:ln>
        </p:spPr>
      </p:cxnSp>
      <p:cxnSp>
        <p:nvCxnSpPr>
          <p:cNvPr id="1584" name="Straight Connector 11"/>
          <p:cNvCxnSpPr>
            <a:stCxn id="1581" idx="2"/>
            <a:endCxn id="1570" idx="0"/>
          </p:cNvCxnSpPr>
          <p:nvPr/>
        </p:nvCxnSpPr>
        <p:spPr>
          <a:xfrm>
            <a:off x="8560800" y="3202560"/>
            <a:ext cx="360" cy="640440"/>
          </a:xfrm>
          <a:prstGeom prst="straightConnector1">
            <a:avLst/>
          </a:prstGeom>
          <a:ln w="76200">
            <a:solidFill>
              <a:srgbClr val="ffffff">
                <a:lumMod val="50000"/>
              </a:srgbClr>
            </a:solidFill>
          </a:ln>
        </p:spPr>
      </p:cxnSp>
      <p:cxnSp>
        <p:nvCxnSpPr>
          <p:cNvPr id="1585" name="Straight Arrow Connector 21"/>
          <p:cNvCxnSpPr>
            <a:endCxn id="1568" idx="2"/>
          </p:cNvCxnSpPr>
          <p:nvPr/>
        </p:nvCxnSpPr>
        <p:spPr>
          <a:xfrm flipV="1">
            <a:off x="3991680" y="4217760"/>
            <a:ext cx="7200" cy="315000"/>
          </a:xfrm>
          <a:prstGeom prst="straightConnector1">
            <a:avLst/>
          </a:prstGeom>
          <a:ln w="38100">
            <a:solidFill>
              <a:srgbClr val="000000"/>
            </a:solidFill>
            <a:tailEnd len="med" type="triangle" w="med"/>
          </a:ln>
        </p:spPr>
      </p:cxnSp>
      <p:cxnSp>
        <p:nvCxnSpPr>
          <p:cNvPr id="1586" name="Straight Arrow Connector 22"/>
          <p:cNvCxnSpPr>
            <a:stCxn id="1587" idx="0"/>
            <a:endCxn id="1569" idx="2"/>
          </p:cNvCxnSpPr>
          <p:nvPr/>
        </p:nvCxnSpPr>
        <p:spPr>
          <a:xfrm flipH="1" flipV="1">
            <a:off x="6279480" y="4217760"/>
            <a:ext cx="720" cy="315720"/>
          </a:xfrm>
          <a:prstGeom prst="straightConnector1">
            <a:avLst/>
          </a:prstGeom>
          <a:ln w="38100">
            <a:solidFill>
              <a:srgbClr val="000000"/>
            </a:solidFill>
            <a:tailEnd len="med" type="triangle" w="med"/>
          </a:ln>
        </p:spPr>
      </p:cxnSp>
      <p:cxnSp>
        <p:nvCxnSpPr>
          <p:cNvPr id="1588" name="Straight Arrow Connector 23"/>
          <p:cNvCxnSpPr>
            <a:endCxn id="1570" idx="2"/>
          </p:cNvCxnSpPr>
          <p:nvPr/>
        </p:nvCxnSpPr>
        <p:spPr>
          <a:xfrm flipH="1" flipV="1">
            <a:off x="8560800" y="4217760"/>
            <a:ext cx="9360" cy="315720"/>
          </a:xfrm>
          <a:prstGeom prst="straightConnector1">
            <a:avLst/>
          </a:prstGeom>
          <a:ln w="38100">
            <a:solidFill>
              <a:srgbClr val="000000"/>
            </a:solidFill>
            <a:tailEnd len="med" type="triangle" w="med"/>
          </a:ln>
        </p:spPr>
      </p:cxnSp>
      <p:cxnSp>
        <p:nvCxnSpPr>
          <p:cNvPr id="1589" name="Straight Arrow Connector 24"/>
          <p:cNvCxnSpPr>
            <a:endCxn id="1567" idx="2"/>
          </p:cNvCxnSpPr>
          <p:nvPr/>
        </p:nvCxnSpPr>
        <p:spPr>
          <a:xfrm flipV="1">
            <a:off x="10843200" y="4214880"/>
            <a:ext cx="360" cy="317880"/>
          </a:xfrm>
          <a:prstGeom prst="straightConnector1">
            <a:avLst/>
          </a:prstGeom>
          <a:ln w="38100">
            <a:solidFill>
              <a:srgbClr val="000000"/>
            </a:solidFill>
            <a:tailEnd len="med" type="triangle" w="med"/>
          </a:ln>
        </p:spPr>
      </p:cxnSp>
      <p:sp>
        <p:nvSpPr>
          <p:cNvPr id="1590" name="TextBox 6"/>
          <p:cNvSpPr/>
          <p:nvPr/>
        </p:nvSpPr>
        <p:spPr>
          <a:xfrm>
            <a:off x="10097280" y="5168880"/>
            <a:ext cx="1649520" cy="369000"/>
          </a:xfrm>
          <a:prstGeom prst="rect">
            <a:avLst/>
          </a:prstGeom>
          <a:blipFill rotWithShape="0">
            <a:blip r:embed="rId1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1" name="TextBox 7"/>
          <p:cNvSpPr/>
          <p:nvPr/>
        </p:nvSpPr>
        <p:spPr>
          <a:xfrm>
            <a:off x="5267880" y="5101200"/>
            <a:ext cx="1480680" cy="666000"/>
          </a:xfrm>
          <a:prstGeom prst="rect">
            <a:avLst/>
          </a:prstGeom>
          <a:blipFill rotWithShape="0">
            <a:blip r:embed="rId1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2" name="TextBox 9"/>
          <p:cNvSpPr/>
          <p:nvPr/>
        </p:nvSpPr>
        <p:spPr>
          <a:xfrm>
            <a:off x="2965320" y="4532400"/>
            <a:ext cx="2066760" cy="375120"/>
          </a:xfrm>
          <a:prstGeom prst="rect">
            <a:avLst/>
          </a:prstGeom>
          <a:blipFill rotWithShape="0">
            <a:blip r:embed="rId1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87" name="TextBox 10"/>
          <p:cNvSpPr/>
          <p:nvPr/>
        </p:nvSpPr>
        <p:spPr>
          <a:xfrm>
            <a:off x="5205240" y="4533120"/>
            <a:ext cx="2149200" cy="375120"/>
          </a:xfrm>
          <a:prstGeom prst="rect">
            <a:avLst/>
          </a:prstGeom>
          <a:blipFill rotWithShape="0">
            <a:blip r:embed="rId1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3" name="TextBox 12"/>
          <p:cNvSpPr/>
          <p:nvPr/>
        </p:nvSpPr>
        <p:spPr>
          <a:xfrm>
            <a:off x="7486200" y="4533120"/>
            <a:ext cx="2149200" cy="375120"/>
          </a:xfrm>
          <a:prstGeom prst="rect">
            <a:avLst/>
          </a:prstGeom>
          <a:blipFill rotWithShape="0">
            <a:blip r:embed="rId1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4" name="TextBox 13"/>
          <p:cNvSpPr/>
          <p:nvPr/>
        </p:nvSpPr>
        <p:spPr>
          <a:xfrm>
            <a:off x="9807120" y="4532400"/>
            <a:ext cx="2070000" cy="375120"/>
          </a:xfrm>
          <a:prstGeom prst="rect">
            <a:avLst/>
          </a:prstGeom>
          <a:blipFill rotWithShape="0">
            <a:blip r:embed="rId1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5" name="TextBox 14"/>
          <p:cNvSpPr/>
          <p:nvPr/>
        </p:nvSpPr>
        <p:spPr>
          <a:xfrm>
            <a:off x="9740520" y="2485800"/>
            <a:ext cx="2203560" cy="942840"/>
          </a:xfrm>
          <a:prstGeom prst="rect">
            <a:avLst/>
          </a:prstGeom>
          <a:blipFill rotWithShape="0">
            <a:blip r:embed="rId1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6" name="TextBox 15"/>
          <p:cNvSpPr/>
          <p:nvPr/>
        </p:nvSpPr>
        <p:spPr>
          <a:xfrm>
            <a:off x="5267880" y="5838480"/>
            <a:ext cx="2562120" cy="647640"/>
          </a:xfrm>
          <a:prstGeom prst="rect">
            <a:avLst/>
          </a:prstGeom>
          <a:blipFill rotWithShape="0">
            <a:blip r:embed="rId2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7" name="TextBox 16"/>
          <p:cNvSpPr/>
          <p:nvPr/>
        </p:nvSpPr>
        <p:spPr>
          <a:xfrm>
            <a:off x="7828200" y="5058360"/>
            <a:ext cx="1789920" cy="666000"/>
          </a:xfrm>
          <a:prstGeom prst="rect">
            <a:avLst/>
          </a:prstGeom>
          <a:blipFill rotWithShape="0">
            <a:blip r:embed="rId2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8" name="TextBox 17"/>
          <p:cNvSpPr/>
          <p:nvPr/>
        </p:nvSpPr>
        <p:spPr>
          <a:xfrm>
            <a:off x="10640880" y="5772240"/>
            <a:ext cx="1106280" cy="618480"/>
          </a:xfrm>
          <a:prstGeom prst="rect">
            <a:avLst/>
          </a:prstGeom>
          <a:blipFill rotWithShape="0">
            <a:blip r:embed="rId2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599" name="TextBox 18"/>
          <p:cNvSpPr/>
          <p:nvPr/>
        </p:nvSpPr>
        <p:spPr>
          <a:xfrm>
            <a:off x="7828200" y="5795640"/>
            <a:ext cx="2716560" cy="647640"/>
          </a:xfrm>
          <a:prstGeom prst="rect">
            <a:avLst/>
          </a:prstGeom>
          <a:blipFill rotWithShape="0">
            <a:blip r:embed="rId2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0" name="Arrow: Right 19"/>
          <p:cNvSpPr/>
          <p:nvPr/>
        </p:nvSpPr>
        <p:spPr>
          <a:xfrm flipH="1">
            <a:off x="2254680" y="2066400"/>
            <a:ext cx="6736680" cy="385560"/>
          </a:xfrm>
          <a:prstGeom prst="rightArrow">
            <a:avLst>
              <a:gd name="adj1" fmla="val 50000"/>
              <a:gd name="adj2" fmla="val 50000"/>
            </a:avLst>
          </a:prstGeom>
          <a:noFill/>
          <a:ln w="76200">
            <a:solidFill>
              <a:srgbClr val="c0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01" name="TextBox 26"/>
          <p:cNvSpPr/>
          <p:nvPr/>
        </p:nvSpPr>
        <p:spPr>
          <a:xfrm>
            <a:off x="10252800" y="346320"/>
            <a:ext cx="2201760" cy="645840"/>
          </a:xfrm>
          <a:prstGeom prst="rect">
            <a:avLst/>
          </a:prstGeom>
          <a:blipFill rotWithShape="0">
            <a:blip r:embed="rId2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2" name="TextBox 20"/>
          <p:cNvSpPr/>
          <p:nvPr/>
        </p:nvSpPr>
        <p:spPr>
          <a:xfrm>
            <a:off x="484200" y="5222520"/>
            <a:ext cx="4008600" cy="16142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2000" spc="-1" strike="noStrike">
                <a:solidFill>
                  <a:schemeClr val="dk1"/>
                </a:solidFill>
                <a:latin typeface="Calibri"/>
              </a:rPr>
              <a:t>What is written on the screen is not rigorous nor exhaustive (it does not say where these functions are evaluated) but we will see it in a more rigorous way during the TD 1</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697" dur="indefinite" restart="never" nodeType="tmRoot">
          <p:childTnLst>
            <p:seq>
              <p:cTn id="2698" dur="indefinite" nodeType="mainSeq">
                <p:childTnLst>
                  <p:par>
                    <p:cTn id="2699" fill="hold">
                      <p:stCondLst>
                        <p:cond delay="indefinite"/>
                      </p:stCondLst>
                      <p:childTnLst>
                        <p:par>
                          <p:cTn id="2700" fill="hold">
                            <p:stCondLst>
                              <p:cond delay="0"/>
                            </p:stCondLst>
                            <p:childTnLst>
                              <p:par>
                                <p:cTn id="2701" nodeType="clickEffect" fill="hold" presetClass="entr" presetID="10">
                                  <p:stCondLst>
                                    <p:cond delay="0"/>
                                  </p:stCondLst>
                                  <p:childTnLst>
                                    <p:set>
                                      <p:cBhvr>
                                        <p:cTn id="2702" dur="1" fill="hold">
                                          <p:stCondLst>
                                            <p:cond delay="0"/>
                                          </p:stCondLst>
                                        </p:cTn>
                                        <p:tgtEl>
                                          <p:spTgt spid="1601"/>
                                        </p:tgtEl>
                                        <p:attrNameLst>
                                          <p:attrName>style.visibility</p:attrName>
                                        </p:attrNameLst>
                                      </p:cBhvr>
                                      <p:to>
                                        <p:strVal val="visible"/>
                                      </p:to>
                                    </p:set>
                                    <p:animEffect filter="fade" transition="in">
                                      <p:cBhvr additive="repl">
                                        <p:cTn id="2703" dur="500"/>
                                        <p:tgtEl>
                                          <p:spTgt spid="1601"/>
                                        </p:tgtEl>
                                      </p:cBhvr>
                                    </p:animEffect>
                                  </p:childTnLst>
                                </p:cTn>
                              </p:par>
                            </p:childTnLst>
                          </p:cTn>
                        </p:par>
                      </p:childTnLst>
                    </p:cTn>
                  </p:par>
                  <p:par>
                    <p:cTn id="2704" fill="hold">
                      <p:stCondLst>
                        <p:cond delay="indefinite"/>
                      </p:stCondLst>
                      <p:childTnLst>
                        <p:par>
                          <p:cTn id="2705" fill="hold">
                            <p:stCondLst>
                              <p:cond delay="0"/>
                            </p:stCondLst>
                            <p:childTnLst>
                              <p:par>
                                <p:cTn id="2706" nodeType="clickEffect" fill="hold" presetClass="entr" presetID="10">
                                  <p:stCondLst>
                                    <p:cond delay="0"/>
                                  </p:stCondLst>
                                  <p:childTnLst>
                                    <p:set>
                                      <p:cBhvr>
                                        <p:cTn id="2707" dur="1" fill="hold">
                                          <p:stCondLst>
                                            <p:cond delay="0"/>
                                          </p:stCondLst>
                                        </p:cTn>
                                        <p:tgtEl>
                                          <p:spTgt spid="1590"/>
                                        </p:tgtEl>
                                        <p:attrNameLst>
                                          <p:attrName>style.visibility</p:attrName>
                                        </p:attrNameLst>
                                      </p:cBhvr>
                                      <p:to>
                                        <p:strVal val="visible"/>
                                      </p:to>
                                    </p:set>
                                    <p:animEffect filter="fade" transition="in">
                                      <p:cBhvr additive="repl">
                                        <p:cTn id="2708" dur="500"/>
                                        <p:tgtEl>
                                          <p:spTgt spid="1590"/>
                                        </p:tgtEl>
                                      </p:cBhvr>
                                    </p:animEffect>
                                  </p:childTnLst>
                                </p:cTn>
                              </p:par>
                            </p:childTnLst>
                          </p:cTn>
                        </p:par>
                      </p:childTnLst>
                    </p:cTn>
                  </p:par>
                  <p:par>
                    <p:cTn id="2709" fill="hold">
                      <p:stCondLst>
                        <p:cond delay="indefinite"/>
                      </p:stCondLst>
                      <p:childTnLst>
                        <p:par>
                          <p:cTn id="2710" fill="hold">
                            <p:stCondLst>
                              <p:cond delay="0"/>
                            </p:stCondLst>
                            <p:childTnLst>
                              <p:par>
                                <p:cTn id="2711" nodeType="clickEffect" fill="hold" presetClass="entr" presetID="10">
                                  <p:stCondLst>
                                    <p:cond delay="0"/>
                                  </p:stCondLst>
                                  <p:childTnLst>
                                    <p:set>
                                      <p:cBhvr>
                                        <p:cTn id="2712" dur="1" fill="hold">
                                          <p:stCondLst>
                                            <p:cond delay="0"/>
                                          </p:stCondLst>
                                        </p:cTn>
                                        <p:tgtEl>
                                          <p:spTgt spid="1595"/>
                                        </p:tgtEl>
                                        <p:attrNameLst>
                                          <p:attrName>style.visibility</p:attrName>
                                        </p:attrNameLst>
                                      </p:cBhvr>
                                      <p:to>
                                        <p:strVal val="visible"/>
                                      </p:to>
                                    </p:set>
                                    <p:animEffect filter="fade" transition="in">
                                      <p:cBhvr additive="repl">
                                        <p:cTn id="2713" dur="500"/>
                                        <p:tgtEl>
                                          <p:spTgt spid="1595"/>
                                        </p:tgtEl>
                                      </p:cBhvr>
                                    </p:animEffect>
                                  </p:childTnLst>
                                </p:cTn>
                              </p:par>
                            </p:childTnLst>
                          </p:cTn>
                        </p:par>
                      </p:childTnLst>
                    </p:cTn>
                  </p:par>
                  <p:par>
                    <p:cTn id="2714" fill="hold">
                      <p:stCondLst>
                        <p:cond delay="indefinite"/>
                      </p:stCondLst>
                      <p:childTnLst>
                        <p:par>
                          <p:cTn id="2715" fill="hold">
                            <p:stCondLst>
                              <p:cond delay="0"/>
                            </p:stCondLst>
                            <p:childTnLst>
                              <p:par>
                                <p:cTn id="2716" nodeType="clickEffect" fill="hold" presetClass="entr" presetID="10">
                                  <p:stCondLst>
                                    <p:cond delay="0"/>
                                  </p:stCondLst>
                                  <p:childTnLst>
                                    <p:set>
                                      <p:cBhvr>
                                        <p:cTn id="2717" dur="1" fill="hold">
                                          <p:stCondLst>
                                            <p:cond delay="0"/>
                                          </p:stCondLst>
                                        </p:cTn>
                                        <p:tgtEl>
                                          <p:spTgt spid="1597"/>
                                        </p:tgtEl>
                                        <p:attrNameLst>
                                          <p:attrName>style.visibility</p:attrName>
                                        </p:attrNameLst>
                                      </p:cBhvr>
                                      <p:to>
                                        <p:strVal val="visible"/>
                                      </p:to>
                                    </p:set>
                                    <p:animEffect filter="fade" transition="in">
                                      <p:cBhvr additive="repl">
                                        <p:cTn id="2718" dur="500"/>
                                        <p:tgtEl>
                                          <p:spTgt spid="1597"/>
                                        </p:tgtEl>
                                      </p:cBhvr>
                                    </p:animEffect>
                                  </p:childTnLst>
                                </p:cTn>
                              </p:par>
                            </p:childTnLst>
                          </p:cTn>
                        </p:par>
                      </p:childTnLst>
                    </p:cTn>
                  </p:par>
                  <p:par>
                    <p:cTn id="2719" fill="hold">
                      <p:stCondLst>
                        <p:cond delay="indefinite"/>
                      </p:stCondLst>
                      <p:childTnLst>
                        <p:par>
                          <p:cTn id="2720" fill="hold">
                            <p:stCondLst>
                              <p:cond delay="0"/>
                            </p:stCondLst>
                            <p:childTnLst>
                              <p:par>
                                <p:cTn id="2721" nodeType="clickEffect" fill="hold" presetClass="entr" presetID="10">
                                  <p:stCondLst>
                                    <p:cond delay="0"/>
                                  </p:stCondLst>
                                  <p:childTnLst>
                                    <p:set>
                                      <p:cBhvr>
                                        <p:cTn id="2722" dur="1" fill="hold">
                                          <p:stCondLst>
                                            <p:cond delay="0"/>
                                          </p:stCondLst>
                                        </p:cTn>
                                        <p:tgtEl>
                                          <p:spTgt spid="1599"/>
                                        </p:tgtEl>
                                        <p:attrNameLst>
                                          <p:attrName>style.visibility</p:attrName>
                                        </p:attrNameLst>
                                      </p:cBhvr>
                                      <p:to>
                                        <p:strVal val="visible"/>
                                      </p:to>
                                    </p:set>
                                    <p:animEffect filter="fade" transition="in">
                                      <p:cBhvr additive="repl">
                                        <p:cTn id="2723" dur="500"/>
                                        <p:tgtEl>
                                          <p:spTgt spid="1599"/>
                                        </p:tgtEl>
                                      </p:cBhvr>
                                    </p:animEffect>
                                  </p:childTnLst>
                                </p:cTn>
                              </p:par>
                            </p:childTnLst>
                          </p:cTn>
                        </p:par>
                      </p:childTnLst>
                    </p:cTn>
                  </p:par>
                  <p:par>
                    <p:cTn id="2724" fill="hold">
                      <p:stCondLst>
                        <p:cond delay="indefinite"/>
                      </p:stCondLst>
                      <p:childTnLst>
                        <p:par>
                          <p:cTn id="2725" fill="hold">
                            <p:stCondLst>
                              <p:cond delay="0"/>
                            </p:stCondLst>
                            <p:childTnLst>
                              <p:par>
                                <p:cTn id="2726" nodeType="clickEffect" fill="hold" presetClass="entr" presetID="10">
                                  <p:stCondLst>
                                    <p:cond delay="0"/>
                                  </p:stCondLst>
                                  <p:childTnLst>
                                    <p:set>
                                      <p:cBhvr>
                                        <p:cTn id="2727" dur="1" fill="hold">
                                          <p:stCondLst>
                                            <p:cond delay="0"/>
                                          </p:stCondLst>
                                        </p:cTn>
                                        <p:tgtEl>
                                          <p:spTgt spid="1598"/>
                                        </p:tgtEl>
                                        <p:attrNameLst>
                                          <p:attrName>style.visibility</p:attrName>
                                        </p:attrNameLst>
                                      </p:cBhvr>
                                      <p:to>
                                        <p:strVal val="visible"/>
                                      </p:to>
                                    </p:set>
                                    <p:animEffect filter="fade" transition="in">
                                      <p:cBhvr additive="repl">
                                        <p:cTn id="2728" dur="500"/>
                                        <p:tgtEl>
                                          <p:spTgt spid="1598"/>
                                        </p:tgtEl>
                                      </p:cBhvr>
                                    </p:animEffect>
                                  </p:childTnLst>
                                </p:cTn>
                              </p:par>
                            </p:childTnLst>
                          </p:cTn>
                        </p:par>
                      </p:childTnLst>
                    </p:cTn>
                  </p:par>
                  <p:par>
                    <p:cTn id="2729" fill="hold">
                      <p:stCondLst>
                        <p:cond delay="indefinite"/>
                      </p:stCondLst>
                      <p:childTnLst>
                        <p:par>
                          <p:cTn id="2730" fill="hold">
                            <p:stCondLst>
                              <p:cond delay="0"/>
                            </p:stCondLst>
                            <p:childTnLst>
                              <p:par>
                                <p:cTn id="2731" nodeType="clickEffect" fill="hold" presetClass="entr" presetID="10">
                                  <p:stCondLst>
                                    <p:cond delay="0"/>
                                  </p:stCondLst>
                                  <p:childTnLst>
                                    <p:set>
                                      <p:cBhvr>
                                        <p:cTn id="2732" dur="1" fill="hold">
                                          <p:stCondLst>
                                            <p:cond delay="0"/>
                                          </p:stCondLst>
                                        </p:cTn>
                                        <p:tgtEl>
                                          <p:spTgt spid="1591"/>
                                        </p:tgtEl>
                                        <p:attrNameLst>
                                          <p:attrName>style.visibility</p:attrName>
                                        </p:attrNameLst>
                                      </p:cBhvr>
                                      <p:to>
                                        <p:strVal val="visible"/>
                                      </p:to>
                                    </p:set>
                                    <p:animEffect filter="fade" transition="in">
                                      <p:cBhvr additive="repl">
                                        <p:cTn id="2733" dur="500"/>
                                        <p:tgtEl>
                                          <p:spTgt spid="1591"/>
                                        </p:tgtEl>
                                      </p:cBhvr>
                                    </p:animEffect>
                                  </p:childTnLst>
                                </p:cTn>
                              </p:par>
                            </p:childTnLst>
                          </p:cTn>
                        </p:par>
                      </p:childTnLst>
                    </p:cTn>
                  </p:par>
                  <p:par>
                    <p:cTn id="2734" fill="hold">
                      <p:stCondLst>
                        <p:cond delay="indefinite"/>
                      </p:stCondLst>
                      <p:childTnLst>
                        <p:par>
                          <p:cTn id="2735" fill="hold">
                            <p:stCondLst>
                              <p:cond delay="0"/>
                            </p:stCondLst>
                            <p:childTnLst>
                              <p:par>
                                <p:cTn id="2736" nodeType="clickEffect" fill="hold" presetClass="entr" presetID="10">
                                  <p:stCondLst>
                                    <p:cond delay="0"/>
                                  </p:stCondLst>
                                  <p:childTnLst>
                                    <p:set>
                                      <p:cBhvr>
                                        <p:cTn id="2737" dur="1" fill="hold">
                                          <p:stCondLst>
                                            <p:cond delay="0"/>
                                          </p:stCondLst>
                                        </p:cTn>
                                        <p:tgtEl>
                                          <p:spTgt spid="1596"/>
                                        </p:tgtEl>
                                        <p:attrNameLst>
                                          <p:attrName>style.visibility</p:attrName>
                                        </p:attrNameLst>
                                      </p:cBhvr>
                                      <p:to>
                                        <p:strVal val="visible"/>
                                      </p:to>
                                    </p:set>
                                    <p:animEffect filter="fade" transition="in">
                                      <p:cBhvr additive="repl">
                                        <p:cTn id="2738" dur="500"/>
                                        <p:tgtEl>
                                          <p:spTgt spid="1596"/>
                                        </p:tgtEl>
                                      </p:cBhvr>
                                    </p:animEffect>
                                  </p:childTnLst>
                                </p:cTn>
                              </p:par>
                            </p:childTnLst>
                          </p:cTn>
                        </p:par>
                      </p:childTnLst>
                    </p:cTn>
                  </p:par>
                  <p:par>
                    <p:cTn id="2739" fill="hold">
                      <p:stCondLst>
                        <p:cond delay="indefinite"/>
                      </p:stCondLst>
                      <p:childTnLst>
                        <p:par>
                          <p:cTn id="2740" fill="hold">
                            <p:stCondLst>
                              <p:cond delay="0"/>
                            </p:stCondLst>
                            <p:childTnLst>
                              <p:par>
                                <p:cTn id="2741" nodeType="clickEffect" fill="hold" presetClass="entr" presetID="10">
                                  <p:stCondLst>
                                    <p:cond delay="0"/>
                                  </p:stCondLst>
                                  <p:childTnLst>
                                    <p:set>
                                      <p:cBhvr>
                                        <p:cTn id="2742" dur="1" fill="hold">
                                          <p:stCondLst>
                                            <p:cond delay="0"/>
                                          </p:stCondLst>
                                        </p:cTn>
                                        <p:tgtEl>
                                          <p:spTgt spid="1600"/>
                                        </p:tgtEl>
                                        <p:attrNameLst>
                                          <p:attrName>style.visibility</p:attrName>
                                        </p:attrNameLst>
                                      </p:cBhvr>
                                      <p:to>
                                        <p:strVal val="visible"/>
                                      </p:to>
                                    </p:set>
                                    <p:animEffect filter="fade" transition="in">
                                      <p:cBhvr additive="repl">
                                        <p:cTn id="2743" dur="500"/>
                                        <p:tgtEl>
                                          <p:spTgt spid="1600"/>
                                        </p:tgtEl>
                                      </p:cBhvr>
                                    </p:animEffect>
                                  </p:childTnLst>
                                </p:cTn>
                              </p:par>
                            </p:childTnLst>
                          </p:cTn>
                        </p:par>
                      </p:childTnLst>
                    </p:cTn>
                  </p:par>
                  <p:par>
                    <p:cTn id="2744" fill="hold">
                      <p:stCondLst>
                        <p:cond delay="indefinite"/>
                      </p:stCondLst>
                      <p:childTnLst>
                        <p:par>
                          <p:cTn id="2745" fill="hold">
                            <p:stCondLst>
                              <p:cond delay="0"/>
                            </p:stCondLst>
                            <p:childTnLst>
                              <p:par>
                                <p:cTn id="2746" nodeType="clickEffect" fill="hold" presetClass="entr" presetID="1">
                                  <p:stCondLst>
                                    <p:cond delay="0"/>
                                  </p:stCondLst>
                                  <p:childTnLst>
                                    <p:set>
                                      <p:cBhvr>
                                        <p:cTn id="2747" dur="1" fill="hold">
                                          <p:stCondLst>
                                            <p:cond delay="0"/>
                                          </p:stCondLst>
                                        </p:cTn>
                                        <p:tgtEl>
                                          <p:spTgt spid="16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Mathematically: update</a:t>
            </a:r>
            <a:endParaRPr b="0" lang="en-US" sz="4400" spc="-1" strike="noStrike">
              <a:solidFill>
                <a:schemeClr val="dk1"/>
              </a:solidFill>
              <a:latin typeface="Calibri"/>
            </a:endParaRPr>
          </a:p>
        </p:txBody>
      </p:sp>
      <p:sp>
        <p:nvSpPr>
          <p:cNvPr id="1604" name="TextBox 49"/>
          <p:cNvSpPr/>
          <p:nvPr/>
        </p:nvSpPr>
        <p:spPr>
          <a:xfrm>
            <a:off x="1533600" y="384588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5" name="TextBox 50"/>
          <p:cNvSpPr/>
          <p:nvPr/>
        </p:nvSpPr>
        <p:spPr>
          <a:xfrm flipH="1">
            <a:off x="10657440" y="384588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6" name="TextBox 51"/>
          <p:cNvSpPr/>
          <p:nvPr/>
        </p:nvSpPr>
        <p:spPr>
          <a:xfrm>
            <a:off x="3814920" y="3842640"/>
            <a:ext cx="367560" cy="3751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7" name="TextBox 53"/>
          <p:cNvSpPr/>
          <p:nvPr/>
        </p:nvSpPr>
        <p:spPr>
          <a:xfrm>
            <a:off x="6095880" y="3842640"/>
            <a:ext cx="367560" cy="37512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08" name="TextBox 54"/>
          <p:cNvSpPr/>
          <p:nvPr/>
        </p:nvSpPr>
        <p:spPr>
          <a:xfrm>
            <a:off x="8377200" y="3842640"/>
            <a:ext cx="367560" cy="37512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609" name="Straight Connector 55"/>
          <p:cNvCxnSpPr/>
          <p:nvPr/>
        </p:nvCxnSpPr>
        <p:spPr>
          <a:xfrm>
            <a:off x="1901520" y="4030200"/>
            <a:ext cx="1913400" cy="360"/>
          </a:xfrm>
          <a:prstGeom prst="straightConnector1">
            <a:avLst/>
          </a:prstGeom>
          <a:ln w="76200">
            <a:solidFill>
              <a:srgbClr val="ffffff">
                <a:lumMod val="50000"/>
              </a:srgbClr>
            </a:solidFill>
          </a:ln>
        </p:spPr>
      </p:cxnSp>
      <p:cxnSp>
        <p:nvCxnSpPr>
          <p:cNvPr id="1610" name="Straight Connector 57"/>
          <p:cNvCxnSpPr/>
          <p:nvPr/>
        </p:nvCxnSpPr>
        <p:spPr>
          <a:xfrm>
            <a:off x="4182480" y="4030200"/>
            <a:ext cx="1913760" cy="360"/>
          </a:xfrm>
          <a:prstGeom prst="straightConnector1">
            <a:avLst/>
          </a:prstGeom>
          <a:ln w="76200">
            <a:solidFill>
              <a:srgbClr val="ffffff">
                <a:lumMod val="50000"/>
              </a:srgbClr>
            </a:solidFill>
          </a:ln>
        </p:spPr>
      </p:cxnSp>
      <p:cxnSp>
        <p:nvCxnSpPr>
          <p:cNvPr id="1611" name="Straight Connector 58"/>
          <p:cNvCxnSpPr/>
          <p:nvPr/>
        </p:nvCxnSpPr>
        <p:spPr>
          <a:xfrm>
            <a:off x="6463800" y="4030200"/>
            <a:ext cx="1913400" cy="360"/>
          </a:xfrm>
          <a:prstGeom prst="straightConnector1">
            <a:avLst/>
          </a:prstGeom>
          <a:ln w="76200">
            <a:solidFill>
              <a:srgbClr val="ffffff">
                <a:lumMod val="50000"/>
              </a:srgbClr>
            </a:solidFill>
          </a:ln>
        </p:spPr>
      </p:cxnSp>
      <p:cxnSp>
        <p:nvCxnSpPr>
          <p:cNvPr id="1612" name="Straight Connector 59"/>
          <p:cNvCxnSpPr/>
          <p:nvPr/>
        </p:nvCxnSpPr>
        <p:spPr>
          <a:xfrm>
            <a:off x="8745120" y="4030200"/>
            <a:ext cx="1913400" cy="360"/>
          </a:xfrm>
          <a:prstGeom prst="straightConnector1">
            <a:avLst/>
          </a:prstGeom>
          <a:ln w="76200">
            <a:solidFill>
              <a:srgbClr val="ffffff">
                <a:lumMod val="50000"/>
              </a:srgbClr>
            </a:solidFill>
          </a:ln>
        </p:spPr>
      </p:cxnSp>
      <p:sp>
        <p:nvSpPr>
          <p:cNvPr id="1613" name="TextBox 66"/>
          <p:cNvSpPr/>
          <p:nvPr/>
        </p:nvSpPr>
        <p:spPr>
          <a:xfrm>
            <a:off x="2488680" y="3842640"/>
            <a:ext cx="738720" cy="37512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4" name="TextBox 67"/>
          <p:cNvSpPr/>
          <p:nvPr/>
        </p:nvSpPr>
        <p:spPr>
          <a:xfrm>
            <a:off x="9332280" y="3842640"/>
            <a:ext cx="738720" cy="37440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5" name="TextBox 68"/>
          <p:cNvSpPr/>
          <p:nvPr/>
        </p:nvSpPr>
        <p:spPr>
          <a:xfrm>
            <a:off x="7050960" y="3842640"/>
            <a:ext cx="738720" cy="37512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6" name="TextBox 69"/>
          <p:cNvSpPr/>
          <p:nvPr/>
        </p:nvSpPr>
        <p:spPr>
          <a:xfrm>
            <a:off x="4769640" y="3842640"/>
            <a:ext cx="738720" cy="37512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7" name="TextBox 2"/>
          <p:cNvSpPr/>
          <p:nvPr/>
        </p:nvSpPr>
        <p:spPr>
          <a:xfrm>
            <a:off x="3668400" y="2827440"/>
            <a:ext cx="660240" cy="37512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8" name="TextBox 3"/>
          <p:cNvSpPr/>
          <p:nvPr/>
        </p:nvSpPr>
        <p:spPr>
          <a:xfrm>
            <a:off x="5949720" y="2809800"/>
            <a:ext cx="660240" cy="37512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19" name="TextBox 4"/>
          <p:cNvSpPr/>
          <p:nvPr/>
        </p:nvSpPr>
        <p:spPr>
          <a:xfrm>
            <a:off x="8230680" y="2827440"/>
            <a:ext cx="660240" cy="37512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620" name="Straight Connector 5"/>
          <p:cNvCxnSpPr>
            <a:stCxn id="1617" idx="2"/>
            <a:endCxn id="1606" idx="0"/>
          </p:cNvCxnSpPr>
          <p:nvPr/>
        </p:nvCxnSpPr>
        <p:spPr>
          <a:xfrm>
            <a:off x="3998520" y="3202560"/>
            <a:ext cx="360" cy="640440"/>
          </a:xfrm>
          <a:prstGeom prst="straightConnector1">
            <a:avLst/>
          </a:prstGeom>
          <a:ln w="76200">
            <a:solidFill>
              <a:srgbClr val="ffffff">
                <a:lumMod val="50000"/>
              </a:srgbClr>
            </a:solidFill>
          </a:ln>
        </p:spPr>
      </p:cxnSp>
      <p:cxnSp>
        <p:nvCxnSpPr>
          <p:cNvPr id="1621" name="Straight Connector 8"/>
          <p:cNvCxnSpPr>
            <a:stCxn id="1618" idx="2"/>
            <a:endCxn id="1607" idx="0"/>
          </p:cNvCxnSpPr>
          <p:nvPr/>
        </p:nvCxnSpPr>
        <p:spPr>
          <a:xfrm flipH="1">
            <a:off x="6279480" y="3184920"/>
            <a:ext cx="720" cy="658080"/>
          </a:xfrm>
          <a:prstGeom prst="straightConnector1">
            <a:avLst/>
          </a:prstGeom>
          <a:ln w="76200">
            <a:solidFill>
              <a:srgbClr val="ffffff">
                <a:lumMod val="50000"/>
              </a:srgbClr>
            </a:solidFill>
          </a:ln>
        </p:spPr>
      </p:cxnSp>
      <p:cxnSp>
        <p:nvCxnSpPr>
          <p:cNvPr id="1622" name="Straight Connector 11"/>
          <p:cNvCxnSpPr>
            <a:stCxn id="1619" idx="2"/>
            <a:endCxn id="1608" idx="0"/>
          </p:cNvCxnSpPr>
          <p:nvPr/>
        </p:nvCxnSpPr>
        <p:spPr>
          <a:xfrm>
            <a:off x="8560800" y="3202560"/>
            <a:ext cx="360" cy="640440"/>
          </a:xfrm>
          <a:prstGeom prst="straightConnector1">
            <a:avLst/>
          </a:prstGeom>
          <a:ln w="76200">
            <a:solidFill>
              <a:srgbClr val="ffffff">
                <a:lumMod val="50000"/>
              </a:srgbClr>
            </a:solidFill>
          </a:ln>
        </p:spPr>
      </p:cxnSp>
      <p:cxnSp>
        <p:nvCxnSpPr>
          <p:cNvPr id="1623" name="Straight Arrow Connector 21"/>
          <p:cNvCxnSpPr>
            <a:endCxn id="1606" idx="2"/>
          </p:cNvCxnSpPr>
          <p:nvPr/>
        </p:nvCxnSpPr>
        <p:spPr>
          <a:xfrm flipV="1">
            <a:off x="3991680" y="4217760"/>
            <a:ext cx="7200" cy="315000"/>
          </a:xfrm>
          <a:prstGeom prst="straightConnector1">
            <a:avLst/>
          </a:prstGeom>
          <a:ln w="38100">
            <a:solidFill>
              <a:srgbClr val="000000"/>
            </a:solidFill>
            <a:tailEnd len="med" type="triangle" w="med"/>
          </a:ln>
        </p:spPr>
      </p:cxnSp>
      <p:cxnSp>
        <p:nvCxnSpPr>
          <p:cNvPr id="1624" name="Straight Arrow Connector 22"/>
          <p:cNvCxnSpPr>
            <a:stCxn id="1625" idx="0"/>
            <a:endCxn id="1607" idx="2"/>
          </p:cNvCxnSpPr>
          <p:nvPr/>
        </p:nvCxnSpPr>
        <p:spPr>
          <a:xfrm flipH="1" flipV="1">
            <a:off x="6279480" y="4217760"/>
            <a:ext cx="720" cy="315720"/>
          </a:xfrm>
          <a:prstGeom prst="straightConnector1">
            <a:avLst/>
          </a:prstGeom>
          <a:ln w="38100">
            <a:solidFill>
              <a:srgbClr val="000000"/>
            </a:solidFill>
            <a:tailEnd len="med" type="triangle" w="med"/>
          </a:ln>
        </p:spPr>
      </p:cxnSp>
      <p:cxnSp>
        <p:nvCxnSpPr>
          <p:cNvPr id="1626" name="Straight Arrow Connector 23"/>
          <p:cNvCxnSpPr>
            <a:endCxn id="1608" idx="2"/>
          </p:cNvCxnSpPr>
          <p:nvPr/>
        </p:nvCxnSpPr>
        <p:spPr>
          <a:xfrm flipH="1" flipV="1">
            <a:off x="8560800" y="4217760"/>
            <a:ext cx="9360" cy="315720"/>
          </a:xfrm>
          <a:prstGeom prst="straightConnector1">
            <a:avLst/>
          </a:prstGeom>
          <a:ln w="38100">
            <a:solidFill>
              <a:srgbClr val="000000"/>
            </a:solidFill>
            <a:tailEnd len="med" type="triangle" w="med"/>
          </a:ln>
        </p:spPr>
      </p:cxnSp>
      <p:cxnSp>
        <p:nvCxnSpPr>
          <p:cNvPr id="1627" name="Straight Arrow Connector 24"/>
          <p:cNvCxnSpPr>
            <a:endCxn id="1605" idx="2"/>
          </p:cNvCxnSpPr>
          <p:nvPr/>
        </p:nvCxnSpPr>
        <p:spPr>
          <a:xfrm flipV="1">
            <a:off x="10843200" y="4214880"/>
            <a:ext cx="360" cy="317880"/>
          </a:xfrm>
          <a:prstGeom prst="straightConnector1">
            <a:avLst/>
          </a:prstGeom>
          <a:ln w="38100">
            <a:solidFill>
              <a:srgbClr val="000000"/>
            </a:solidFill>
            <a:tailEnd len="med" type="triangle" w="med"/>
          </a:ln>
        </p:spPr>
      </p:cxnSp>
      <p:sp>
        <p:nvSpPr>
          <p:cNvPr id="1628" name="TextBox 6"/>
          <p:cNvSpPr/>
          <p:nvPr/>
        </p:nvSpPr>
        <p:spPr>
          <a:xfrm>
            <a:off x="10097280" y="5168880"/>
            <a:ext cx="1649520" cy="369000"/>
          </a:xfrm>
          <a:prstGeom prst="rect">
            <a:avLst/>
          </a:prstGeom>
          <a:blipFill rotWithShape="0">
            <a:blip r:embed="rId1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29" name="TextBox 9"/>
          <p:cNvSpPr/>
          <p:nvPr/>
        </p:nvSpPr>
        <p:spPr>
          <a:xfrm>
            <a:off x="2965320" y="4532400"/>
            <a:ext cx="2066760" cy="375120"/>
          </a:xfrm>
          <a:prstGeom prst="rect">
            <a:avLst/>
          </a:prstGeom>
          <a:blipFill rotWithShape="0">
            <a:blip r:embed="rId1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25" name="TextBox 10"/>
          <p:cNvSpPr/>
          <p:nvPr/>
        </p:nvSpPr>
        <p:spPr>
          <a:xfrm>
            <a:off x="5205240" y="4533120"/>
            <a:ext cx="2149200" cy="375120"/>
          </a:xfrm>
          <a:prstGeom prst="rect">
            <a:avLst/>
          </a:prstGeom>
          <a:blipFill rotWithShape="0">
            <a:blip r:embed="rId1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0" name="TextBox 12"/>
          <p:cNvSpPr/>
          <p:nvPr/>
        </p:nvSpPr>
        <p:spPr>
          <a:xfrm>
            <a:off x="7486200" y="4533120"/>
            <a:ext cx="2149200" cy="375120"/>
          </a:xfrm>
          <a:prstGeom prst="rect">
            <a:avLst/>
          </a:prstGeom>
          <a:blipFill rotWithShape="0">
            <a:blip r:embed="rId1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1" name="TextBox 13"/>
          <p:cNvSpPr/>
          <p:nvPr/>
        </p:nvSpPr>
        <p:spPr>
          <a:xfrm>
            <a:off x="9807120" y="4532400"/>
            <a:ext cx="2070000" cy="375120"/>
          </a:xfrm>
          <a:prstGeom prst="rect">
            <a:avLst/>
          </a:prstGeom>
          <a:blipFill rotWithShape="0">
            <a:blip r:embed="rId1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2" name="TextBox 14"/>
          <p:cNvSpPr/>
          <p:nvPr/>
        </p:nvSpPr>
        <p:spPr>
          <a:xfrm>
            <a:off x="7383600" y="1915920"/>
            <a:ext cx="2457720" cy="618480"/>
          </a:xfrm>
          <a:prstGeom prst="rect">
            <a:avLst/>
          </a:prstGeom>
          <a:blipFill rotWithShape="0">
            <a:blip r:embed="rId1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3" name="TextBox 25"/>
          <p:cNvSpPr/>
          <p:nvPr/>
        </p:nvSpPr>
        <p:spPr>
          <a:xfrm>
            <a:off x="7731720" y="480960"/>
            <a:ext cx="3672720" cy="983880"/>
          </a:xfrm>
          <a:prstGeom prst="rect">
            <a:avLst/>
          </a:prstGeom>
          <a:blipFill rotWithShape="0">
            <a:blip r:embed="rId1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4" name="TextBox 20"/>
          <p:cNvSpPr/>
          <p:nvPr/>
        </p:nvSpPr>
        <p:spPr>
          <a:xfrm>
            <a:off x="7731720" y="480960"/>
            <a:ext cx="3014640" cy="983880"/>
          </a:xfrm>
          <a:prstGeom prst="rect">
            <a:avLst/>
          </a:prstGeom>
          <a:blipFill rotWithShape="0">
            <a:blip r:embed="rId2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5" name="TextBox 26"/>
          <p:cNvSpPr/>
          <p:nvPr/>
        </p:nvSpPr>
        <p:spPr>
          <a:xfrm>
            <a:off x="7227360" y="5188680"/>
            <a:ext cx="2682720" cy="618480"/>
          </a:xfrm>
          <a:prstGeom prst="rect">
            <a:avLst/>
          </a:prstGeom>
          <a:blipFill rotWithShape="0">
            <a:blip r:embed="rId2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36" name="Arrow: Right 27"/>
          <p:cNvSpPr/>
          <p:nvPr/>
        </p:nvSpPr>
        <p:spPr>
          <a:xfrm flipH="1">
            <a:off x="2255400" y="2066400"/>
            <a:ext cx="4795200" cy="385560"/>
          </a:xfrm>
          <a:prstGeom prst="rightArrow">
            <a:avLst>
              <a:gd name="adj1" fmla="val 50000"/>
              <a:gd name="adj2" fmla="val 50000"/>
            </a:avLst>
          </a:prstGeom>
          <a:noFill/>
          <a:ln w="76200">
            <a:solidFill>
              <a:srgbClr val="ed7d31"/>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637" name="Arrow: Right 28"/>
          <p:cNvSpPr/>
          <p:nvPr/>
        </p:nvSpPr>
        <p:spPr>
          <a:xfrm flipH="1">
            <a:off x="2255400" y="5317200"/>
            <a:ext cx="4795200" cy="385560"/>
          </a:xfrm>
          <a:prstGeom prst="rightArrow">
            <a:avLst>
              <a:gd name="adj1" fmla="val 50000"/>
              <a:gd name="adj2" fmla="val 50000"/>
            </a:avLst>
          </a:prstGeom>
          <a:noFill/>
          <a:ln w="76200">
            <a:solidFill>
              <a:srgbClr val="ed7d31"/>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timing>
    <p:tnLst>
      <p:par>
        <p:cTn id="2748" dur="indefinite" restart="never" nodeType="tmRoot">
          <p:childTnLst>
            <p:seq>
              <p:cTn id="2749" dur="indefinite" nodeType="mainSeq">
                <p:childTnLst>
                  <p:par>
                    <p:cTn id="2750" fill="hold">
                      <p:stCondLst>
                        <p:cond delay="indefinite"/>
                      </p:stCondLst>
                      <p:childTnLst>
                        <p:par>
                          <p:cTn id="2751" fill="hold">
                            <p:stCondLst>
                              <p:cond delay="0"/>
                            </p:stCondLst>
                            <p:childTnLst>
                              <p:par>
                                <p:cTn id="2752" nodeType="clickEffect" fill="hold" presetClass="entr" presetID="10">
                                  <p:stCondLst>
                                    <p:cond delay="0"/>
                                  </p:stCondLst>
                                  <p:childTnLst>
                                    <p:set>
                                      <p:cBhvr>
                                        <p:cTn id="2753" dur="1" fill="hold">
                                          <p:stCondLst>
                                            <p:cond delay="0"/>
                                          </p:stCondLst>
                                        </p:cTn>
                                        <p:tgtEl>
                                          <p:spTgt spid="1634"/>
                                        </p:tgtEl>
                                        <p:attrNameLst>
                                          <p:attrName>style.visibility</p:attrName>
                                        </p:attrNameLst>
                                      </p:cBhvr>
                                      <p:to>
                                        <p:strVal val="visible"/>
                                      </p:to>
                                    </p:set>
                                    <p:animEffect filter="fade" transition="in">
                                      <p:cBhvr additive="repl">
                                        <p:cTn id="2754" dur="500"/>
                                        <p:tgtEl>
                                          <p:spTgt spid="1634"/>
                                        </p:tgtEl>
                                      </p:cBhvr>
                                    </p:animEffect>
                                  </p:childTnLst>
                                </p:cTn>
                              </p:par>
                            </p:childTnLst>
                          </p:cTn>
                        </p:par>
                      </p:childTnLst>
                    </p:cTn>
                  </p:par>
                  <p:par>
                    <p:cTn id="2755" fill="hold">
                      <p:stCondLst>
                        <p:cond delay="indefinite"/>
                      </p:stCondLst>
                      <p:childTnLst>
                        <p:par>
                          <p:cTn id="2756" fill="hold">
                            <p:stCondLst>
                              <p:cond delay="0"/>
                            </p:stCondLst>
                            <p:childTnLst>
                              <p:par>
                                <p:cTn id="2757" nodeType="clickEffect" fill="hold" presetClass="entr" presetID="10">
                                  <p:stCondLst>
                                    <p:cond delay="0"/>
                                  </p:stCondLst>
                                  <p:childTnLst>
                                    <p:set>
                                      <p:cBhvr>
                                        <p:cTn id="2758" dur="1" fill="hold">
                                          <p:stCondLst>
                                            <p:cond delay="0"/>
                                          </p:stCondLst>
                                        </p:cTn>
                                        <p:tgtEl>
                                          <p:spTgt spid="1633"/>
                                        </p:tgtEl>
                                        <p:attrNameLst>
                                          <p:attrName>style.visibility</p:attrName>
                                        </p:attrNameLst>
                                      </p:cBhvr>
                                      <p:to>
                                        <p:strVal val="visible"/>
                                      </p:to>
                                    </p:set>
                                    <p:animEffect filter="fade" transition="in">
                                      <p:cBhvr additive="repl">
                                        <p:cTn id="2759" dur="500"/>
                                        <p:tgtEl>
                                          <p:spTgt spid="1633"/>
                                        </p:tgtEl>
                                      </p:cBhvr>
                                    </p:animEffect>
                                  </p:childTnLst>
                                </p:cTn>
                              </p:par>
                              <p:par>
                                <p:cTn id="2760" nodeType="withEffect" fill="hold" presetClass="exit" presetID="10">
                                  <p:stCondLst>
                                    <p:cond delay="0"/>
                                  </p:stCondLst>
                                  <p:childTnLst>
                                    <p:animEffect filter="fade" transition="out">
                                      <p:cBhvr additive="repl">
                                        <p:cTn id="2761" dur="500"/>
                                        <p:tgtEl>
                                          <p:spTgt spid="1634"/>
                                        </p:tgtEl>
                                      </p:cBhvr>
                                    </p:animEffect>
                                    <p:set>
                                      <p:cBhvr>
                                        <p:cTn id="2762" dur="1" fill="hold">
                                          <p:stCondLst>
                                            <p:cond delay="499"/>
                                          </p:stCondLst>
                                        </p:cTn>
                                        <p:tgtEl>
                                          <p:spTgt spid="1634"/>
                                        </p:tgtEl>
                                        <p:attrNameLst>
                                          <p:attrName>style.visibility</p:attrName>
                                        </p:attrNameLst>
                                      </p:cBhvr>
                                      <p:to>
                                        <p:strVal val="hidden"/>
                                      </p:to>
                                    </p:set>
                                  </p:childTnLst>
                                </p:cTn>
                              </p:par>
                            </p:childTnLst>
                          </p:cTn>
                        </p:par>
                      </p:childTnLst>
                    </p:cTn>
                  </p:par>
                  <p:par>
                    <p:cTn id="2763" fill="hold">
                      <p:stCondLst>
                        <p:cond delay="indefinite"/>
                      </p:stCondLst>
                      <p:childTnLst>
                        <p:par>
                          <p:cTn id="2764" fill="hold">
                            <p:stCondLst>
                              <p:cond delay="0"/>
                            </p:stCondLst>
                            <p:childTnLst>
                              <p:par>
                                <p:cTn id="2765" nodeType="clickEffect" fill="hold" presetClass="entr" presetID="10">
                                  <p:stCondLst>
                                    <p:cond delay="0"/>
                                  </p:stCondLst>
                                  <p:childTnLst>
                                    <p:set>
                                      <p:cBhvr>
                                        <p:cTn id="2766" dur="1" fill="hold">
                                          <p:stCondLst>
                                            <p:cond delay="0"/>
                                          </p:stCondLst>
                                        </p:cTn>
                                        <p:tgtEl>
                                          <p:spTgt spid="1632"/>
                                        </p:tgtEl>
                                        <p:attrNameLst>
                                          <p:attrName>style.visibility</p:attrName>
                                        </p:attrNameLst>
                                      </p:cBhvr>
                                      <p:to>
                                        <p:strVal val="visible"/>
                                      </p:to>
                                    </p:set>
                                    <p:animEffect filter="fade" transition="in">
                                      <p:cBhvr additive="repl">
                                        <p:cTn id="2767" dur="500"/>
                                        <p:tgtEl>
                                          <p:spTgt spid="1632"/>
                                        </p:tgtEl>
                                      </p:cBhvr>
                                    </p:animEffect>
                                  </p:childTnLst>
                                </p:cTn>
                              </p:par>
                            </p:childTnLst>
                          </p:cTn>
                        </p:par>
                      </p:childTnLst>
                    </p:cTn>
                  </p:par>
                  <p:par>
                    <p:cTn id="2768" fill="hold">
                      <p:stCondLst>
                        <p:cond delay="indefinite"/>
                      </p:stCondLst>
                      <p:childTnLst>
                        <p:par>
                          <p:cTn id="2769" fill="hold">
                            <p:stCondLst>
                              <p:cond delay="0"/>
                            </p:stCondLst>
                            <p:childTnLst>
                              <p:par>
                                <p:cTn id="2770" nodeType="clickEffect" fill="hold" presetClass="entr" presetID="10">
                                  <p:stCondLst>
                                    <p:cond delay="0"/>
                                  </p:stCondLst>
                                  <p:childTnLst>
                                    <p:set>
                                      <p:cBhvr>
                                        <p:cTn id="2771" dur="1" fill="hold">
                                          <p:stCondLst>
                                            <p:cond delay="0"/>
                                          </p:stCondLst>
                                        </p:cTn>
                                        <p:tgtEl>
                                          <p:spTgt spid="1635"/>
                                        </p:tgtEl>
                                        <p:attrNameLst>
                                          <p:attrName>style.visibility</p:attrName>
                                        </p:attrNameLst>
                                      </p:cBhvr>
                                      <p:to>
                                        <p:strVal val="visible"/>
                                      </p:to>
                                    </p:set>
                                    <p:animEffect filter="fade" transition="in">
                                      <p:cBhvr additive="repl">
                                        <p:cTn id="2772" dur="500"/>
                                        <p:tgtEl>
                                          <p:spTgt spid="1635"/>
                                        </p:tgtEl>
                                      </p:cBhvr>
                                    </p:animEffect>
                                  </p:childTnLst>
                                </p:cTn>
                              </p:par>
                            </p:childTnLst>
                          </p:cTn>
                        </p:par>
                      </p:childTnLst>
                    </p:cTn>
                  </p:par>
                  <p:par>
                    <p:cTn id="2773" fill="hold">
                      <p:stCondLst>
                        <p:cond delay="indefinite"/>
                      </p:stCondLst>
                      <p:childTnLst>
                        <p:par>
                          <p:cTn id="2774" fill="hold">
                            <p:stCondLst>
                              <p:cond delay="0"/>
                            </p:stCondLst>
                            <p:childTnLst>
                              <p:par>
                                <p:cTn id="2775" nodeType="clickEffect" fill="hold" presetClass="entr" presetID="10">
                                  <p:stCondLst>
                                    <p:cond delay="0"/>
                                  </p:stCondLst>
                                  <p:childTnLst>
                                    <p:set>
                                      <p:cBhvr>
                                        <p:cTn id="2776" dur="1" fill="hold">
                                          <p:stCondLst>
                                            <p:cond delay="0"/>
                                          </p:stCondLst>
                                        </p:cTn>
                                        <p:tgtEl>
                                          <p:spTgt spid="1636"/>
                                        </p:tgtEl>
                                        <p:attrNameLst>
                                          <p:attrName>style.visibility</p:attrName>
                                        </p:attrNameLst>
                                      </p:cBhvr>
                                      <p:to>
                                        <p:strVal val="visible"/>
                                      </p:to>
                                    </p:set>
                                    <p:animEffect filter="fade" transition="in">
                                      <p:cBhvr additive="repl">
                                        <p:cTn id="2777" dur="500"/>
                                        <p:tgtEl>
                                          <p:spTgt spid="1636"/>
                                        </p:tgtEl>
                                      </p:cBhvr>
                                    </p:animEffect>
                                  </p:childTnLst>
                                </p:cTn>
                              </p:par>
                              <p:par>
                                <p:cTn id="2778" nodeType="withEffect" fill="hold" presetClass="entr" presetID="10">
                                  <p:stCondLst>
                                    <p:cond delay="0"/>
                                  </p:stCondLst>
                                  <p:childTnLst>
                                    <p:set>
                                      <p:cBhvr>
                                        <p:cTn id="2779" dur="1" fill="hold">
                                          <p:stCondLst>
                                            <p:cond delay="0"/>
                                          </p:stCondLst>
                                        </p:cTn>
                                        <p:tgtEl>
                                          <p:spTgt spid="1637"/>
                                        </p:tgtEl>
                                        <p:attrNameLst>
                                          <p:attrName>style.visibility</p:attrName>
                                        </p:attrNameLst>
                                      </p:cBhvr>
                                      <p:to>
                                        <p:strVal val="visible"/>
                                      </p:to>
                                    </p:set>
                                    <p:animEffect filter="fade" transition="in">
                                      <p:cBhvr additive="repl">
                                        <p:cTn id="2780" dur="500"/>
                                        <p:tgtEl>
                                          <p:spTgt spid="1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Interlude: Learning Rate</a:t>
            </a:r>
            <a:endParaRPr b="0" lang="en-US" sz="4400" spc="-1" strike="noStrike">
              <a:solidFill>
                <a:schemeClr val="dk1"/>
              </a:solidFill>
              <a:latin typeface="Calibri"/>
            </a:endParaRPr>
          </a:p>
        </p:txBody>
      </p:sp>
      <p:pic>
        <p:nvPicPr>
          <p:cNvPr id="1639" name="Picture 6" descr="A picture containing chart&#10;&#10;Description automatically generated"/>
          <p:cNvPicPr/>
          <p:nvPr/>
        </p:nvPicPr>
        <p:blipFill>
          <a:blip r:embed="rId1"/>
          <a:srcRect l="0" t="0" r="0" b="9343"/>
          <a:stretch/>
        </p:blipFill>
        <p:spPr>
          <a:xfrm>
            <a:off x="1582920" y="725400"/>
            <a:ext cx="9025920" cy="57672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Interlude: Activation Function</a:t>
            </a:r>
            <a:endParaRPr b="0" lang="en-US" sz="4400" spc="-1" strike="noStrike">
              <a:solidFill>
                <a:schemeClr val="dk1"/>
              </a:solidFill>
              <a:latin typeface="Calibri"/>
            </a:endParaRPr>
          </a:p>
        </p:txBody>
      </p:sp>
      <p:grpSp>
        <p:nvGrpSpPr>
          <p:cNvPr id="1641" name="Group 6"/>
          <p:cNvGrpSpPr/>
          <p:nvPr/>
        </p:nvGrpSpPr>
        <p:grpSpPr>
          <a:xfrm>
            <a:off x="1508040" y="1546560"/>
            <a:ext cx="9495000" cy="4646520"/>
            <a:chOff x="1508040" y="1546560"/>
            <a:chExt cx="9495000" cy="4646520"/>
          </a:xfrm>
        </p:grpSpPr>
        <p:pic>
          <p:nvPicPr>
            <p:cNvPr id="1642" name="Picture 4" descr=""/>
            <p:cNvPicPr/>
            <p:nvPr/>
          </p:nvPicPr>
          <p:blipFill>
            <a:blip r:embed="rId1"/>
            <a:stretch/>
          </p:blipFill>
          <p:spPr>
            <a:xfrm>
              <a:off x="1508040" y="1546560"/>
              <a:ext cx="9176040" cy="4502160"/>
            </a:xfrm>
            <a:prstGeom prst="rect">
              <a:avLst/>
            </a:prstGeom>
            <a:ln w="0">
              <a:noFill/>
            </a:ln>
          </p:spPr>
        </p:pic>
        <p:sp>
          <p:nvSpPr>
            <p:cNvPr id="1643" name="Rectangle 5"/>
            <p:cNvSpPr/>
            <p:nvPr/>
          </p:nvSpPr>
          <p:spPr>
            <a:xfrm>
              <a:off x="9689400" y="5663160"/>
              <a:ext cx="1313640" cy="52992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fr-FR" sz="1800" spc="-1" strike="noStrike">
                <a:solidFill>
                  <a:schemeClr val="lt1"/>
                </a:solidFill>
                <a:latin typeface="Calibri"/>
              </a:endParaRPr>
            </a:p>
          </p:txBody>
        </p:sp>
      </p:gr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Training steps (training set)</a:t>
            </a:r>
            <a:endParaRPr b="0" lang="en-US" sz="4400" spc="-1" strike="noStrike">
              <a:solidFill>
                <a:schemeClr val="dk1"/>
              </a:solidFill>
              <a:latin typeface="Calibri"/>
            </a:endParaRPr>
          </a:p>
        </p:txBody>
      </p:sp>
      <p:sp>
        <p:nvSpPr>
          <p:cNvPr id="1645" name="PlaceHolder 2"/>
          <p:cNvSpPr>
            <a:spLocks noGrp="1"/>
          </p:cNvSpPr>
          <p:nvPr>
            <p:ph/>
          </p:nvPr>
        </p:nvSpPr>
        <p:spPr>
          <a:xfrm>
            <a:off x="838080" y="1825560"/>
            <a:ext cx="10515240" cy="5032080"/>
          </a:xfrm>
          <a:prstGeom prst="rect">
            <a:avLst/>
          </a:prstGeom>
          <a:noFill/>
          <a:ln w="0">
            <a:noFill/>
          </a:ln>
        </p:spPr>
        <p:txBody>
          <a:bodyPr lIns="91440" rIns="91440" tIns="45720" bIns="45720" anchor="t">
            <a:normAutofit/>
          </a:bodyPr>
          <a:p>
            <a:pPr marL="514440" indent="-514440" defTabSz="914400">
              <a:lnSpc>
                <a:spcPct val="90000"/>
              </a:lnSpc>
              <a:spcBef>
                <a:spcPts val="1001"/>
              </a:spcBef>
              <a:buClr>
                <a:srgbClr val="000000"/>
              </a:buClr>
              <a:buFont typeface="Calibri Light"/>
              <a:buAutoNum type="arabicPeriod"/>
            </a:pPr>
            <a:r>
              <a:rPr b="0" lang="en-US" sz="2400" spc="-1" strike="noStrike">
                <a:solidFill>
                  <a:schemeClr val="dk1"/>
                </a:solidFill>
                <a:latin typeface="Calibri"/>
              </a:rPr>
              <a:t>Feed one piece of data (for which you know the desired output)</a:t>
            </a:r>
            <a:endParaRPr b="0" lang="en-US" sz="2400" spc="-1" strike="noStrike">
              <a:solidFill>
                <a:schemeClr val="dk1"/>
              </a:solidFill>
              <a:latin typeface="Calibri"/>
            </a:endParaRPr>
          </a:p>
          <a:p>
            <a:pPr marL="514440" indent="-514440" defTabSz="914400">
              <a:lnSpc>
                <a:spcPct val="90000"/>
              </a:lnSpc>
              <a:spcBef>
                <a:spcPts val="1001"/>
              </a:spcBef>
              <a:buClr>
                <a:srgbClr val="000000"/>
              </a:buClr>
              <a:buFont typeface="Calibri Light"/>
              <a:buAutoNum type="arabicPeriod"/>
            </a:pPr>
            <a:r>
              <a:rPr b="0" lang="en-US" sz="2400" spc="-1" strike="noStrike">
                <a:solidFill>
                  <a:schemeClr val="dk1"/>
                </a:solidFill>
                <a:latin typeface="Calibri"/>
              </a:rPr>
              <a:t>Calculate the error</a:t>
            </a:r>
            <a:endParaRPr b="0" lang="en-US" sz="2400" spc="-1" strike="noStrike">
              <a:solidFill>
                <a:schemeClr val="dk1"/>
              </a:solidFill>
              <a:latin typeface="Calibri"/>
            </a:endParaRPr>
          </a:p>
          <a:p>
            <a:pPr marL="514440" indent="-514440" defTabSz="914400">
              <a:lnSpc>
                <a:spcPct val="90000"/>
              </a:lnSpc>
              <a:spcBef>
                <a:spcPts val="1001"/>
              </a:spcBef>
              <a:buClr>
                <a:srgbClr val="000000"/>
              </a:buClr>
              <a:buFont typeface="Calibri Light"/>
              <a:buAutoNum type="arabicPeriod"/>
            </a:pPr>
            <a:r>
              <a:rPr b="0" lang="en-US" sz="2400" spc="-1" strike="noStrike">
                <a:solidFill>
                  <a:schemeClr val="dk1"/>
                </a:solidFill>
                <a:latin typeface="Calibri"/>
              </a:rPr>
              <a:t>Back-propagate the error to all intermediate variables</a:t>
            </a:r>
            <a:endParaRPr b="0" lang="en-US" sz="2400" spc="-1" strike="noStrike">
              <a:solidFill>
                <a:schemeClr val="dk1"/>
              </a:solidFill>
              <a:latin typeface="Calibri"/>
            </a:endParaRPr>
          </a:p>
          <a:p>
            <a:pPr marL="514440" indent="-514440" defTabSz="914400">
              <a:lnSpc>
                <a:spcPct val="90000"/>
              </a:lnSpc>
              <a:spcBef>
                <a:spcPts val="1001"/>
              </a:spcBef>
              <a:buClr>
                <a:srgbClr val="000000"/>
              </a:buClr>
              <a:buFont typeface="Calibri Light"/>
              <a:buAutoNum type="arabicPeriod"/>
            </a:pPr>
            <a:r>
              <a:rPr b="0" lang="en-US" sz="2400" spc="-1" strike="noStrike">
                <a:solidFill>
                  <a:schemeClr val="dk1"/>
                </a:solidFill>
                <a:latin typeface="Calibri"/>
              </a:rPr>
              <a:t>Update the parameters</a:t>
            </a:r>
            <a:endParaRPr b="0" lang="en-US" sz="2400" spc="-1" strike="noStrike">
              <a:solidFill>
                <a:schemeClr val="dk1"/>
              </a:solidFill>
              <a:latin typeface="Calibri"/>
            </a:endParaRPr>
          </a:p>
          <a:p>
            <a:pPr indent="0" defTabSz="914400">
              <a:lnSpc>
                <a:spcPct val="90000"/>
              </a:lnSpc>
              <a:spcBef>
                <a:spcPts val="1001"/>
              </a:spcBef>
              <a:buNone/>
              <a:tabLst>
                <a:tab algn="l" pos="0"/>
              </a:tabLst>
            </a:pPr>
            <a:endParaRPr b="0" lang="en-US" sz="2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Layers vectors cannot be updated but calculating their gradient speeds-up the calculations</a:t>
            </a:r>
            <a:endParaRPr b="0" lang="en-US" sz="2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Every time we feed the network, we get one point of the error function and its local gradient</a:t>
            </a:r>
            <a:endParaRPr b="0" lang="en-US" sz="2400" spc="-1" strike="noStrike">
              <a:solidFill>
                <a:schemeClr val="dk1"/>
              </a:solidFill>
              <a:latin typeface="Calibri"/>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While we could feed the same point until convergence, it is better to feed all our data before showing the same data again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6" name="PlaceHolder 1"/>
          <p:cNvSpPr>
            <a:spLocks noGrp="1"/>
          </p:cNvSpPr>
          <p:nvPr>
            <p:ph type="title"/>
          </p:nvPr>
        </p:nvSpPr>
        <p:spPr>
          <a:xfrm>
            <a:off x="415440" y="592920"/>
            <a:ext cx="11360160" cy="763200"/>
          </a:xfrm>
          <a:prstGeom prst="rect">
            <a:avLst/>
          </a:prstGeom>
          <a:noFill/>
          <a:ln w="0">
            <a:noFill/>
          </a:ln>
        </p:spPr>
        <p:txBody>
          <a:bodyPr lIns="91440" rIns="91440" tIns="91440" bIns="91440" anchor="t">
            <a:normAutofit/>
          </a:bodyPr>
          <a:p>
            <a:pPr indent="0">
              <a:lnSpc>
                <a:spcPct val="100000"/>
              </a:lnSpc>
              <a:buNone/>
              <a:tabLst>
                <a:tab algn="l" pos="0"/>
              </a:tabLst>
            </a:pPr>
            <a:r>
              <a:rPr b="0" lang="en-US" sz="2800" spc="-1" strike="noStrike">
                <a:solidFill>
                  <a:srgbClr val="000000"/>
                </a:solidFill>
                <a:latin typeface="Arial"/>
                <a:ea typeface="Arial"/>
              </a:rPr>
              <a:t>Why splitting data?</a:t>
            </a:r>
            <a:endParaRPr b="0" lang="en-US" sz="2800" spc="-1" strike="noStrike">
              <a:solidFill>
                <a:srgbClr val="000000"/>
              </a:solidFill>
              <a:latin typeface="Arial"/>
            </a:endParaRPr>
          </a:p>
        </p:txBody>
      </p:sp>
      <p:sp>
        <p:nvSpPr>
          <p:cNvPr id="1647" name="Google Shape;165;p 2"/>
          <p:cNvSpPr/>
          <p:nvPr/>
        </p:nvSpPr>
        <p:spPr>
          <a:xfrm>
            <a:off x="415800" y="2075040"/>
            <a:ext cx="2272680" cy="4141800"/>
          </a:xfrm>
          <a:prstGeom prst="can">
            <a:avLst>
              <a:gd name="adj" fmla="val 25000"/>
            </a:avLst>
          </a:prstGeom>
          <a:solidFill>
            <a:srgbClr val="ea9999"/>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All data</a:t>
            </a:r>
            <a:endParaRPr b="0" lang="en-US" sz="1400" spc="-1" strike="noStrike">
              <a:solidFill>
                <a:srgbClr val="000000"/>
              </a:solidFill>
              <a:latin typeface="Arial"/>
            </a:endParaRPr>
          </a:p>
        </p:txBody>
      </p:sp>
      <p:sp>
        <p:nvSpPr>
          <p:cNvPr id="1648" name="Google Shape;166;p 2"/>
          <p:cNvSpPr/>
          <p:nvPr/>
        </p:nvSpPr>
        <p:spPr>
          <a:xfrm>
            <a:off x="4963680" y="2016360"/>
            <a:ext cx="2272680" cy="1178280"/>
          </a:xfrm>
          <a:prstGeom prst="can">
            <a:avLst>
              <a:gd name="adj" fmla="val 48756"/>
            </a:avLst>
          </a:prstGeom>
          <a:solidFill>
            <a:srgbClr val="f9cb9c"/>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Testing data</a:t>
            </a:r>
            <a:endParaRPr b="0" lang="en-US" sz="1400" spc="-1" strike="noStrike">
              <a:solidFill>
                <a:srgbClr val="000000"/>
              </a:solidFill>
              <a:latin typeface="Arial"/>
            </a:endParaRPr>
          </a:p>
        </p:txBody>
      </p:sp>
      <p:sp>
        <p:nvSpPr>
          <p:cNvPr id="1649" name="Google Shape;167;p 2"/>
          <p:cNvSpPr/>
          <p:nvPr/>
        </p:nvSpPr>
        <p:spPr>
          <a:xfrm>
            <a:off x="4959360" y="3253680"/>
            <a:ext cx="2272680" cy="2962800"/>
          </a:xfrm>
          <a:prstGeom prst="can">
            <a:avLst>
              <a:gd name="adj" fmla="val 24915"/>
            </a:avLst>
          </a:prstGeom>
          <a:solidFill>
            <a:srgbClr val="f9cb9c"/>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Training data</a:t>
            </a:r>
            <a:endParaRPr b="0" lang="en-US" sz="1400" spc="-1" strike="noStrike">
              <a:solidFill>
                <a:srgbClr val="000000"/>
              </a:solidFill>
              <a:latin typeface="Arial"/>
            </a:endParaRPr>
          </a:p>
        </p:txBody>
      </p:sp>
      <p:sp>
        <p:nvSpPr>
          <p:cNvPr id="1650" name="Google Shape;168;p 2"/>
          <p:cNvSpPr/>
          <p:nvPr/>
        </p:nvSpPr>
        <p:spPr>
          <a:xfrm>
            <a:off x="9374760" y="1957680"/>
            <a:ext cx="2272680" cy="1178280"/>
          </a:xfrm>
          <a:prstGeom prst="can">
            <a:avLst>
              <a:gd name="adj" fmla="val 48756"/>
            </a:avLst>
          </a:prstGeom>
          <a:solidFill>
            <a:srgbClr val="b6d7a8"/>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Testing data</a:t>
            </a:r>
            <a:endParaRPr b="0" lang="en-US" sz="1400" spc="-1" strike="noStrike">
              <a:solidFill>
                <a:srgbClr val="000000"/>
              </a:solidFill>
              <a:latin typeface="Arial"/>
            </a:endParaRPr>
          </a:p>
        </p:txBody>
      </p:sp>
      <p:sp>
        <p:nvSpPr>
          <p:cNvPr id="1651" name="Google Shape;169;p 2"/>
          <p:cNvSpPr/>
          <p:nvPr/>
        </p:nvSpPr>
        <p:spPr>
          <a:xfrm>
            <a:off x="9380520" y="4247280"/>
            <a:ext cx="2272680" cy="1969200"/>
          </a:xfrm>
          <a:prstGeom prst="can">
            <a:avLst>
              <a:gd name="adj" fmla="val 24915"/>
            </a:avLst>
          </a:prstGeom>
          <a:solidFill>
            <a:srgbClr val="b6d7a8"/>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Training data</a:t>
            </a:r>
            <a:endParaRPr b="0" lang="en-US" sz="1400" spc="-1" strike="noStrike">
              <a:solidFill>
                <a:srgbClr val="000000"/>
              </a:solidFill>
              <a:latin typeface="Arial"/>
            </a:endParaRPr>
          </a:p>
        </p:txBody>
      </p:sp>
      <p:sp>
        <p:nvSpPr>
          <p:cNvPr id="1652" name="Google Shape;170;p 2"/>
          <p:cNvSpPr/>
          <p:nvPr/>
        </p:nvSpPr>
        <p:spPr>
          <a:xfrm>
            <a:off x="9380520" y="3195000"/>
            <a:ext cx="2272680" cy="993240"/>
          </a:xfrm>
          <a:prstGeom prst="can">
            <a:avLst>
              <a:gd name="adj" fmla="val 50000"/>
            </a:avLst>
          </a:prstGeom>
          <a:solidFill>
            <a:srgbClr val="b6d7a8"/>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1" lang="en-US" sz="1400" spc="-1" strike="noStrike">
                <a:solidFill>
                  <a:srgbClr val="ffffff"/>
                </a:solidFill>
                <a:latin typeface="Arial"/>
                <a:ea typeface="Arial"/>
              </a:rPr>
              <a:t>Validation data</a:t>
            </a:r>
            <a:endParaRPr b="0" lang="en-US" sz="1400" spc="-1" strike="noStrike">
              <a:solidFill>
                <a:srgbClr val="000000"/>
              </a:solidFill>
              <a:latin typeface="Arial"/>
            </a:endParaRPr>
          </a:p>
        </p:txBody>
      </p:sp>
      <p:sp>
        <p:nvSpPr>
          <p:cNvPr id="1653" name="Google Shape;171;p 2"/>
          <p:cNvSpPr/>
          <p:nvPr/>
        </p:nvSpPr>
        <p:spPr>
          <a:xfrm>
            <a:off x="3214440" y="3107520"/>
            <a:ext cx="1222560" cy="1969200"/>
          </a:xfrm>
          <a:prstGeom prst="rightArrow">
            <a:avLst>
              <a:gd name="adj1" fmla="val 50000"/>
              <a:gd name="adj2" fmla="val 50000"/>
            </a:avLst>
          </a:prstGeom>
          <a:gradFill rotWithShape="0">
            <a:gsLst>
              <a:gs pos="0">
                <a:srgbClr val="ea9999"/>
              </a:gs>
              <a:gs pos="100000">
                <a:srgbClr val="f9cb9c"/>
              </a:gs>
            </a:gsLst>
            <a:lin ang="0"/>
          </a:gra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654" name="Google Shape;172;p 2"/>
          <p:cNvSpPr/>
          <p:nvPr/>
        </p:nvSpPr>
        <p:spPr>
          <a:xfrm>
            <a:off x="7695000" y="3107520"/>
            <a:ext cx="1222560" cy="1969200"/>
          </a:xfrm>
          <a:prstGeom prst="rightArrow">
            <a:avLst>
              <a:gd name="adj1" fmla="val 50000"/>
              <a:gd name="adj2" fmla="val 50000"/>
            </a:avLst>
          </a:prstGeom>
          <a:gradFill rotWithShape="0">
            <a:gsLst>
              <a:gs pos="0">
                <a:srgbClr val="f9cb9c"/>
              </a:gs>
              <a:gs pos="100000">
                <a:srgbClr val="b6d7a8"/>
              </a:gs>
            </a:gsLst>
            <a:lin ang="0"/>
          </a:gradFill>
          <a:ln w="9360">
            <a:solidFill>
              <a:srgbClr val="595959"/>
            </a:solidFill>
            <a:round/>
          </a:ln>
        </p:spPr>
        <p:style>
          <a:lnRef idx="0"/>
          <a:fillRef idx="0"/>
          <a:effectRef idx="0"/>
          <a:fontRef idx="minor"/>
        </p:style>
        <p:txBody>
          <a:bodyPr tIns="91440" bIns="91440" anchor="ctr">
            <a:noAutofit/>
          </a:bodyPr>
          <a:p>
            <a:endParaRPr b="0" lang="en-US" sz="1400" spc="-1" strike="noStrike">
              <a:solidFill>
                <a:srgbClr val="000000"/>
              </a:solidFill>
              <a:latin typeface="Arial"/>
            </a:endParaRPr>
          </a:p>
        </p:txBody>
      </p:sp>
      <p:sp>
        <p:nvSpPr>
          <p:cNvPr id="1655" name="Google Shape;173;p 2"/>
          <p:cNvSpPr/>
          <p:nvPr/>
        </p:nvSpPr>
        <p:spPr>
          <a:xfrm>
            <a:off x="6633720" y="1194480"/>
            <a:ext cx="1576440" cy="763200"/>
          </a:xfrm>
          <a:prstGeom prst="wedgeRoundRectCallout">
            <a:avLst>
              <a:gd name="adj1" fmla="val -48422"/>
              <a:gd name="adj2" fmla="val 79742"/>
              <a:gd name="adj3" fmla="val 0"/>
            </a:avLst>
          </a:prstGeom>
          <a:solidFill>
            <a:srgbClr val="cfe2f3"/>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Objec</a:t>
            </a:r>
            <a:r>
              <a:rPr b="0" lang="en-US" sz="1400" spc="-1" strike="noStrike">
                <a:solidFill>
                  <a:srgbClr val="000000"/>
                </a:solidFill>
                <a:latin typeface="Arial"/>
                <a:ea typeface="Arial"/>
              </a:rPr>
              <a:t>tive </a:t>
            </a:r>
            <a:r>
              <a:rPr b="0" lang="en-US" sz="1400" spc="-1" strike="noStrike">
                <a:solidFill>
                  <a:srgbClr val="000000"/>
                </a:solidFill>
                <a:latin typeface="Arial"/>
                <a:ea typeface="Arial"/>
              </a:rPr>
              <a:t>Evalu</a:t>
            </a:r>
            <a:r>
              <a:rPr b="0" lang="en-US" sz="1400" spc="-1" strike="noStrike">
                <a:solidFill>
                  <a:srgbClr val="000000"/>
                </a:solidFill>
                <a:latin typeface="Arial"/>
                <a:ea typeface="Arial"/>
              </a:rPr>
              <a:t>ation</a:t>
            </a:r>
            <a:endParaRPr b="0" lang="en-US" sz="1400" spc="-1" strike="noStrike">
              <a:solidFill>
                <a:srgbClr val="000000"/>
              </a:solidFill>
              <a:latin typeface="Arial"/>
            </a:endParaRPr>
          </a:p>
        </p:txBody>
      </p:sp>
      <p:sp>
        <p:nvSpPr>
          <p:cNvPr id="1656" name="Google Shape;174;p 2"/>
          <p:cNvSpPr/>
          <p:nvPr/>
        </p:nvSpPr>
        <p:spPr>
          <a:xfrm>
            <a:off x="8056080" y="2305440"/>
            <a:ext cx="1422000" cy="992880"/>
          </a:xfrm>
          <a:prstGeom prst="wedgeRoundRectCallout">
            <a:avLst>
              <a:gd name="adj1" fmla="val 54128"/>
              <a:gd name="adj2" fmla="val 66999"/>
              <a:gd name="adj3" fmla="val 0"/>
            </a:avLst>
          </a:prstGeom>
          <a:solidFill>
            <a:srgbClr val="cfe2f3"/>
          </a:solidFill>
          <a:ln w="936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r>
              <a:rPr b="0" lang="en-US" sz="1400" spc="-1" strike="noStrike">
                <a:solidFill>
                  <a:srgbClr val="000000"/>
                </a:solidFill>
                <a:latin typeface="Arial"/>
                <a:ea typeface="Arial"/>
              </a:rPr>
              <a:t>Objec</a:t>
            </a:r>
            <a:r>
              <a:rPr b="0" lang="en-US" sz="1400" spc="-1" strike="noStrike">
                <a:solidFill>
                  <a:srgbClr val="000000"/>
                </a:solidFill>
                <a:latin typeface="Arial"/>
                <a:ea typeface="Arial"/>
              </a:rPr>
              <a:t>tive </a:t>
            </a:r>
            <a:r>
              <a:rPr b="0" lang="en-US" sz="1400" spc="-1" strike="noStrike">
                <a:solidFill>
                  <a:srgbClr val="000000"/>
                </a:solidFill>
                <a:latin typeface="Arial"/>
                <a:ea typeface="Arial"/>
              </a:rPr>
              <a:t>Mode</a:t>
            </a:r>
            <a:r>
              <a:rPr b="0" lang="en-US" sz="1400" spc="-1" strike="noStrike">
                <a:solidFill>
                  <a:srgbClr val="000000"/>
                </a:solidFill>
                <a:latin typeface="Arial"/>
                <a:ea typeface="Arial"/>
              </a:rPr>
              <a:t>l </a:t>
            </a:r>
            <a:r>
              <a:rPr b="0" lang="en-US" sz="1400" spc="-1" strike="noStrike">
                <a:solidFill>
                  <a:srgbClr val="000000"/>
                </a:solidFill>
                <a:latin typeface="Arial"/>
                <a:ea typeface="Arial"/>
              </a:rPr>
              <a:t>Selec</a:t>
            </a:r>
            <a:r>
              <a:rPr b="0" lang="en-US" sz="1400" spc="-1" strike="noStrike">
                <a:solidFill>
                  <a:srgbClr val="000000"/>
                </a:solidFill>
                <a:latin typeface="Arial"/>
                <a:ea typeface="Arial"/>
              </a:rPr>
              <a:t>tion</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781" dur="indefinite" restart="never" nodeType="tmRoot">
          <p:childTnLst>
            <p:seq>
              <p:cTn id="2782" dur="indefinite" nodeType="mainSeq">
                <p:childTnLst>
                  <p:par>
                    <p:cTn id="2783" fill="hold">
                      <p:stCondLst>
                        <p:cond delay="indefinite"/>
                      </p:stCondLst>
                      <p:childTnLst>
                        <p:par>
                          <p:cTn id="2784" fill="hold">
                            <p:stCondLst>
                              <p:cond delay="0"/>
                            </p:stCondLst>
                            <p:childTnLst>
                              <p:par>
                                <p:cTn id="2785" nodeType="clickEffect" fill="hold" presetClass="entr" presetID="10">
                                  <p:stCondLst>
                                    <p:cond delay="0"/>
                                  </p:stCondLst>
                                  <p:childTnLst>
                                    <p:set>
                                      <p:cBhvr>
                                        <p:cTn id="2786" dur="1" fill="hold">
                                          <p:stCondLst>
                                            <p:cond delay="0"/>
                                          </p:stCondLst>
                                        </p:cTn>
                                        <p:tgtEl>
                                          <p:spTgt spid="1647"/>
                                        </p:tgtEl>
                                        <p:attrNameLst>
                                          <p:attrName>style.visibility</p:attrName>
                                        </p:attrNameLst>
                                      </p:cBhvr>
                                      <p:to>
                                        <p:strVal val="visible"/>
                                      </p:to>
                                    </p:set>
                                    <p:animEffect filter="fade" transition="in">
                                      <p:cBhvr additive="repl">
                                        <p:cTn id="2787" dur="500"/>
                                        <p:tgtEl>
                                          <p:spTgt spid="1647"/>
                                        </p:tgtEl>
                                      </p:cBhvr>
                                    </p:animEffect>
                                  </p:childTnLst>
                                </p:cTn>
                              </p:par>
                            </p:childTnLst>
                          </p:cTn>
                        </p:par>
                      </p:childTnLst>
                    </p:cTn>
                  </p:par>
                  <p:par>
                    <p:cTn id="2788" fill="hold">
                      <p:stCondLst>
                        <p:cond delay="indefinite"/>
                      </p:stCondLst>
                      <p:childTnLst>
                        <p:par>
                          <p:cTn id="2789" fill="hold">
                            <p:stCondLst>
                              <p:cond delay="0"/>
                            </p:stCondLst>
                            <p:childTnLst>
                              <p:par>
                                <p:cTn id="2790" nodeType="clickEffect" fill="hold" presetClass="entr" presetID="10">
                                  <p:stCondLst>
                                    <p:cond delay="0"/>
                                  </p:stCondLst>
                                  <p:childTnLst>
                                    <p:set>
                                      <p:cBhvr>
                                        <p:cTn id="2791" dur="1" fill="hold">
                                          <p:stCondLst>
                                            <p:cond delay="0"/>
                                          </p:stCondLst>
                                        </p:cTn>
                                        <p:tgtEl>
                                          <p:spTgt spid="1653"/>
                                        </p:tgtEl>
                                        <p:attrNameLst>
                                          <p:attrName>style.visibility</p:attrName>
                                        </p:attrNameLst>
                                      </p:cBhvr>
                                      <p:to>
                                        <p:strVal val="visible"/>
                                      </p:to>
                                    </p:set>
                                    <p:animEffect filter="fade" transition="in">
                                      <p:cBhvr additive="repl">
                                        <p:cTn id="2792" dur="500"/>
                                        <p:tgtEl>
                                          <p:spTgt spid="1653"/>
                                        </p:tgtEl>
                                      </p:cBhvr>
                                    </p:animEffect>
                                  </p:childTnLst>
                                </p:cTn>
                              </p:par>
                            </p:childTnLst>
                          </p:cTn>
                        </p:par>
                        <p:par>
                          <p:cTn id="2793" fill="hold">
                            <p:stCondLst>
                              <p:cond delay="500"/>
                            </p:stCondLst>
                            <p:childTnLst>
                              <p:par>
                                <p:cTn id="2794" nodeType="afterEffect" fill="hold" presetClass="entr" presetID="10">
                                  <p:stCondLst>
                                    <p:cond delay="0"/>
                                  </p:stCondLst>
                                  <p:childTnLst>
                                    <p:set>
                                      <p:cBhvr>
                                        <p:cTn id="2795" dur="1" fill="hold">
                                          <p:stCondLst>
                                            <p:cond delay="0"/>
                                          </p:stCondLst>
                                        </p:cTn>
                                        <p:tgtEl>
                                          <p:spTgt spid="1648"/>
                                        </p:tgtEl>
                                        <p:attrNameLst>
                                          <p:attrName>style.visibility</p:attrName>
                                        </p:attrNameLst>
                                      </p:cBhvr>
                                      <p:to>
                                        <p:strVal val="visible"/>
                                      </p:to>
                                    </p:set>
                                    <p:animEffect filter="fade" transition="in">
                                      <p:cBhvr additive="repl">
                                        <p:cTn id="2796" dur="500"/>
                                        <p:tgtEl>
                                          <p:spTgt spid="1648"/>
                                        </p:tgtEl>
                                      </p:cBhvr>
                                    </p:animEffect>
                                  </p:childTnLst>
                                </p:cTn>
                              </p:par>
                              <p:par>
                                <p:cTn id="2797" nodeType="withEffect" fill="hold" presetClass="entr" presetID="10">
                                  <p:stCondLst>
                                    <p:cond delay="0"/>
                                  </p:stCondLst>
                                  <p:childTnLst>
                                    <p:set>
                                      <p:cBhvr>
                                        <p:cTn id="2798" dur="1" fill="hold">
                                          <p:stCondLst>
                                            <p:cond delay="0"/>
                                          </p:stCondLst>
                                        </p:cTn>
                                        <p:tgtEl>
                                          <p:spTgt spid="1649"/>
                                        </p:tgtEl>
                                        <p:attrNameLst>
                                          <p:attrName>style.visibility</p:attrName>
                                        </p:attrNameLst>
                                      </p:cBhvr>
                                      <p:to>
                                        <p:strVal val="visible"/>
                                      </p:to>
                                    </p:set>
                                    <p:animEffect filter="fade" transition="in">
                                      <p:cBhvr additive="repl">
                                        <p:cTn id="2799" dur="500"/>
                                        <p:tgtEl>
                                          <p:spTgt spid="1649"/>
                                        </p:tgtEl>
                                      </p:cBhvr>
                                    </p:animEffect>
                                  </p:childTnLst>
                                </p:cTn>
                              </p:par>
                            </p:childTnLst>
                          </p:cTn>
                        </p:par>
                      </p:childTnLst>
                    </p:cTn>
                  </p:par>
                  <p:par>
                    <p:cTn id="2800" fill="hold">
                      <p:stCondLst>
                        <p:cond delay="indefinite"/>
                      </p:stCondLst>
                      <p:childTnLst>
                        <p:par>
                          <p:cTn id="2801" fill="hold">
                            <p:stCondLst>
                              <p:cond delay="0"/>
                            </p:stCondLst>
                            <p:childTnLst>
                              <p:par>
                                <p:cTn id="2802" nodeType="clickEffect" fill="hold" presetClass="entr" presetID="10">
                                  <p:stCondLst>
                                    <p:cond delay="0"/>
                                  </p:stCondLst>
                                  <p:childTnLst>
                                    <p:set>
                                      <p:cBhvr>
                                        <p:cTn id="2803" dur="1" fill="hold">
                                          <p:stCondLst>
                                            <p:cond delay="0"/>
                                          </p:stCondLst>
                                        </p:cTn>
                                        <p:tgtEl>
                                          <p:spTgt spid="1654"/>
                                        </p:tgtEl>
                                        <p:attrNameLst>
                                          <p:attrName>style.visibility</p:attrName>
                                        </p:attrNameLst>
                                      </p:cBhvr>
                                      <p:to>
                                        <p:strVal val="visible"/>
                                      </p:to>
                                    </p:set>
                                    <p:animEffect filter="fade" transition="in">
                                      <p:cBhvr additive="repl">
                                        <p:cTn id="2804" dur="500"/>
                                        <p:tgtEl>
                                          <p:spTgt spid="1654"/>
                                        </p:tgtEl>
                                      </p:cBhvr>
                                    </p:animEffect>
                                  </p:childTnLst>
                                </p:cTn>
                              </p:par>
                            </p:childTnLst>
                          </p:cTn>
                        </p:par>
                        <p:par>
                          <p:cTn id="2805" fill="hold">
                            <p:stCondLst>
                              <p:cond delay="500"/>
                            </p:stCondLst>
                            <p:childTnLst>
                              <p:par>
                                <p:cTn id="2806" nodeType="afterEffect" fill="hold" presetClass="entr" presetID="10">
                                  <p:stCondLst>
                                    <p:cond delay="0"/>
                                  </p:stCondLst>
                                  <p:childTnLst>
                                    <p:set>
                                      <p:cBhvr>
                                        <p:cTn id="2807" dur="1" fill="hold">
                                          <p:stCondLst>
                                            <p:cond delay="0"/>
                                          </p:stCondLst>
                                        </p:cTn>
                                        <p:tgtEl>
                                          <p:spTgt spid="1650"/>
                                        </p:tgtEl>
                                        <p:attrNameLst>
                                          <p:attrName>style.visibility</p:attrName>
                                        </p:attrNameLst>
                                      </p:cBhvr>
                                      <p:to>
                                        <p:strVal val="visible"/>
                                      </p:to>
                                    </p:set>
                                    <p:animEffect filter="fade" transition="in">
                                      <p:cBhvr additive="repl">
                                        <p:cTn id="2808" dur="500"/>
                                        <p:tgtEl>
                                          <p:spTgt spid="1650"/>
                                        </p:tgtEl>
                                      </p:cBhvr>
                                    </p:animEffect>
                                  </p:childTnLst>
                                </p:cTn>
                              </p:par>
                              <p:par>
                                <p:cTn id="2809" nodeType="withEffect" fill="hold" presetClass="entr" presetID="10">
                                  <p:stCondLst>
                                    <p:cond delay="0"/>
                                  </p:stCondLst>
                                  <p:childTnLst>
                                    <p:set>
                                      <p:cBhvr>
                                        <p:cTn id="2810" dur="1" fill="hold">
                                          <p:stCondLst>
                                            <p:cond delay="0"/>
                                          </p:stCondLst>
                                        </p:cTn>
                                        <p:tgtEl>
                                          <p:spTgt spid="1651"/>
                                        </p:tgtEl>
                                        <p:attrNameLst>
                                          <p:attrName>style.visibility</p:attrName>
                                        </p:attrNameLst>
                                      </p:cBhvr>
                                      <p:to>
                                        <p:strVal val="visible"/>
                                      </p:to>
                                    </p:set>
                                    <p:animEffect filter="fade" transition="in">
                                      <p:cBhvr additive="repl">
                                        <p:cTn id="2811" dur="500"/>
                                        <p:tgtEl>
                                          <p:spTgt spid="1651"/>
                                        </p:tgtEl>
                                      </p:cBhvr>
                                    </p:animEffect>
                                  </p:childTnLst>
                                </p:cTn>
                              </p:par>
                              <p:par>
                                <p:cTn id="2812" nodeType="withEffect" fill="hold" presetClass="entr" presetID="10">
                                  <p:stCondLst>
                                    <p:cond delay="0"/>
                                  </p:stCondLst>
                                  <p:childTnLst>
                                    <p:set>
                                      <p:cBhvr>
                                        <p:cTn id="2813" dur="1" fill="hold">
                                          <p:stCondLst>
                                            <p:cond delay="0"/>
                                          </p:stCondLst>
                                        </p:cTn>
                                        <p:tgtEl>
                                          <p:spTgt spid="1652"/>
                                        </p:tgtEl>
                                        <p:attrNameLst>
                                          <p:attrName>style.visibility</p:attrName>
                                        </p:attrNameLst>
                                      </p:cBhvr>
                                      <p:to>
                                        <p:strVal val="visible"/>
                                      </p:to>
                                    </p:set>
                                    <p:animEffect filter="fade" transition="in">
                                      <p:cBhvr additive="repl">
                                        <p:cTn id="2814" dur="500"/>
                                        <p:tgtEl>
                                          <p:spTgt spid="1652"/>
                                        </p:tgtEl>
                                      </p:cBhvr>
                                    </p:animEffect>
                                  </p:childTnLst>
                                </p:cTn>
                              </p:par>
                            </p:childTnLst>
                          </p:cTn>
                        </p:par>
                      </p:childTnLst>
                    </p:cTn>
                  </p:par>
                  <p:par>
                    <p:cTn id="2815" fill="hold">
                      <p:stCondLst>
                        <p:cond delay="indefinite"/>
                      </p:stCondLst>
                      <p:childTnLst>
                        <p:par>
                          <p:cTn id="2816" fill="hold">
                            <p:stCondLst>
                              <p:cond delay="0"/>
                            </p:stCondLst>
                            <p:childTnLst>
                              <p:par>
                                <p:cTn id="2817" nodeType="clickEffect" fill="hold" presetClass="entr" presetID="10">
                                  <p:stCondLst>
                                    <p:cond delay="0"/>
                                  </p:stCondLst>
                                  <p:childTnLst>
                                    <p:set>
                                      <p:cBhvr>
                                        <p:cTn id="2818" dur="1" fill="hold">
                                          <p:stCondLst>
                                            <p:cond delay="0"/>
                                          </p:stCondLst>
                                        </p:cTn>
                                        <p:tgtEl>
                                          <p:spTgt spid="1655"/>
                                        </p:tgtEl>
                                        <p:attrNameLst>
                                          <p:attrName>style.visibility</p:attrName>
                                        </p:attrNameLst>
                                      </p:cBhvr>
                                      <p:to>
                                        <p:strVal val="visible"/>
                                      </p:to>
                                    </p:set>
                                    <p:animEffect filter="fade" transition="in">
                                      <p:cBhvr additive="repl">
                                        <p:cTn id="2819" dur="500"/>
                                        <p:tgtEl>
                                          <p:spTgt spid="1655"/>
                                        </p:tgtEl>
                                      </p:cBhvr>
                                    </p:animEffect>
                                  </p:childTnLst>
                                </p:cTn>
                              </p:par>
                            </p:childTnLst>
                          </p:cTn>
                        </p:par>
                        <p:par>
                          <p:cTn id="2820" fill="hold">
                            <p:stCondLst>
                              <p:cond delay="500"/>
                            </p:stCondLst>
                            <p:childTnLst>
                              <p:par>
                                <p:cTn id="2821" nodeType="afterEffect" fill="hold" presetClass="entr" presetID="10">
                                  <p:stCondLst>
                                    <p:cond delay="0"/>
                                  </p:stCondLst>
                                  <p:childTnLst>
                                    <p:set>
                                      <p:cBhvr>
                                        <p:cTn id="2822" dur="1" fill="hold">
                                          <p:stCondLst>
                                            <p:cond delay="0"/>
                                          </p:stCondLst>
                                        </p:cTn>
                                        <p:tgtEl>
                                          <p:spTgt spid="1656"/>
                                        </p:tgtEl>
                                        <p:attrNameLst>
                                          <p:attrName>style.visibility</p:attrName>
                                        </p:attrNameLst>
                                      </p:cBhvr>
                                      <p:to>
                                        <p:strVal val="visible"/>
                                      </p:to>
                                    </p:set>
                                    <p:animEffect filter="fade" transition="in">
                                      <p:cBhvr additive="repl">
                                        <p:cTn id="2823" dur="500"/>
                                        <p:tgtEl>
                                          <p:spTgt spid="16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657" name="Straight Connector 6"/>
          <p:cNvCxnSpPr/>
          <p:nvPr/>
        </p:nvCxnSpPr>
        <p:spPr>
          <a:xfrm>
            <a:off x="1816200" y="2922120"/>
            <a:ext cx="1913400" cy="360"/>
          </a:xfrm>
          <a:prstGeom prst="straightConnector1">
            <a:avLst/>
          </a:prstGeom>
          <a:ln w="76200">
            <a:solidFill>
              <a:srgbClr val="ffffff">
                <a:lumMod val="50000"/>
              </a:srgbClr>
            </a:solidFill>
          </a:ln>
        </p:spPr>
      </p:cxnSp>
      <p:cxnSp>
        <p:nvCxnSpPr>
          <p:cNvPr id="1658" name="Straight Connector 7"/>
          <p:cNvCxnSpPr/>
          <p:nvPr/>
        </p:nvCxnSpPr>
        <p:spPr>
          <a:xfrm>
            <a:off x="3913560" y="2094840"/>
            <a:ext cx="360" cy="639720"/>
          </a:xfrm>
          <a:prstGeom prst="straightConnector1">
            <a:avLst/>
          </a:prstGeom>
          <a:ln w="76200">
            <a:solidFill>
              <a:srgbClr val="ffffff">
                <a:lumMod val="50000"/>
              </a:srgbClr>
            </a:solidFill>
          </a:ln>
        </p:spPr>
      </p:cxnSp>
      <p:sp>
        <p:nvSpPr>
          <p:cNvPr id="165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pc="-1" strike="noStrike">
                <a:solidFill>
                  <a:schemeClr val="dk1"/>
                </a:solidFill>
                <a:latin typeface="Calibri Light"/>
              </a:rPr>
              <a:t>Simplest case by hand</a:t>
            </a:r>
            <a:endParaRPr b="0" lang="en-US" sz="4400" spc="-1" strike="noStrike">
              <a:solidFill>
                <a:schemeClr val="dk1"/>
              </a:solidFill>
              <a:latin typeface="Calibri"/>
            </a:endParaRPr>
          </a:p>
        </p:txBody>
      </p:sp>
      <p:sp>
        <p:nvSpPr>
          <p:cNvPr id="1660" name="TextBox 2"/>
          <p:cNvSpPr/>
          <p:nvPr/>
        </p:nvSpPr>
        <p:spPr>
          <a:xfrm>
            <a:off x="1448280" y="2737440"/>
            <a:ext cx="367560" cy="36900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1" name="TextBox 3"/>
          <p:cNvSpPr/>
          <p:nvPr/>
        </p:nvSpPr>
        <p:spPr>
          <a:xfrm flipH="1">
            <a:off x="3714480" y="2737440"/>
            <a:ext cx="371160" cy="36900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2" name="TextBox 4"/>
          <p:cNvSpPr/>
          <p:nvPr/>
        </p:nvSpPr>
        <p:spPr>
          <a:xfrm>
            <a:off x="2403360" y="2734560"/>
            <a:ext cx="543240" cy="36900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3" name="TextBox 5"/>
          <p:cNvSpPr/>
          <p:nvPr/>
        </p:nvSpPr>
        <p:spPr>
          <a:xfrm>
            <a:off x="3583080" y="1719360"/>
            <a:ext cx="549720" cy="36900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4" name="TextBox 8"/>
          <p:cNvSpPr/>
          <p:nvPr/>
        </p:nvSpPr>
        <p:spPr>
          <a:xfrm>
            <a:off x="3120120" y="3424320"/>
            <a:ext cx="1582200" cy="36900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5" name="TextBox 9"/>
          <p:cNvSpPr/>
          <p:nvPr/>
        </p:nvSpPr>
        <p:spPr>
          <a:xfrm>
            <a:off x="6153120" y="2107080"/>
            <a:ext cx="3494880" cy="369000"/>
          </a:xfrm>
          <a:prstGeom prst="rect">
            <a:avLst/>
          </a:prstGeom>
          <a:blipFill rotWithShape="0">
            <a:blip r:embed="rId6"/>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6" name="TextBox 10"/>
          <p:cNvSpPr/>
          <p:nvPr/>
        </p:nvSpPr>
        <p:spPr>
          <a:xfrm>
            <a:off x="2961720" y="4215240"/>
            <a:ext cx="4107600" cy="942840"/>
          </a:xfrm>
          <a:prstGeom prst="rect">
            <a:avLst/>
          </a:prstGeom>
          <a:blipFill rotWithShape="0">
            <a:blip r:embed="rId7"/>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7" name="TextBox 11"/>
          <p:cNvSpPr/>
          <p:nvPr/>
        </p:nvSpPr>
        <p:spPr>
          <a:xfrm>
            <a:off x="5900040" y="2874240"/>
            <a:ext cx="4677480" cy="942840"/>
          </a:xfrm>
          <a:prstGeom prst="rect">
            <a:avLst/>
          </a:prstGeom>
          <a:blipFill rotWithShape="0">
            <a:blip r:embed="rId8"/>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68" name="TextBox 12"/>
          <p:cNvSpPr/>
          <p:nvPr/>
        </p:nvSpPr>
        <p:spPr>
          <a:xfrm>
            <a:off x="2961720" y="5420520"/>
            <a:ext cx="4107600" cy="942840"/>
          </a:xfrm>
          <a:prstGeom prst="rect">
            <a:avLst/>
          </a:prstGeom>
          <a:blipFill rotWithShape="0">
            <a:blip r:embed="rId9"/>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cxnSp>
        <p:nvCxnSpPr>
          <p:cNvPr id="1669" name="Straight Arrow Connector 13"/>
          <p:cNvCxnSpPr/>
          <p:nvPr/>
        </p:nvCxnSpPr>
        <p:spPr>
          <a:xfrm flipV="1">
            <a:off x="3906720" y="3109680"/>
            <a:ext cx="7200" cy="315000"/>
          </a:xfrm>
          <a:prstGeom prst="straightConnector1">
            <a:avLst/>
          </a:prstGeom>
          <a:ln w="38100">
            <a:solidFill>
              <a:srgbClr val="000000"/>
            </a:solidFill>
            <a:tailEnd len="med" type="triangle" w="med"/>
          </a:ln>
        </p:spPr>
      </p:cxnSp>
      <p:sp>
        <p:nvSpPr>
          <p:cNvPr id="1670" name="TextBox 14"/>
          <p:cNvSpPr/>
          <p:nvPr/>
        </p:nvSpPr>
        <p:spPr>
          <a:xfrm>
            <a:off x="7230960" y="4203720"/>
            <a:ext cx="4371120" cy="776160"/>
          </a:xfrm>
          <a:prstGeom prst="rect">
            <a:avLst/>
          </a:prstGeom>
          <a:blipFill rotWithShape="0">
            <a:blip r:embed="rId10"/>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71" name="TextBox 15"/>
          <p:cNvSpPr/>
          <p:nvPr/>
        </p:nvSpPr>
        <p:spPr>
          <a:xfrm>
            <a:off x="7234560" y="5464800"/>
            <a:ext cx="4015440" cy="776160"/>
          </a:xfrm>
          <a:prstGeom prst="rect">
            <a:avLst/>
          </a:prstGeom>
          <a:blipFill rotWithShape="0">
            <a:blip r:embed="rId1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
        <p:nvSpPr>
          <p:cNvPr id="1672" name="TextBox 16"/>
          <p:cNvSpPr/>
          <p:nvPr/>
        </p:nvSpPr>
        <p:spPr>
          <a:xfrm>
            <a:off x="9707040" y="616680"/>
            <a:ext cx="2201760" cy="1199880"/>
          </a:xfrm>
          <a:prstGeom prst="rect">
            <a:avLst/>
          </a:prstGeom>
          <a:blipFill rotWithShape="0">
            <a:blip r:embed="rId1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fr-FR" sz="1800" spc="-1" strike="noStrike">
                <a:solidFill>
                  <a:srgbClr val="ffffff">
                    <a:alpha val="1000"/>
                  </a:srgbClr>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824" dur="indefinite" restart="never" nodeType="tmRoot">
          <p:childTnLst>
            <p:seq>
              <p:cTn id="2825" dur="indefinite" nodeType="mainSeq">
                <p:childTnLst>
                  <p:par>
                    <p:cTn id="2826" fill="hold">
                      <p:stCondLst>
                        <p:cond delay="indefinite"/>
                      </p:stCondLst>
                      <p:childTnLst>
                        <p:par>
                          <p:cTn id="2827" fill="hold">
                            <p:stCondLst>
                              <p:cond delay="0"/>
                            </p:stCondLst>
                            <p:childTnLst>
                              <p:par>
                                <p:cTn id="2828" nodeType="clickEffect" fill="hold" presetClass="entr" presetID="10">
                                  <p:stCondLst>
                                    <p:cond delay="0"/>
                                  </p:stCondLst>
                                  <p:childTnLst>
                                    <p:set>
                                      <p:cBhvr>
                                        <p:cTn id="2829" dur="1" fill="hold">
                                          <p:stCondLst>
                                            <p:cond delay="0"/>
                                          </p:stCondLst>
                                        </p:cTn>
                                        <p:tgtEl>
                                          <p:spTgt spid="1672"/>
                                        </p:tgtEl>
                                        <p:attrNameLst>
                                          <p:attrName>style.visibility</p:attrName>
                                        </p:attrNameLst>
                                      </p:cBhvr>
                                      <p:to>
                                        <p:strVal val="visible"/>
                                      </p:to>
                                    </p:set>
                                    <p:animEffect filter="fade" transition="in">
                                      <p:cBhvr additive="repl">
                                        <p:cTn id="2830" dur="500"/>
                                        <p:tgtEl>
                                          <p:spTgt spid="1672"/>
                                        </p:tgtEl>
                                      </p:cBhvr>
                                    </p:animEffect>
                                  </p:childTnLst>
                                </p:cTn>
                              </p:par>
                            </p:childTnLst>
                          </p:cTn>
                        </p:par>
                      </p:childTnLst>
                    </p:cTn>
                  </p:par>
                  <p:par>
                    <p:cTn id="2831" fill="hold">
                      <p:stCondLst>
                        <p:cond delay="indefinite"/>
                      </p:stCondLst>
                      <p:childTnLst>
                        <p:par>
                          <p:cTn id="2832" fill="hold">
                            <p:stCondLst>
                              <p:cond delay="0"/>
                            </p:stCondLst>
                            <p:childTnLst>
                              <p:par>
                                <p:cTn id="2833" nodeType="clickEffect" fill="hold" presetClass="entr" presetID="10">
                                  <p:stCondLst>
                                    <p:cond delay="0"/>
                                  </p:stCondLst>
                                  <p:childTnLst>
                                    <p:set>
                                      <p:cBhvr>
                                        <p:cTn id="2834" dur="1" fill="hold">
                                          <p:stCondLst>
                                            <p:cond delay="0"/>
                                          </p:stCondLst>
                                        </p:cTn>
                                        <p:tgtEl>
                                          <p:spTgt spid="1665"/>
                                        </p:tgtEl>
                                        <p:attrNameLst>
                                          <p:attrName>style.visibility</p:attrName>
                                        </p:attrNameLst>
                                      </p:cBhvr>
                                      <p:to>
                                        <p:strVal val="visible"/>
                                      </p:to>
                                    </p:set>
                                    <p:animEffect filter="fade" transition="in">
                                      <p:cBhvr additive="repl">
                                        <p:cTn id="2835" dur="500"/>
                                        <p:tgtEl>
                                          <p:spTgt spid="1665"/>
                                        </p:tgtEl>
                                      </p:cBhvr>
                                    </p:animEffect>
                                  </p:childTnLst>
                                </p:cTn>
                              </p:par>
                            </p:childTnLst>
                          </p:cTn>
                        </p:par>
                      </p:childTnLst>
                    </p:cTn>
                  </p:par>
                  <p:par>
                    <p:cTn id="2836" fill="hold">
                      <p:stCondLst>
                        <p:cond delay="indefinite"/>
                      </p:stCondLst>
                      <p:childTnLst>
                        <p:par>
                          <p:cTn id="2837" fill="hold">
                            <p:stCondLst>
                              <p:cond delay="0"/>
                            </p:stCondLst>
                            <p:childTnLst>
                              <p:par>
                                <p:cTn id="2838" nodeType="clickEffect" fill="hold" presetClass="entr" presetID="10">
                                  <p:stCondLst>
                                    <p:cond delay="0"/>
                                  </p:stCondLst>
                                  <p:childTnLst>
                                    <p:set>
                                      <p:cBhvr>
                                        <p:cTn id="2839" dur="1" fill="hold">
                                          <p:stCondLst>
                                            <p:cond delay="0"/>
                                          </p:stCondLst>
                                        </p:cTn>
                                        <p:tgtEl>
                                          <p:spTgt spid="1667"/>
                                        </p:tgtEl>
                                        <p:attrNameLst>
                                          <p:attrName>style.visibility</p:attrName>
                                        </p:attrNameLst>
                                      </p:cBhvr>
                                      <p:to>
                                        <p:strVal val="visible"/>
                                      </p:to>
                                    </p:set>
                                    <p:animEffect filter="fade" transition="in">
                                      <p:cBhvr additive="repl">
                                        <p:cTn id="2840" dur="500"/>
                                        <p:tgtEl>
                                          <p:spTgt spid="1667"/>
                                        </p:tgtEl>
                                      </p:cBhvr>
                                    </p:animEffect>
                                  </p:childTnLst>
                                </p:cTn>
                              </p:par>
                            </p:childTnLst>
                          </p:cTn>
                        </p:par>
                      </p:childTnLst>
                    </p:cTn>
                  </p:par>
                  <p:par>
                    <p:cTn id="2841" fill="hold">
                      <p:stCondLst>
                        <p:cond delay="indefinite"/>
                      </p:stCondLst>
                      <p:childTnLst>
                        <p:par>
                          <p:cTn id="2842" fill="hold">
                            <p:stCondLst>
                              <p:cond delay="0"/>
                            </p:stCondLst>
                            <p:childTnLst>
                              <p:par>
                                <p:cTn id="2843" nodeType="clickEffect" fill="hold" presetClass="entr" presetID="10">
                                  <p:stCondLst>
                                    <p:cond delay="0"/>
                                  </p:stCondLst>
                                  <p:childTnLst>
                                    <p:set>
                                      <p:cBhvr>
                                        <p:cTn id="2844" dur="1" fill="hold">
                                          <p:stCondLst>
                                            <p:cond delay="0"/>
                                          </p:stCondLst>
                                        </p:cTn>
                                        <p:tgtEl>
                                          <p:spTgt spid="1666"/>
                                        </p:tgtEl>
                                        <p:attrNameLst>
                                          <p:attrName>style.visibility</p:attrName>
                                        </p:attrNameLst>
                                      </p:cBhvr>
                                      <p:to>
                                        <p:strVal val="visible"/>
                                      </p:to>
                                    </p:set>
                                    <p:animEffect filter="fade" transition="in">
                                      <p:cBhvr additive="repl">
                                        <p:cTn id="2845" dur="500"/>
                                        <p:tgtEl>
                                          <p:spTgt spid="1666"/>
                                        </p:tgtEl>
                                      </p:cBhvr>
                                    </p:animEffect>
                                  </p:childTnLst>
                                </p:cTn>
                              </p:par>
                            </p:childTnLst>
                          </p:cTn>
                        </p:par>
                      </p:childTnLst>
                    </p:cTn>
                  </p:par>
                  <p:par>
                    <p:cTn id="2846" fill="hold">
                      <p:stCondLst>
                        <p:cond delay="indefinite"/>
                      </p:stCondLst>
                      <p:childTnLst>
                        <p:par>
                          <p:cTn id="2847" fill="hold">
                            <p:stCondLst>
                              <p:cond delay="0"/>
                            </p:stCondLst>
                            <p:childTnLst>
                              <p:par>
                                <p:cTn id="2848" nodeType="clickEffect" fill="hold" presetClass="entr" presetID="10">
                                  <p:stCondLst>
                                    <p:cond delay="0"/>
                                  </p:stCondLst>
                                  <p:childTnLst>
                                    <p:set>
                                      <p:cBhvr>
                                        <p:cTn id="2849" dur="1" fill="hold">
                                          <p:stCondLst>
                                            <p:cond delay="0"/>
                                          </p:stCondLst>
                                        </p:cTn>
                                        <p:tgtEl>
                                          <p:spTgt spid="1668"/>
                                        </p:tgtEl>
                                        <p:attrNameLst>
                                          <p:attrName>style.visibility</p:attrName>
                                        </p:attrNameLst>
                                      </p:cBhvr>
                                      <p:to>
                                        <p:strVal val="visible"/>
                                      </p:to>
                                    </p:set>
                                    <p:animEffect filter="fade" transition="in">
                                      <p:cBhvr additive="repl">
                                        <p:cTn id="2850" dur="500"/>
                                        <p:tgtEl>
                                          <p:spTgt spid="1668"/>
                                        </p:tgtEl>
                                      </p:cBhvr>
                                    </p:animEffect>
                                  </p:childTnLst>
                                </p:cTn>
                              </p:par>
                            </p:childTnLst>
                          </p:cTn>
                        </p:par>
                      </p:childTnLst>
                    </p:cTn>
                  </p:par>
                  <p:par>
                    <p:cTn id="2851" fill="hold">
                      <p:stCondLst>
                        <p:cond delay="indefinite"/>
                      </p:stCondLst>
                      <p:childTnLst>
                        <p:par>
                          <p:cTn id="2852" fill="hold">
                            <p:stCondLst>
                              <p:cond delay="0"/>
                            </p:stCondLst>
                            <p:childTnLst>
                              <p:par>
                                <p:cTn id="2853" nodeType="clickEffect" fill="hold" presetClass="entr" presetID="10">
                                  <p:stCondLst>
                                    <p:cond delay="0"/>
                                  </p:stCondLst>
                                  <p:childTnLst>
                                    <p:set>
                                      <p:cBhvr>
                                        <p:cTn id="2854" dur="1" fill="hold">
                                          <p:stCondLst>
                                            <p:cond delay="0"/>
                                          </p:stCondLst>
                                        </p:cTn>
                                        <p:tgtEl>
                                          <p:spTgt spid="1670"/>
                                        </p:tgtEl>
                                        <p:attrNameLst>
                                          <p:attrName>style.visibility</p:attrName>
                                        </p:attrNameLst>
                                      </p:cBhvr>
                                      <p:to>
                                        <p:strVal val="visible"/>
                                      </p:to>
                                    </p:set>
                                    <p:animEffect filter="fade" transition="in">
                                      <p:cBhvr additive="repl">
                                        <p:cTn id="2855" dur="500"/>
                                        <p:tgtEl>
                                          <p:spTgt spid="1670"/>
                                        </p:tgtEl>
                                      </p:cBhvr>
                                    </p:animEffect>
                                  </p:childTnLst>
                                </p:cTn>
                              </p:par>
                            </p:childTnLst>
                          </p:cTn>
                        </p:par>
                      </p:childTnLst>
                    </p:cTn>
                  </p:par>
                  <p:par>
                    <p:cTn id="2856" fill="hold">
                      <p:stCondLst>
                        <p:cond delay="indefinite"/>
                      </p:stCondLst>
                      <p:childTnLst>
                        <p:par>
                          <p:cTn id="2857" fill="hold">
                            <p:stCondLst>
                              <p:cond delay="0"/>
                            </p:stCondLst>
                            <p:childTnLst>
                              <p:par>
                                <p:cTn id="2858" nodeType="clickEffect" fill="hold" presetClass="entr" presetID="10">
                                  <p:stCondLst>
                                    <p:cond delay="0"/>
                                  </p:stCondLst>
                                  <p:childTnLst>
                                    <p:set>
                                      <p:cBhvr>
                                        <p:cTn id="2859" dur="1" fill="hold">
                                          <p:stCondLst>
                                            <p:cond delay="0"/>
                                          </p:stCondLst>
                                        </p:cTn>
                                        <p:tgtEl>
                                          <p:spTgt spid="1671"/>
                                        </p:tgtEl>
                                        <p:attrNameLst>
                                          <p:attrName>style.visibility</p:attrName>
                                        </p:attrNameLst>
                                      </p:cBhvr>
                                      <p:to>
                                        <p:strVal val="visible"/>
                                      </p:to>
                                    </p:set>
                                    <p:animEffect filter="fade" transition="in">
                                      <p:cBhvr additive="repl">
                                        <p:cTn id="2860" dur="500"/>
                                        <p:tgtEl>
                                          <p:spTgt spid="16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LibreOffice/24.2.7.2$Linux_X86_64 LibreOffice_project/420$Build-2</Application>
  <AppVersion>15.0000</AppVersion>
  <Words>2235</Words>
  <Paragraphs>328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2022-12-23T13:27:25Z</dcterms:created>
  <dc:creator>Paul Dubois</dc:creator>
  <dc:description/>
  <dc:language>en-US</dc:language>
  <cp:lastModifiedBy/>
  <dcterms:modified xsi:type="dcterms:W3CDTF">2026-09-04T20:16:56Z</dcterms:modified>
  <cp:revision>125</cp:revision>
  <dc:subject/>
  <dc:title>Deep Learning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y fmtid="{D5CDD505-2E9C-101B-9397-08002B2CF9AE}" pid="4" name="HiddenSlides">
    <vt:i4>1</vt:i4>
  </property>
  <property fmtid="{D5CDD505-2E9C-101B-9397-08002B2CF9AE}" pid="5" name="MMClips">
    <vt:i4>1</vt:i4>
  </property>
  <property fmtid="{D5CDD505-2E9C-101B-9397-08002B2CF9AE}" pid="6" name="MSIP_Label_df116e0e-72df-4d64-8d95-ec79a49a5ebe_ActionId">
    <vt:lpwstr>7ccb4095-0e64-4caa-94c9-9556e7e9b8a6</vt:lpwstr>
  </property>
  <property fmtid="{D5CDD505-2E9C-101B-9397-08002B2CF9AE}" pid="7" name="MSIP_Label_df116e0e-72df-4d64-8d95-ec79a49a5ebe_ContentBits">
    <vt:lpwstr>2</vt:lpwstr>
  </property>
  <property fmtid="{D5CDD505-2E9C-101B-9397-08002B2CF9AE}" pid="8" name="MSIP_Label_df116e0e-72df-4d64-8d95-ec79a49a5ebe_Enabled">
    <vt:lpwstr>true</vt:lpwstr>
  </property>
  <property fmtid="{D5CDD505-2E9C-101B-9397-08002B2CF9AE}" pid="9" name="MSIP_Label_df116e0e-72df-4d64-8d95-ec79a49a5ebe_Method">
    <vt:lpwstr>Standard</vt:lpwstr>
  </property>
  <property fmtid="{D5CDD505-2E9C-101B-9397-08002B2CF9AE}" pid="10" name="MSIP_Label_df116e0e-72df-4d64-8d95-ec79a49a5ebe_Name">
    <vt:lpwstr>Internal</vt:lpwstr>
  </property>
  <property fmtid="{D5CDD505-2E9C-101B-9397-08002B2CF9AE}" pid="11" name="MSIP_Label_df116e0e-72df-4d64-8d95-ec79a49a5ebe_SetDate">
    <vt:lpwstr>2025-01-16T16:36:05Z</vt:lpwstr>
  </property>
  <property fmtid="{D5CDD505-2E9C-101B-9397-08002B2CF9AE}" pid="12" name="MSIP_Label_df116e0e-72df-4d64-8d95-ec79a49a5ebe_SiteId">
    <vt:lpwstr>efa39904-64bd-4449-9e11-a0567cf564b6</vt:lpwstr>
  </property>
  <property fmtid="{D5CDD505-2E9C-101B-9397-08002B2CF9AE}" pid="13" name="Notes">
    <vt:i4>21</vt:i4>
  </property>
  <property fmtid="{D5CDD505-2E9C-101B-9397-08002B2CF9AE}" pid="14" name="PresentationFormat">
    <vt:lpwstr>Widescreen</vt:lpwstr>
  </property>
  <property fmtid="{D5CDD505-2E9C-101B-9397-08002B2CF9AE}" pid="15" name="Slides">
    <vt:i4>36</vt:i4>
  </property>
</Properties>
</file>