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6.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1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_rels/slideLayout9.xml.rels" ContentType="application/vnd.openxmlformats-package.relationships+xml"/>
  <Override PartName="/ppt/slideLayouts/_rels/slideLayout8.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5.xml.rels" ContentType="application/vnd.openxmlformats-package.relationships+xml"/>
  <Override PartName="/ppt/slideLayouts/_rels/slideLayout4.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_rels/presentation.xml.rels" ContentType="application/vnd.openxmlformats-package.relationships+xml"/>
  <Override PartName="/ppt/notesMasters/_rels/notesMaster1.xml.rels" ContentType="application/vnd.openxmlformats-package.relationships+xml"/>
  <Override PartName="/ppt/notesMasters/notesMaster1.xml" ContentType="application/vnd.openxmlformats-officedocument.presentationml.notesMaster+xml"/>
  <Override PartName="/ppt/media/image12.png" ContentType="image/png"/>
  <Override PartName="/ppt/media/image3.png" ContentType="image/png"/>
  <Override PartName="/ppt/media/image8.svg" ContentType="image/svg"/>
  <Override PartName="/ppt/media/image13.png" ContentType="image/png"/>
  <Override PartName="/ppt/media/image17.png" ContentType="image/png"/>
  <Override PartName="/ppt/media/image15.png" ContentType="image/png"/>
  <Override PartName="/ppt/media/image1.png" ContentType="image/png"/>
  <Override PartName="/ppt/media/image2.jpeg" ContentType="image/jpeg"/>
  <Override PartName="/ppt/media/image4.svg" ContentType="image/svg"/>
  <Override PartName="/ppt/media/image11.png" ContentType="image/png"/>
  <Override PartName="/ppt/media/image7.png" ContentType="image/png"/>
  <Override PartName="/ppt/media/image16.png" ContentType="image/png"/>
  <Override PartName="/ppt/media/image14.png" ContentType="image/png"/>
  <Override PartName="/ppt/media/image5.png" ContentType="image/png"/>
  <Override PartName="/ppt/media/image6.svg" ContentType="image/svg"/>
  <Override PartName="/ppt/media/image9.png" ContentType="image/png"/>
  <Override PartName="/ppt/media/image10.svg" ContentType="image/svg"/>
  <Override PartName="/ppt/slides/_rels/slide11.xml.rels" ContentType="application/vnd.openxmlformats-package.relationships+xml"/>
  <Override PartName="/ppt/slides/_rels/slide9.xml.rels" ContentType="application/vnd.openxmlformats-package.relationships+xml"/>
  <Override PartName="/ppt/slides/_rels/slide13.xml.rels" ContentType="application/vnd.openxmlformats-package.relationships+xml"/>
  <Override PartName="/ppt/slides/_rels/slide12.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xml.rels" ContentType="application/vnd.openxmlformats-package.relationships+xml"/>
  <Override PartName="/ppt/slides/_rels/slide16.xml.rels" ContentType="application/vnd.openxmlformats-package.relationships+xml"/>
  <Override PartName="/ppt/slides/_rels/slide2.xml.rels" ContentType="application/vnd.openxmlformats-package.relationships+xml"/>
  <Override PartName="/ppt/slides/_rels/slide3.xml.rels" ContentType="application/vnd.openxmlformats-package.relationships+xml"/>
  <Override PartName="/ppt/slides/_rels/slide4.xml.rels" ContentType="application/vnd.openxmlformats-package.relationships+xml"/>
  <Override PartName="/ppt/slides/_rels/slide5.xml.rels" ContentType="application/vnd.openxmlformats-package.relationships+xml"/>
  <Override PartName="/ppt/slides/_rels/slide6.xml.rels" ContentType="application/vnd.openxmlformats-package.relationships+xml"/>
  <Override PartName="/ppt/slides/_rels/slide7.xml.rels" ContentType="application/vnd.openxmlformats-package.relationships+xml"/>
  <Override PartName="/ppt/slides/_rels/slide8.xml.rels" ContentType="application/vnd.openxmlformats-package.relationships+xml"/>
  <Override PartName="/ppt/slides/_rels/slide10.xml.rels" ContentType="application/vnd.openxmlformats-package.relationships+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slides/slide11.xml" ContentType="application/vnd.openxmlformats-officedocument.presentationml.slide+xml"/>
  <Override PartName="/ppt/notesSlides/_rels/notesSlide15.xml.rels" ContentType="application/vnd.openxmlformats-package.relationships+xml"/>
  <Override PartName="/ppt/notesSlides/_rels/notesSlide14.xml.rels" ContentType="application/vnd.openxmlformats-package.relationships+xml"/>
  <Override PartName="/ppt/notesSlides/_rels/notesSlide13.xml.rels" ContentType="application/vnd.openxmlformats-package.relationships+xml"/>
  <Override PartName="/ppt/notesSlides/_rels/notesSlide12.xml.rels" ContentType="application/vnd.openxmlformats-package.relationships+xml"/>
  <Override PartName="/ppt/notesSlides/_rels/notesSlide3.xml.rels" ContentType="application/vnd.openxmlformats-package.relationships+xml"/>
  <Override PartName="/ppt/notesSlides/notesSlide3.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Lst>
  <p:notesMasterIdLst>
    <p:notesMasterId r:id="rId13"/>
  </p:notesMasterIdLst>
  <p:sldIdLst>
    <p:sldId id="256" r:id="rId14"/>
    <p:sldId id="257" r:id="rId15"/>
    <p:sldId id="258" r:id="rId16"/>
    <p:sldId id="259" r:id="rId17"/>
    <p:sldId id="260" r:id="rId18"/>
    <p:sldId id="261" r:id="rId19"/>
    <p:sldId id="262" r:id="rId20"/>
    <p:sldId id="263" r:id="rId21"/>
    <p:sldId id="264" r:id="rId22"/>
    <p:sldId id="265" r:id="rId23"/>
    <p:sldId id="266" r:id="rId24"/>
    <p:sldId id="267" r:id="rId25"/>
    <p:sldId id="268" r:id="rId26"/>
    <p:sldId id="269" r:id="rId27"/>
    <p:sldId id="270" r:id="rId28"/>
    <p:sldId id="271" r:id="rId29"/>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notesMaster" Target="notesMasters/notesMaster1.xml"/><Relationship Id="rId14" Type="http://schemas.openxmlformats.org/officeDocument/2006/relationships/slide" Target="slides/slide1.xml"/><Relationship Id="rId15" Type="http://schemas.openxmlformats.org/officeDocument/2006/relationships/slide" Target="slides/slide2.xml"/><Relationship Id="rId16" Type="http://schemas.openxmlformats.org/officeDocument/2006/relationships/slide" Target="slides/slide3.xml"/><Relationship Id="rId17" Type="http://schemas.openxmlformats.org/officeDocument/2006/relationships/slide" Target="slides/slide4.xml"/><Relationship Id="rId18" Type="http://schemas.openxmlformats.org/officeDocument/2006/relationships/slide" Target="slides/slide5.xml"/><Relationship Id="rId19" Type="http://schemas.openxmlformats.org/officeDocument/2006/relationships/slide" Target="slides/slide6.xml"/><Relationship Id="rId20" Type="http://schemas.openxmlformats.org/officeDocument/2006/relationships/slide" Target="slides/slide7.xml"/><Relationship Id="rId21" Type="http://schemas.openxmlformats.org/officeDocument/2006/relationships/slide" Target="slides/slide8.xml"/><Relationship Id="rId22" Type="http://schemas.openxmlformats.org/officeDocument/2006/relationships/slide" Target="slides/slide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12.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15.xml"/><Relationship Id="rId29" Type="http://schemas.openxmlformats.org/officeDocument/2006/relationships/slide" Target="slides/slide16.xml"/><Relationship Id="rId30"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1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r>
              <a:rPr b="0" lang="en-US" sz="1800" spc="-1" strike="noStrike">
                <a:solidFill>
                  <a:schemeClr val="dk1"/>
                </a:solidFill>
                <a:latin typeface="Calibri"/>
              </a:rPr>
              <a:t>Click to move the slide</a:t>
            </a:r>
            <a:endParaRPr b="0" lang="en-US" sz="1800" spc="-1" strike="noStrike">
              <a:solidFill>
                <a:schemeClr val="dk1"/>
              </a:solidFill>
              <a:latin typeface="Calibri"/>
            </a:endParaRPr>
          </a:p>
        </p:txBody>
      </p:sp>
      <p:sp>
        <p:nvSpPr>
          <p:cNvPr id="79"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Click to edit the notes format</a:t>
            </a:r>
            <a:endParaRPr b="0" lang="en-US" sz="2000" spc="-1" strike="noStrike">
              <a:solidFill>
                <a:srgbClr val="000000"/>
              </a:solidFill>
              <a:latin typeface="Arial"/>
            </a:endParaRPr>
          </a:p>
        </p:txBody>
      </p:sp>
      <p:sp>
        <p:nvSpPr>
          <p:cNvPr id="80"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en-US" sz="1400" spc="-1" strike="noStrike">
                <a:solidFill>
                  <a:srgbClr val="000000"/>
                </a:solidFill>
                <a:latin typeface="Times New Roman"/>
              </a:rPr>
              <a:t>&lt;header&gt;</a:t>
            </a:r>
            <a:endParaRPr b="0" lang="en-US" sz="1400" spc="-1" strike="noStrike">
              <a:solidFill>
                <a:srgbClr val="000000"/>
              </a:solidFill>
              <a:latin typeface="Times New Roman"/>
            </a:endParaRPr>
          </a:p>
        </p:txBody>
      </p:sp>
      <p:sp>
        <p:nvSpPr>
          <p:cNvPr id="81" name="PlaceHolder 4"/>
          <p:cNvSpPr>
            <a:spLocks noGrp="1"/>
          </p:cNvSpPr>
          <p:nvPr>
            <p:ph type="dt" idx="34"/>
          </p:nvPr>
        </p:nvSpPr>
        <p:spPr>
          <a:xfrm>
            <a:off x="4278960" y="0"/>
            <a:ext cx="3280680" cy="534240"/>
          </a:xfrm>
          <a:prstGeom prst="rect">
            <a:avLst/>
          </a:prstGeom>
          <a:noFill/>
          <a:ln w="0">
            <a:noFill/>
          </a:ln>
        </p:spPr>
        <p:txBody>
          <a:bodyPr lIns="0" rIns="0" tIns="0" bIns="0" anchor="t">
            <a:noAutofit/>
          </a:bodyPr>
          <a:lstStyle>
            <a:lvl1pPr indent="0" algn="r">
              <a:buNone/>
              <a:defRPr b="0" lang="en-US" sz="1400" spc="-1" strike="noStrike">
                <a:solidFill>
                  <a:srgbClr val="000000"/>
                </a:solidFill>
                <a:latin typeface="Times New Roman"/>
              </a:defRPr>
            </a:lvl1pPr>
          </a:lstStyle>
          <a:p>
            <a:pPr indent="0" algn="r">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82" name="PlaceHolder 5"/>
          <p:cNvSpPr>
            <a:spLocks noGrp="1"/>
          </p:cNvSpPr>
          <p:nvPr>
            <p:ph type="ftr" idx="35"/>
          </p:nvPr>
        </p:nvSpPr>
        <p:spPr>
          <a:xfrm>
            <a:off x="0" y="10157400"/>
            <a:ext cx="3280680" cy="53424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83" name="PlaceHolder 6"/>
          <p:cNvSpPr>
            <a:spLocks noGrp="1"/>
          </p:cNvSpPr>
          <p:nvPr>
            <p:ph type="sldNum" idx="36"/>
          </p:nvPr>
        </p:nvSpPr>
        <p:spPr>
          <a:xfrm>
            <a:off x="4278960" y="10157400"/>
            <a:ext cx="3280680" cy="534240"/>
          </a:xfrm>
          <a:prstGeom prst="rect">
            <a:avLst/>
          </a:prstGeom>
          <a:noFill/>
          <a:ln w="0">
            <a:noFill/>
          </a:ln>
        </p:spPr>
        <p:txBody>
          <a:bodyPr lIns="0" rIns="0" tIns="0" bIns="0" anchor="b">
            <a:noAutofit/>
          </a:bodyPr>
          <a:lstStyle>
            <a:lvl1pPr indent="0" algn="r">
              <a:buNone/>
              <a:defRPr b="0" lang="en-US" sz="1400" spc="-1" strike="noStrike">
                <a:solidFill>
                  <a:srgbClr val="000000"/>
                </a:solidFill>
                <a:latin typeface="Times New Roman"/>
              </a:defRPr>
            </a:lvl1pPr>
          </a:lstStyle>
          <a:p>
            <a:pPr indent="0" algn="r">
              <a:buNone/>
            </a:pPr>
            <a:fld id="{0BA94996-BB03-4238-A22A-B7C7F2B71E71}"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3" name="PlaceHolder 1"/>
          <p:cNvSpPr>
            <a:spLocks noGrp="1"/>
          </p:cNvSpPr>
          <p:nvPr>
            <p:ph type="sldImg"/>
          </p:nvPr>
        </p:nvSpPr>
        <p:spPr>
          <a:xfrm>
            <a:off x="685800" y="1143000"/>
            <a:ext cx="5486040" cy="3085920"/>
          </a:xfrm>
          <a:prstGeom prst="rect">
            <a:avLst/>
          </a:prstGeom>
          <a:ln w="0">
            <a:noFill/>
          </a:ln>
        </p:spPr>
      </p:sp>
      <p:sp>
        <p:nvSpPr>
          <p:cNvPr id="13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1" lang="en-US" sz="2000" spc="-1" strike="noStrike">
                <a:solidFill>
                  <a:srgbClr val="5f6368"/>
                </a:solidFill>
                <a:latin typeface="arial"/>
              </a:rPr>
              <a:t>Inheritance</a:t>
            </a:r>
            <a:r>
              <a:rPr b="0" lang="en-US" sz="2000" spc="-1" strike="noStrike">
                <a:solidFill>
                  <a:srgbClr val="4d5156"/>
                </a:solidFill>
                <a:latin typeface="arial"/>
              </a:rPr>
              <a:t> allows us to define a </a:t>
            </a:r>
            <a:r>
              <a:rPr b="1" lang="en-US" sz="2000" spc="-1" strike="noStrike">
                <a:solidFill>
                  <a:srgbClr val="5f6368"/>
                </a:solidFill>
                <a:latin typeface="arial"/>
              </a:rPr>
              <a:t>class</a:t>
            </a:r>
            <a:r>
              <a:rPr b="0" lang="en-US" sz="2000" spc="-1" strike="noStrike">
                <a:solidFill>
                  <a:srgbClr val="4d5156"/>
                </a:solidFill>
                <a:latin typeface="arial"/>
              </a:rPr>
              <a:t> that inherits all the methods and properties from another </a:t>
            </a:r>
            <a:r>
              <a:rPr b="1" lang="en-US" sz="2000" spc="-1" strike="noStrike">
                <a:solidFill>
                  <a:srgbClr val="5f6368"/>
                </a:solidFill>
                <a:latin typeface="arial"/>
              </a:rPr>
              <a:t>class.</a:t>
            </a:r>
            <a:endParaRPr b="0" lang="en-US" sz="2000" spc="-1" strike="noStrike">
              <a:solidFill>
                <a:srgbClr val="000000"/>
              </a:solidFill>
              <a:latin typeface="Arial"/>
            </a:endParaRPr>
          </a:p>
        </p:txBody>
      </p:sp>
      <p:sp>
        <p:nvSpPr>
          <p:cNvPr id="135" name="PlaceHolder 3"/>
          <p:cNvSpPr>
            <a:spLocks noGrp="1"/>
          </p:cNvSpPr>
          <p:nvPr>
            <p:ph type="sldNum" idx="38"/>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0D5335D4-C97A-4105-8DCF-6806249290D2}"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6" name="PlaceHolder 1"/>
          <p:cNvSpPr>
            <a:spLocks noGrp="1"/>
          </p:cNvSpPr>
          <p:nvPr>
            <p:ph type="sldImg"/>
          </p:nvPr>
        </p:nvSpPr>
        <p:spPr>
          <a:xfrm>
            <a:off x="685800" y="1143000"/>
            <a:ext cx="5486040" cy="3085920"/>
          </a:xfrm>
          <a:prstGeom prst="rect">
            <a:avLst/>
          </a:prstGeom>
          <a:ln w="0">
            <a:noFill/>
          </a:ln>
        </p:spPr>
      </p:sp>
      <p:sp>
        <p:nvSpPr>
          <p:cNvPr id="13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fr-FR" sz="2000" spc="-1" strike="noStrike">
                <a:solidFill>
                  <a:srgbClr val="000000"/>
                </a:solidFill>
                <a:latin typeface="Arial"/>
              </a:rPr>
              <a:t>No need for backward!</a:t>
            </a:r>
            <a:endParaRPr b="0" lang="en-US" sz="2000" spc="-1" strike="noStrike">
              <a:solidFill>
                <a:srgbClr val="000000"/>
              </a:solidFill>
              <a:latin typeface="Arial"/>
            </a:endParaRPr>
          </a:p>
        </p:txBody>
      </p:sp>
      <p:sp>
        <p:nvSpPr>
          <p:cNvPr id="138" name="PlaceHolder 3"/>
          <p:cNvSpPr>
            <a:spLocks noGrp="1"/>
          </p:cNvSpPr>
          <p:nvPr>
            <p:ph type="sldNum" idx="39"/>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85D20E86-642A-422F-AE3E-0B1B97CFF306}"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9" name="PlaceHolder 1"/>
          <p:cNvSpPr>
            <a:spLocks noGrp="1"/>
          </p:cNvSpPr>
          <p:nvPr>
            <p:ph type="sldImg"/>
          </p:nvPr>
        </p:nvSpPr>
        <p:spPr>
          <a:xfrm>
            <a:off x="685800" y="1143000"/>
            <a:ext cx="5486040" cy="3085920"/>
          </a:xfrm>
          <a:prstGeom prst="rect">
            <a:avLst/>
          </a:prstGeom>
          <a:ln w="0">
            <a:noFill/>
          </a:ln>
        </p:spPr>
      </p:sp>
      <p:sp>
        <p:nvSpPr>
          <p:cNvPr id="14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fr-FR" sz="2000" spc="-1" strike="noStrike">
                <a:solidFill>
                  <a:srgbClr val="000000"/>
                </a:solidFill>
                <a:latin typeface="Arial"/>
              </a:rPr>
              <a:t>Pas d’activation function sur la dernière couche, on a le droit ! On pourrait aussi en mettre une. </a:t>
            </a:r>
            <a:endParaRPr b="0" lang="en-US" sz="2000" spc="-1" strike="noStrike">
              <a:solidFill>
                <a:srgbClr val="000000"/>
              </a:solidFill>
              <a:latin typeface="Arial"/>
            </a:endParaRPr>
          </a:p>
        </p:txBody>
      </p:sp>
      <p:sp>
        <p:nvSpPr>
          <p:cNvPr id="141" name="PlaceHolder 3"/>
          <p:cNvSpPr>
            <a:spLocks noGrp="1"/>
          </p:cNvSpPr>
          <p:nvPr>
            <p:ph type="sldNum" idx="40"/>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F0A44AE9-A0FD-4AA6-B56F-19BDC21E50F0}"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2" name="PlaceHolder 1"/>
          <p:cNvSpPr>
            <a:spLocks noGrp="1"/>
          </p:cNvSpPr>
          <p:nvPr>
            <p:ph type="sldImg"/>
          </p:nvPr>
        </p:nvSpPr>
        <p:spPr>
          <a:xfrm>
            <a:off x="685800" y="1143000"/>
            <a:ext cx="5486040" cy="3085920"/>
          </a:xfrm>
          <a:prstGeom prst="rect">
            <a:avLst/>
          </a:prstGeom>
          <a:ln w="0">
            <a:noFill/>
          </a:ln>
        </p:spPr>
      </p:sp>
      <p:sp>
        <p:nvSpPr>
          <p:cNvPr id="14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fr-FR" sz="2000" spc="-1" strike="noStrike">
                <a:solidFill>
                  <a:srgbClr val="000000"/>
                </a:solidFill>
                <a:latin typeface="Arial"/>
              </a:rPr>
              <a:t>For now, let’s just understand the difference between stochastic gradient descent and standard gradient descent.</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292929"/>
                </a:solidFill>
                <a:latin typeface="source-serif-pro"/>
              </a:rPr>
              <a:t>Stochastic Gradient Descent is a probabilistic approximation of Gradient Descent. It is an approximation because, at each step, the algorithm calculates the gradient for one observation picked at random, instead of calculating the gradient for the entire dataset.</a:t>
            </a:r>
            <a:br>
              <a:rPr sz="2000"/>
            </a:br>
            <a:r>
              <a:rPr b="0" lang="en-US" sz="2000" spc="-1" strike="noStrike">
                <a:solidFill>
                  <a:srgbClr val="292929"/>
                </a:solidFill>
                <a:latin typeface="source-serif-pro"/>
              </a:rPr>
              <a:t>This represents a significant performance improvement, when the dataset contains millions of observations.</a:t>
            </a:r>
            <a:endParaRPr b="0" lang="en-US" sz="2000" spc="-1" strike="noStrike">
              <a:solidFill>
                <a:srgbClr val="000000"/>
              </a:solidFill>
              <a:latin typeface="Arial"/>
            </a:endParaRPr>
          </a:p>
          <a:p>
            <a:pPr marL="216000" indent="0">
              <a:lnSpc>
                <a:spcPct val="100000"/>
              </a:lnSpc>
              <a:buNone/>
            </a:pPr>
            <a:r>
              <a:rPr b="0" lang="en-US" sz="2000" spc="-1" strike="noStrike">
                <a:solidFill>
                  <a:srgbClr val="292929"/>
                </a:solidFill>
                <a:latin typeface="source-serif-pro"/>
              </a:rPr>
              <a:t>Compared to Gradient Descent, Stochastic Gradient Descent is much faster, and more suitable to large-scale datasets.</a:t>
            </a:r>
            <a:endParaRPr b="0" lang="en-US" sz="2000" spc="-1" strike="noStrike">
              <a:solidFill>
                <a:srgbClr val="000000"/>
              </a:solidFill>
              <a:latin typeface="Arial"/>
            </a:endParaRPr>
          </a:p>
          <a:p>
            <a:pPr marL="216000" indent="0">
              <a:lnSpc>
                <a:spcPct val="100000"/>
              </a:lnSpc>
              <a:buNone/>
            </a:pPr>
            <a:r>
              <a:rPr b="0" lang="en-US" sz="2000" spc="-1" strike="noStrike">
                <a:solidFill>
                  <a:srgbClr val="292929"/>
                </a:solidFill>
                <a:latin typeface="source-serif-pro"/>
              </a:rPr>
              <a:t>But since the gradient it’s not computed for the entire dataset, and only for one random point on each iteration, the updates have a higher variance. This makes the cost function fluctuate more on each iteration, when compared to Gradient Descent, making it harder for the algorithm to converge.</a:t>
            </a:r>
            <a:endParaRPr b="0" lang="en-US" sz="2000" spc="-1" strike="noStrike">
              <a:solidFill>
                <a:srgbClr val="000000"/>
              </a:solidFill>
              <a:latin typeface="Arial"/>
            </a:endParaRPr>
          </a:p>
          <a:p>
            <a:pPr marL="216000" indent="0">
              <a:lnSpc>
                <a:spcPct val="100000"/>
              </a:lnSpc>
              <a:buNone/>
            </a:pPr>
            <a:r>
              <a:rPr b="0" lang="en-US" sz="2000" spc="-1" strike="noStrike">
                <a:solidFill>
                  <a:srgbClr val="292929"/>
                </a:solidFill>
                <a:latin typeface="source-serif-pro"/>
              </a:rPr>
              <a:t>New variations of Stochastic Gradient Descent have been developed to tackle these problems. For example, </a:t>
            </a:r>
            <a:r>
              <a:rPr b="0" i="1" lang="en-US" sz="2000" spc="-1" strike="noStrike">
                <a:solidFill>
                  <a:srgbClr val="292929"/>
                </a:solidFill>
                <a:latin typeface="source-serif-pro"/>
              </a:rPr>
              <a:t>Mini-batch</a:t>
            </a:r>
            <a:r>
              <a:rPr b="0" lang="en-US" sz="2000" spc="-1" strike="noStrike">
                <a:solidFill>
                  <a:srgbClr val="292929"/>
                </a:solidFill>
                <a:latin typeface="source-serif-pro"/>
              </a:rPr>
              <a:t> Stochastic Gradient Descent, addresses the variance problem by picking a sample of </a:t>
            </a:r>
            <a:r>
              <a:rPr b="0" i="1" lang="en-US" sz="2000" spc="-1" strike="noStrike">
                <a:solidFill>
                  <a:srgbClr val="292929"/>
                </a:solidFill>
                <a:latin typeface="source-serif-pro"/>
              </a:rPr>
              <a:t>n </a:t>
            </a:r>
            <a:r>
              <a:rPr b="0" lang="en-US" sz="2000" spc="-1" strike="noStrike">
                <a:solidFill>
                  <a:srgbClr val="292929"/>
                </a:solidFill>
                <a:latin typeface="source-serif-pro"/>
              </a:rPr>
              <a:t>observations from the dataset in each iteration instead of just one</a:t>
            </a:r>
            <a:r>
              <a:rPr b="0" lang="fr-FR" sz="2000" spc="-1" strike="noStrike">
                <a:solidFill>
                  <a:srgbClr val="292929"/>
                </a:solidFill>
                <a:latin typeface="source-serif-pro"/>
              </a:rPr>
              <a:t>.</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Source Sans Pro"/>
              </a:rPr>
              <a:t>Suppose you have made an app and want to improve it by taking feedback from 100 customers. You can do it in two ways. First, you can give the app to the first customer and take his feedback then to the second one, then the third, and so on. After collecting feedback from all of them you can improve your app. But you can also improve the app as soon as you get feedback from the first customer. Then you give it to the second one and you improve again before giving it to the third one. Notice that in this way you are improving your app at a much faster rate and can reach an optimal point much earlier.</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Source Sans Pro"/>
              </a:rPr>
              <a:t>Hopefully, you can tell that the first process is the Vanilla Gradient Descent and the second one is SGD.</a:t>
            </a:r>
            <a:endParaRPr b="0" lang="en-US" sz="2000" spc="-1" strike="noStrike">
              <a:solidFill>
                <a:srgbClr val="000000"/>
              </a:solidFill>
              <a:latin typeface="Arial"/>
            </a:endParaRPr>
          </a:p>
        </p:txBody>
      </p:sp>
      <p:sp>
        <p:nvSpPr>
          <p:cNvPr id="144" name="PlaceHolder 3"/>
          <p:cNvSpPr>
            <a:spLocks noGrp="1"/>
          </p:cNvSpPr>
          <p:nvPr>
            <p:ph type="sldNum" idx="41"/>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F3DB4F44-4D0E-4E93-98B7-A8756B12CD5B}"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5" name="PlaceHolder 1"/>
          <p:cNvSpPr>
            <a:spLocks noGrp="1"/>
          </p:cNvSpPr>
          <p:nvPr>
            <p:ph type="sldImg"/>
          </p:nvPr>
        </p:nvSpPr>
        <p:spPr>
          <a:xfrm>
            <a:off x="685800" y="1143000"/>
            <a:ext cx="5486040" cy="3085920"/>
          </a:xfrm>
          <a:prstGeom prst="rect">
            <a:avLst/>
          </a:prstGeom>
          <a:ln w="0">
            <a:noFill/>
          </a:ln>
        </p:spPr>
      </p:sp>
      <p:sp>
        <p:nvSpPr>
          <p:cNvPr id="14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202124"/>
                </a:solidFill>
                <a:latin typeface="arial"/>
              </a:rPr>
              <a:t>Creating a PyTorch Dataset and managing it with Dataloader </a:t>
            </a:r>
            <a:r>
              <a:rPr b="1" lang="en-US" sz="2000" spc="-1" strike="noStrike">
                <a:solidFill>
                  <a:srgbClr val="202124"/>
                </a:solidFill>
                <a:latin typeface="arial"/>
              </a:rPr>
              <a:t>keeps your data manageable and helps to simplify your machine learning pipeline</a:t>
            </a:r>
            <a:r>
              <a:rPr b="0" lang="en-US" sz="2000" spc="-1" strike="noStrike">
                <a:solidFill>
                  <a:srgbClr val="202124"/>
                </a:solidFill>
                <a:latin typeface="arial"/>
              </a:rPr>
              <a:t>. A Dataset stores all your data, and Dataloader is can be used to iterate through the data, manage batches, </a:t>
            </a:r>
            <a:r>
              <a:rPr b="1" lang="en-US" sz="2000" spc="-1" strike="noStrike">
                <a:solidFill>
                  <a:srgbClr val="ff0000"/>
                </a:solidFill>
                <a:latin typeface="arial"/>
              </a:rPr>
              <a:t>transform the data</a:t>
            </a:r>
            <a:r>
              <a:rPr b="0" lang="en-US" sz="2000" spc="-1" strike="noStrike">
                <a:solidFill>
                  <a:srgbClr val="202124"/>
                </a:solidFill>
                <a:latin typeface="arial"/>
              </a:rPr>
              <a:t>, and much more.</a:t>
            </a:r>
            <a:endParaRPr b="0" lang="en-US" sz="2000" spc="-1" strike="noStrike">
              <a:solidFill>
                <a:srgbClr val="000000"/>
              </a:solidFill>
              <a:latin typeface="Arial"/>
            </a:endParaRPr>
          </a:p>
        </p:txBody>
      </p:sp>
      <p:sp>
        <p:nvSpPr>
          <p:cNvPr id="147" name="PlaceHolder 3"/>
          <p:cNvSpPr>
            <a:spLocks noGrp="1"/>
          </p:cNvSpPr>
          <p:nvPr>
            <p:ph type="sldNum" idx="42"/>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5784BC08-3849-4A71-A23D-3DD0F0075BA0}"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spTree>
      <p:nvGrpSpPr>
        <p:cNvPr id="1" name=""/>
        <p:cNvGrpSpPr/>
        <p:nvPr/>
      </p:nvGrpSpPr>
      <p:grpSpPr>
        <a:xfrm>
          <a:off x="0" y="0"/>
          <a:ext cx="0" cy="0"/>
          <a:chOff x="0" y="0"/>
          <a:chExt cx="0" cy="0"/>
        </a:xfrm>
      </p:grpSpPr>
      <p:sp>
        <p:nvSpPr>
          <p:cNvPr id="6" name="PlaceHolder 1"/>
          <p:cNvSpPr>
            <a:spLocks noGrp="1"/>
          </p:cNvSpPr>
          <p:nvPr>
            <p:ph type="title"/>
          </p:nvPr>
        </p:nvSpPr>
        <p:spPr>
          <a:xfrm>
            <a:off x="838080" y="365040"/>
            <a:ext cx="10515240" cy="132516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7" name="PlaceHolder 2"/>
          <p:cNvSpPr>
            <a:spLocks noGrp="1"/>
          </p:cNvSpPr>
          <p:nvPr>
            <p:ph type="subTitle"/>
          </p:nvPr>
        </p:nvSpPr>
        <p:spPr>
          <a:xfrm>
            <a:off x="838080" y="1825560"/>
            <a:ext cx="10515240" cy="435096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2"/>
          </p:nvPr>
        </p:nvSpPr>
        <p:spPr/>
        <p:txBody>
          <a:bodyPr/>
          <a:p>
            <a:r>
              <a:t>Footer</a:t>
            </a:r>
          </a:p>
        </p:txBody>
      </p:sp>
      <p:sp>
        <p:nvSpPr>
          <p:cNvPr id="5" name="PlaceHolder 4"/>
          <p:cNvSpPr>
            <a:spLocks noGrp="1"/>
          </p:cNvSpPr>
          <p:nvPr>
            <p:ph type="sldNum" idx="3"/>
          </p:nvPr>
        </p:nvSpPr>
        <p:spPr/>
        <p:txBody>
          <a:bodyPr/>
          <a:p>
            <a:fld id="{C848CC27-AA27-4080-B894-B2EF6F8918B3}" type="slidenum">
              <a:t>&lt;#&gt;</a:t>
            </a:fld>
          </a:p>
        </p:txBody>
      </p:sp>
      <p:sp>
        <p:nvSpPr>
          <p:cNvPr id="6" name="PlaceHolder 5"/>
          <p:cNvSpPr>
            <a:spLocks noGrp="1"/>
          </p:cNvSpPr>
          <p:nvPr>
            <p:ph type="dt" idx="1"/>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spTree>
      <p:nvGrpSpPr>
        <p:cNvPr id="1" name=""/>
        <p:cNvGrpSpPr/>
        <p:nvPr/>
      </p:nvGrpSpPr>
      <p:grpSpPr>
        <a:xfrm>
          <a:off x="0" y="0"/>
          <a:ext cx="0" cy="0"/>
          <a:chOff x="0" y="0"/>
          <a:chExt cx="0" cy="0"/>
        </a:xfrm>
      </p:grpSpPr>
      <p:sp>
        <p:nvSpPr>
          <p:cNvPr id="2" name="PlaceHolder 1"/>
          <p:cNvSpPr>
            <a:spLocks noGrp="1"/>
          </p:cNvSpPr>
          <p:nvPr>
            <p:ph type="ftr" idx="5"/>
          </p:nvPr>
        </p:nvSpPr>
        <p:spPr/>
        <p:txBody>
          <a:bodyPr/>
          <a:p>
            <a:r>
              <a:t>Footer</a:t>
            </a:r>
          </a:p>
        </p:txBody>
      </p:sp>
      <p:sp>
        <p:nvSpPr>
          <p:cNvPr id="3" name="PlaceHolder 2"/>
          <p:cNvSpPr>
            <a:spLocks noGrp="1"/>
          </p:cNvSpPr>
          <p:nvPr>
            <p:ph type="sldNum" idx="6"/>
          </p:nvPr>
        </p:nvSpPr>
        <p:spPr/>
        <p:txBody>
          <a:bodyPr/>
          <a:p>
            <a:fld id="{79A5EB49-0430-4A49-A339-5B647BD5F06D}" type="slidenum">
              <a:t>&lt;#&gt;</a:t>
            </a:fld>
          </a:p>
        </p:txBody>
      </p:sp>
      <p:sp>
        <p:nvSpPr>
          <p:cNvPr id="4" name="PlaceHolder 3"/>
          <p:cNvSpPr>
            <a:spLocks noGrp="1"/>
          </p:cNvSpPr>
          <p:nvPr>
            <p:ph type="dt" idx="4"/>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spTree>
      <p:nvGrpSpPr>
        <p:cNvPr id="1" name=""/>
        <p:cNvGrpSpPr/>
        <p:nvPr/>
      </p:nvGrpSpPr>
      <p:grpSpPr>
        <a:xfrm>
          <a:off x="0" y="0"/>
          <a:ext cx="0" cy="0"/>
          <a:chOff x="0" y="0"/>
          <a:chExt cx="0" cy="0"/>
        </a:xfrm>
      </p:grpSpPr>
      <p:sp>
        <p:nvSpPr>
          <p:cNvPr id="2" name="PlaceHolder 1"/>
          <p:cNvSpPr>
            <a:spLocks noGrp="1"/>
          </p:cNvSpPr>
          <p:nvPr>
            <p:ph type="ftr" idx="8"/>
          </p:nvPr>
        </p:nvSpPr>
        <p:spPr/>
        <p:txBody>
          <a:bodyPr/>
          <a:p>
            <a:r>
              <a:t>Footer</a:t>
            </a:r>
          </a:p>
        </p:txBody>
      </p:sp>
      <p:sp>
        <p:nvSpPr>
          <p:cNvPr id="3" name="PlaceHolder 2"/>
          <p:cNvSpPr>
            <a:spLocks noGrp="1"/>
          </p:cNvSpPr>
          <p:nvPr>
            <p:ph type="sldNum" idx="9"/>
          </p:nvPr>
        </p:nvSpPr>
        <p:spPr/>
        <p:txBody>
          <a:bodyPr/>
          <a:p>
            <a:fld id="{191B38D8-F516-4F91-97E4-D959403C4AC5}" type="slidenum">
              <a:t>&lt;#&gt;</a:t>
            </a:fld>
          </a:p>
        </p:txBody>
      </p:sp>
      <p:sp>
        <p:nvSpPr>
          <p:cNvPr id="4" name="PlaceHolder 3"/>
          <p:cNvSpPr>
            <a:spLocks noGrp="1"/>
          </p:cNvSpPr>
          <p:nvPr>
            <p:ph type="dt" idx="7"/>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838080" y="365040"/>
            <a:ext cx="10515240" cy="132516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27" name="PlaceHolder 2"/>
          <p:cNvSpPr>
            <a:spLocks noGrp="1"/>
          </p:cNvSpPr>
          <p:nvPr>
            <p:ph/>
          </p:nvPr>
        </p:nvSpPr>
        <p:spPr>
          <a:xfrm>
            <a:off x="838080" y="1825560"/>
            <a:ext cx="10515240" cy="4350960"/>
          </a:xfrm>
          <a:prstGeom prst="rect">
            <a:avLst/>
          </a:prstGeom>
          <a:noFill/>
          <a:ln w="0">
            <a:noFill/>
          </a:ln>
        </p:spPr>
        <p:txBody>
          <a:bodyPr lIns="0" rIns="0" tIns="0" bIns="0" anchor="t">
            <a:normAutofit/>
          </a:bodyPr>
          <a:p>
            <a:pPr indent="0">
              <a:lnSpc>
                <a:spcPct val="90000"/>
              </a:lnSpc>
              <a:spcBef>
                <a:spcPts val="1417"/>
              </a:spcBef>
              <a:buNone/>
            </a:pPr>
            <a:endParaRPr b="0" lang="en-US" sz="2800" spc="-1" strike="noStrike">
              <a:solidFill>
                <a:schemeClr val="dk1"/>
              </a:solidFill>
              <a:latin typeface="Calibri"/>
            </a:endParaRPr>
          </a:p>
        </p:txBody>
      </p:sp>
      <p:sp>
        <p:nvSpPr>
          <p:cNvPr id="4" name="PlaceHolder 3"/>
          <p:cNvSpPr>
            <a:spLocks noGrp="1"/>
          </p:cNvSpPr>
          <p:nvPr>
            <p:ph type="ftr" idx="11"/>
          </p:nvPr>
        </p:nvSpPr>
        <p:spPr/>
        <p:txBody>
          <a:bodyPr/>
          <a:p>
            <a:r>
              <a:t>Footer</a:t>
            </a:r>
          </a:p>
        </p:txBody>
      </p:sp>
      <p:sp>
        <p:nvSpPr>
          <p:cNvPr id="5" name="PlaceHolder 4"/>
          <p:cNvSpPr>
            <a:spLocks noGrp="1"/>
          </p:cNvSpPr>
          <p:nvPr>
            <p:ph type="sldNum" idx="12"/>
          </p:nvPr>
        </p:nvSpPr>
        <p:spPr/>
        <p:txBody>
          <a:bodyPr/>
          <a:p>
            <a:fld id="{B40E41F5-4510-4114-95EA-765AB272187D}" type="slidenum">
              <a:t>&lt;#&gt;</a:t>
            </a:fld>
          </a:p>
        </p:txBody>
      </p:sp>
      <p:sp>
        <p:nvSpPr>
          <p:cNvPr id="6" name="PlaceHolder 5"/>
          <p:cNvSpPr>
            <a:spLocks noGrp="1"/>
          </p:cNvSpPr>
          <p:nvPr>
            <p:ph type="dt" idx="10"/>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14"/>
          </p:nvPr>
        </p:nvSpPr>
        <p:spPr/>
        <p:txBody>
          <a:bodyPr/>
          <a:p>
            <a:r>
              <a:t>Footer</a:t>
            </a:r>
          </a:p>
        </p:txBody>
      </p:sp>
      <p:sp>
        <p:nvSpPr>
          <p:cNvPr id="3" name="PlaceHolder 2"/>
          <p:cNvSpPr>
            <a:spLocks noGrp="1"/>
          </p:cNvSpPr>
          <p:nvPr>
            <p:ph type="sldNum" idx="15"/>
          </p:nvPr>
        </p:nvSpPr>
        <p:spPr/>
        <p:txBody>
          <a:bodyPr/>
          <a:p>
            <a:fld id="{005CBFCF-CE33-4158-848A-8E6C83BF187A}" type="slidenum">
              <a:t>&lt;#&gt;</a:t>
            </a:fld>
          </a:p>
        </p:txBody>
      </p:sp>
      <p:sp>
        <p:nvSpPr>
          <p:cNvPr id="4" name="PlaceHolder 3"/>
          <p:cNvSpPr>
            <a:spLocks noGrp="1"/>
          </p:cNvSpPr>
          <p:nvPr>
            <p:ph type="dt" idx="13"/>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spTree>
      <p:nvGrpSpPr>
        <p:cNvPr id="1" name=""/>
        <p:cNvGrpSpPr/>
        <p:nvPr/>
      </p:nvGrpSpPr>
      <p:grpSpPr>
        <a:xfrm>
          <a:off x="0" y="0"/>
          <a:ext cx="0" cy="0"/>
          <a:chOff x="0" y="0"/>
          <a:chExt cx="0" cy="0"/>
        </a:xfrm>
      </p:grpSpPr>
      <p:sp>
        <p:nvSpPr>
          <p:cNvPr id="41" name="PlaceHolder 1"/>
          <p:cNvSpPr>
            <a:spLocks noGrp="1"/>
          </p:cNvSpPr>
          <p:nvPr>
            <p:ph type="title"/>
          </p:nvPr>
        </p:nvSpPr>
        <p:spPr>
          <a:xfrm>
            <a:off x="838080" y="365040"/>
            <a:ext cx="10515240" cy="132516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42" name="PlaceHolder 2"/>
          <p:cNvSpPr>
            <a:spLocks noGrp="1"/>
          </p:cNvSpPr>
          <p:nvPr>
            <p:ph/>
          </p:nvPr>
        </p:nvSpPr>
        <p:spPr>
          <a:xfrm>
            <a:off x="838080" y="1825560"/>
            <a:ext cx="5131080" cy="4350960"/>
          </a:xfrm>
          <a:prstGeom prst="rect">
            <a:avLst/>
          </a:prstGeom>
          <a:noFill/>
          <a:ln w="0">
            <a:noFill/>
          </a:ln>
        </p:spPr>
        <p:txBody>
          <a:bodyPr lIns="0" rIns="0" tIns="0" bIns="0" anchor="t">
            <a:normAutofit/>
          </a:bodyPr>
          <a:p>
            <a:pPr indent="0">
              <a:lnSpc>
                <a:spcPct val="90000"/>
              </a:lnSpc>
              <a:spcBef>
                <a:spcPts val="1417"/>
              </a:spcBef>
              <a:buNone/>
            </a:pPr>
            <a:endParaRPr b="0" lang="en-US" sz="2800" spc="-1" strike="noStrike">
              <a:solidFill>
                <a:schemeClr val="dk1"/>
              </a:solidFill>
              <a:latin typeface="Calibri"/>
            </a:endParaRPr>
          </a:p>
        </p:txBody>
      </p:sp>
      <p:sp>
        <p:nvSpPr>
          <p:cNvPr id="43" name="PlaceHolder 3"/>
          <p:cNvSpPr>
            <a:spLocks noGrp="1"/>
          </p:cNvSpPr>
          <p:nvPr>
            <p:ph/>
          </p:nvPr>
        </p:nvSpPr>
        <p:spPr>
          <a:xfrm>
            <a:off x="6226200" y="1825560"/>
            <a:ext cx="5131080" cy="4350960"/>
          </a:xfrm>
          <a:prstGeom prst="rect">
            <a:avLst/>
          </a:prstGeom>
          <a:noFill/>
          <a:ln w="0">
            <a:noFill/>
          </a:ln>
        </p:spPr>
        <p:txBody>
          <a:bodyPr lIns="0" rIns="0" tIns="0" bIns="0" anchor="t">
            <a:normAutofit/>
          </a:bodyPr>
          <a:p>
            <a:pPr indent="0">
              <a:lnSpc>
                <a:spcPct val="90000"/>
              </a:lnSpc>
              <a:spcBef>
                <a:spcPts val="1417"/>
              </a:spcBef>
              <a:buNone/>
            </a:pPr>
            <a:endParaRPr b="0" lang="en-US" sz="2800" spc="-1" strike="noStrike">
              <a:solidFill>
                <a:schemeClr val="dk1"/>
              </a:solidFill>
              <a:latin typeface="Calibri"/>
            </a:endParaRPr>
          </a:p>
        </p:txBody>
      </p:sp>
      <p:sp>
        <p:nvSpPr>
          <p:cNvPr id="5" name="PlaceHolder 4"/>
          <p:cNvSpPr>
            <a:spLocks noGrp="1"/>
          </p:cNvSpPr>
          <p:nvPr>
            <p:ph type="ftr" idx="17"/>
          </p:nvPr>
        </p:nvSpPr>
        <p:spPr/>
        <p:txBody>
          <a:bodyPr/>
          <a:p>
            <a:r>
              <a:t>Footer</a:t>
            </a:r>
          </a:p>
        </p:txBody>
      </p:sp>
      <p:sp>
        <p:nvSpPr>
          <p:cNvPr id="6" name="PlaceHolder 5"/>
          <p:cNvSpPr>
            <a:spLocks noGrp="1"/>
          </p:cNvSpPr>
          <p:nvPr>
            <p:ph type="sldNum" idx="18"/>
          </p:nvPr>
        </p:nvSpPr>
        <p:spPr/>
        <p:txBody>
          <a:bodyPr/>
          <a:p>
            <a:fld id="{825181F3-DB8B-4F09-A53F-5B3933BC4DDE}" type="slidenum">
              <a:t>&lt;#&gt;</a:t>
            </a:fld>
          </a:p>
        </p:txBody>
      </p:sp>
      <p:sp>
        <p:nvSpPr>
          <p:cNvPr id="7" name="PlaceHolder 6"/>
          <p:cNvSpPr>
            <a:spLocks noGrp="1"/>
          </p:cNvSpPr>
          <p:nvPr>
            <p:ph type="dt" idx="16"/>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20"/>
          </p:nvPr>
        </p:nvSpPr>
        <p:spPr/>
        <p:txBody>
          <a:bodyPr/>
          <a:p>
            <a:r>
              <a:t>Footer</a:t>
            </a:r>
          </a:p>
        </p:txBody>
      </p:sp>
      <p:sp>
        <p:nvSpPr>
          <p:cNvPr id="3" name="PlaceHolder 2"/>
          <p:cNvSpPr>
            <a:spLocks noGrp="1"/>
          </p:cNvSpPr>
          <p:nvPr>
            <p:ph type="sldNum" idx="21"/>
          </p:nvPr>
        </p:nvSpPr>
        <p:spPr/>
        <p:txBody>
          <a:bodyPr/>
          <a:p>
            <a:fld id="{6E8CAC3F-A0F1-44BD-A49B-8D6FCD053E16}" type="slidenum">
              <a:t>&lt;#&gt;</a:t>
            </a:fld>
          </a:p>
        </p:txBody>
      </p:sp>
      <p:sp>
        <p:nvSpPr>
          <p:cNvPr id="4" name="PlaceHolder 3"/>
          <p:cNvSpPr>
            <a:spLocks noGrp="1"/>
          </p:cNvSpPr>
          <p:nvPr>
            <p:ph type="dt" idx="19"/>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9" name="PlaceHolder 1"/>
          <p:cNvSpPr>
            <a:spLocks noGrp="1"/>
          </p:cNvSpPr>
          <p:nvPr>
            <p:ph type="title"/>
          </p:nvPr>
        </p:nvSpPr>
        <p:spPr>
          <a:xfrm>
            <a:off x="838080" y="365040"/>
            <a:ext cx="10515240" cy="132516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3" name="PlaceHolder 2"/>
          <p:cNvSpPr>
            <a:spLocks noGrp="1"/>
          </p:cNvSpPr>
          <p:nvPr>
            <p:ph type="ftr" idx="23"/>
          </p:nvPr>
        </p:nvSpPr>
        <p:spPr/>
        <p:txBody>
          <a:bodyPr/>
          <a:p>
            <a:r>
              <a:t>Footer</a:t>
            </a:r>
          </a:p>
        </p:txBody>
      </p:sp>
      <p:sp>
        <p:nvSpPr>
          <p:cNvPr id="4" name="PlaceHolder 3"/>
          <p:cNvSpPr>
            <a:spLocks noGrp="1"/>
          </p:cNvSpPr>
          <p:nvPr>
            <p:ph type="sldNum" idx="24"/>
          </p:nvPr>
        </p:nvSpPr>
        <p:spPr/>
        <p:txBody>
          <a:bodyPr/>
          <a:p>
            <a:fld id="{8AE4989C-F006-4E6A-8302-543B28E19DCE}" type="slidenum">
              <a:t>&lt;#&gt;</a:t>
            </a:fld>
          </a:p>
        </p:txBody>
      </p:sp>
      <p:sp>
        <p:nvSpPr>
          <p:cNvPr id="5" name="PlaceHolder 4"/>
          <p:cNvSpPr>
            <a:spLocks noGrp="1"/>
          </p:cNvSpPr>
          <p:nvPr>
            <p:ph type="dt" idx="22"/>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6"/>
          </p:nvPr>
        </p:nvSpPr>
        <p:spPr/>
        <p:txBody>
          <a:bodyPr/>
          <a:p>
            <a:r>
              <a:t>Footer</a:t>
            </a:r>
          </a:p>
        </p:txBody>
      </p:sp>
      <p:sp>
        <p:nvSpPr>
          <p:cNvPr id="3" name="PlaceHolder 2"/>
          <p:cNvSpPr>
            <a:spLocks noGrp="1"/>
          </p:cNvSpPr>
          <p:nvPr>
            <p:ph type="sldNum" idx="27"/>
          </p:nvPr>
        </p:nvSpPr>
        <p:spPr/>
        <p:txBody>
          <a:bodyPr/>
          <a:p>
            <a:fld id="{7FF262EF-92F9-4252-9FB1-CEC5D4C4B5EF}" type="slidenum">
              <a:t>&lt;#&gt;</a:t>
            </a:fld>
          </a:p>
        </p:txBody>
      </p:sp>
      <p:sp>
        <p:nvSpPr>
          <p:cNvPr id="4" name="PlaceHolder 3"/>
          <p:cNvSpPr>
            <a:spLocks noGrp="1"/>
          </p:cNvSpPr>
          <p:nvPr>
            <p:ph type="dt" idx="25"/>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29"/>
          </p:nvPr>
        </p:nvSpPr>
        <p:spPr/>
        <p:txBody>
          <a:bodyPr/>
          <a:p>
            <a:r>
              <a:t>Footer</a:t>
            </a:r>
          </a:p>
        </p:txBody>
      </p:sp>
      <p:sp>
        <p:nvSpPr>
          <p:cNvPr id="3" name="PlaceHolder 2"/>
          <p:cNvSpPr>
            <a:spLocks noGrp="1"/>
          </p:cNvSpPr>
          <p:nvPr>
            <p:ph type="sldNum" idx="30"/>
          </p:nvPr>
        </p:nvSpPr>
        <p:spPr/>
        <p:txBody>
          <a:bodyPr/>
          <a:p>
            <a:fld id="{C1B6C8BD-BABB-450F-9BA4-DA57558A6756}" type="slidenum">
              <a:t>&lt;#&gt;</a:t>
            </a:fld>
          </a:p>
        </p:txBody>
      </p:sp>
      <p:sp>
        <p:nvSpPr>
          <p:cNvPr id="4" name="PlaceHolder 3"/>
          <p:cNvSpPr>
            <a:spLocks noGrp="1"/>
          </p:cNvSpPr>
          <p:nvPr>
            <p:ph type="dt" idx="28"/>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32"/>
          </p:nvPr>
        </p:nvSpPr>
        <p:spPr/>
        <p:txBody>
          <a:bodyPr/>
          <a:p>
            <a:r>
              <a:t>Footer</a:t>
            </a:r>
          </a:p>
        </p:txBody>
      </p:sp>
      <p:sp>
        <p:nvSpPr>
          <p:cNvPr id="3" name="PlaceHolder 2"/>
          <p:cNvSpPr>
            <a:spLocks noGrp="1"/>
          </p:cNvSpPr>
          <p:nvPr>
            <p:ph type="sldNum" idx="33"/>
          </p:nvPr>
        </p:nvSpPr>
        <p:spPr/>
        <p:txBody>
          <a:bodyPr/>
          <a:p>
            <a:fld id="{C315D7FA-5A81-47F8-8DF8-A4D8BFE2D568}" type="slidenum">
              <a:t>&lt;#&gt;</a:t>
            </a:fld>
          </a:p>
        </p:txBody>
      </p:sp>
      <p:sp>
        <p:nvSpPr>
          <p:cNvPr id="4" name="PlaceHolder 3"/>
          <p:cNvSpPr>
            <a:spLocks noGrp="1"/>
          </p:cNvSpPr>
          <p:nvPr>
            <p:ph type="dt" idx="31"/>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TextBox 7"/>
          <p:cNvSpPr/>
          <p:nvPr/>
        </p:nvSpPr>
        <p:spPr>
          <a:xfrm>
            <a:off x="63360" y="6642000"/>
            <a:ext cx="433080" cy="152280"/>
          </a:xfrm>
          <a:prstGeom prst="rect">
            <a:avLst/>
          </a:prstGeom>
          <a:noFill/>
          <a:ln w="0">
            <a:noFill/>
          </a:ln>
        </p:spPr>
        <p:style>
          <a:lnRef idx="0"/>
          <a:fillRef idx="0"/>
          <a:effectRef idx="0"/>
          <a:fontRef idx="minor"/>
        </p:style>
        <p:txBody>
          <a:bodyPr horzOverflow="overflow" lIns="0" rIns="0" tIns="0" bIns="0" anchor="t">
            <a:spAutoFit/>
          </a:bodyPr>
          <a:p>
            <a:pPr defTabSz="914400">
              <a:lnSpc>
                <a:spcPct val="100000"/>
              </a:lnSpc>
            </a:pPr>
            <a:r>
              <a:rPr b="0" lang="en-US" sz="1000" spc="-1" strike="noStrike">
                <a:solidFill>
                  <a:srgbClr val="000000"/>
                </a:solidFill>
                <a:latin typeface="Calibri"/>
                <a:ea typeface="Calibri"/>
              </a:rPr>
              <a:t>Internal</a:t>
            </a:r>
            <a:endParaRPr b="0" lang="en-US" sz="1000" spc="-1" strike="noStrike">
              <a:solidFill>
                <a:srgbClr val="000000"/>
              </a:solidFill>
              <a:latin typeface="Arial"/>
            </a:endParaRPr>
          </a:p>
        </p:txBody>
      </p:sp>
      <p:sp>
        <p:nvSpPr>
          <p:cNvPr id="1" name="PlaceHolder 1"/>
          <p:cNvSpPr>
            <a:spLocks noGrp="1"/>
          </p:cNvSpPr>
          <p:nvPr>
            <p:ph type="title"/>
          </p:nvPr>
        </p:nvSpPr>
        <p:spPr>
          <a:xfrm>
            <a:off x="1523880" y="1122480"/>
            <a:ext cx="9143640" cy="2387160"/>
          </a:xfrm>
          <a:prstGeom prst="rect">
            <a:avLst/>
          </a:prstGeom>
          <a:noFill/>
          <a:ln w="0">
            <a:noFill/>
          </a:ln>
        </p:spPr>
        <p:txBody>
          <a:bodyPr lIns="91440" rIns="91440" tIns="45720" bIns="45720" anchor="b">
            <a:noAutofit/>
          </a:bodyPr>
          <a:p>
            <a:pPr indent="0" algn="ctr" defTabSz="914400">
              <a:lnSpc>
                <a:spcPct val="90000"/>
              </a:lnSpc>
              <a:buNone/>
            </a:pPr>
            <a:r>
              <a:rPr b="0" lang="en-US" sz="6000" spc="-1" strike="noStrike">
                <a:solidFill>
                  <a:schemeClr val="dk1"/>
                </a:solidFill>
                <a:latin typeface="Calibri Light"/>
              </a:rPr>
              <a:t>Click to edit Master title </a:t>
            </a:r>
            <a:r>
              <a:rPr b="0" lang="en-US" sz="6000" spc="-1" strike="noStrike">
                <a:solidFill>
                  <a:schemeClr val="dk1"/>
                </a:solidFill>
                <a:latin typeface="Calibri Light"/>
              </a:rPr>
              <a:t>style</a:t>
            </a:r>
            <a:endParaRPr b="0" lang="en-US" sz="6000" spc="-1" strike="noStrike">
              <a:solidFill>
                <a:schemeClr val="dk1"/>
              </a:solidFill>
              <a:latin typeface="Calibri"/>
            </a:endParaRPr>
          </a:p>
        </p:txBody>
      </p:sp>
      <p:sp>
        <p:nvSpPr>
          <p:cNvPr id="2" name="PlaceHolder 2"/>
          <p:cNvSpPr>
            <a:spLocks noGrp="1"/>
          </p:cNvSpPr>
          <p:nvPr>
            <p:ph type="dt" idx="1"/>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3" name="PlaceHolder 3"/>
          <p:cNvSpPr>
            <a:spLocks noGrp="1"/>
          </p:cNvSpPr>
          <p:nvPr>
            <p:ph type="ftr" idx="2"/>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 name="PlaceHolder 4"/>
          <p:cNvSpPr>
            <a:spLocks noGrp="1"/>
          </p:cNvSpPr>
          <p:nvPr>
            <p:ph type="sldNum" idx="3"/>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9F265196-C721-47AA-A85A-22417D385E17}"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5"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lnSpc>
                <a:spcPct val="90000"/>
              </a:lnSpc>
              <a:spcBef>
                <a:spcPts val="1417"/>
              </a:spcBef>
              <a:buClr>
                <a:srgbClr val="000000"/>
              </a:buClr>
              <a:buSzPct val="45000"/>
              <a:buFont typeface="Wingdings" charset="2"/>
              <a:buChar char=""/>
            </a:pPr>
            <a:r>
              <a:rPr b="0" lang="en-US" sz="2800" spc="-1" strike="noStrike">
                <a:solidFill>
                  <a:schemeClr val="dk1"/>
                </a:solidFill>
                <a:latin typeface="Calibri"/>
              </a:rPr>
              <a:t>Click to edit the outline text format</a:t>
            </a:r>
            <a:endParaRPr b="0" lang="en-US" sz="2800" spc="-1" strike="noStrike">
              <a:solidFill>
                <a:schemeClr val="dk1"/>
              </a:solidFill>
              <a:latin typeface="Calibri"/>
            </a:endParaRPr>
          </a:p>
          <a:p>
            <a:pPr lvl="1" marL="864000" indent="-324000">
              <a:lnSpc>
                <a:spcPct val="90000"/>
              </a:lnSpc>
              <a:spcBef>
                <a:spcPts val="1134"/>
              </a:spcBef>
              <a:buClr>
                <a:srgbClr val="000000"/>
              </a:buClr>
              <a:buSzPct val="75000"/>
              <a:buFont typeface="Symbol" charset="2"/>
              <a:buChar char=""/>
            </a:pPr>
            <a:r>
              <a:rPr b="0" lang="en-US" sz="2000" spc="-1" strike="noStrike">
                <a:solidFill>
                  <a:schemeClr val="dk1"/>
                </a:solidFill>
                <a:latin typeface="Calibri"/>
              </a:rPr>
              <a:t>Second Outline Level</a:t>
            </a:r>
            <a:endParaRPr b="0" lang="en-US" sz="2000" spc="-1" strike="noStrike">
              <a:solidFill>
                <a:schemeClr val="dk1"/>
              </a:solidFill>
              <a:latin typeface="Calibri"/>
            </a:endParaRPr>
          </a:p>
          <a:p>
            <a:pPr lvl="2" marL="1296000" indent="-288000">
              <a:lnSpc>
                <a:spcPct val="90000"/>
              </a:lnSpc>
              <a:spcBef>
                <a:spcPts val="850"/>
              </a:spcBef>
              <a:buClr>
                <a:srgbClr val="000000"/>
              </a:buClr>
              <a:buSzPct val="45000"/>
              <a:buFont typeface="Wingdings" charset="2"/>
              <a:buChar char=""/>
            </a:pPr>
            <a:r>
              <a:rPr b="0" lang="en-US" sz="1800" spc="-1" strike="noStrike">
                <a:solidFill>
                  <a:schemeClr val="dk1"/>
                </a:solidFill>
                <a:latin typeface="Calibri"/>
              </a:rPr>
              <a:t>Third Outline Level</a:t>
            </a:r>
            <a:endParaRPr b="0" lang="en-US" sz="1800" spc="-1" strike="noStrike">
              <a:solidFill>
                <a:schemeClr val="dk1"/>
              </a:solidFill>
              <a:latin typeface="Calibri"/>
            </a:endParaRPr>
          </a:p>
          <a:p>
            <a:pPr lvl="3" marL="1728000" indent="-216000">
              <a:lnSpc>
                <a:spcPct val="90000"/>
              </a:lnSpc>
              <a:spcBef>
                <a:spcPts val="567"/>
              </a:spcBef>
              <a:buClr>
                <a:srgbClr val="000000"/>
              </a:buClr>
              <a:buSzPct val="75000"/>
              <a:buFont typeface="Symbol" charset="2"/>
              <a:buChar char=""/>
            </a:pPr>
            <a:r>
              <a:rPr b="0" lang="en-US" sz="1800" spc="-1" strike="noStrike">
                <a:solidFill>
                  <a:schemeClr val="dk1"/>
                </a:solidFill>
                <a:latin typeface="Calibri"/>
              </a:rPr>
              <a:t>Fourth Outline Level</a:t>
            </a:r>
            <a:endParaRPr b="0" lang="en-US" sz="1800" spc="-1" strike="noStrike">
              <a:solidFill>
                <a:schemeClr val="dk1"/>
              </a:solidFill>
              <a:latin typeface="Calibri"/>
            </a:endParaRPr>
          </a:p>
          <a:p>
            <a:pPr lvl="4" marL="2160000" indent="-216000">
              <a:lnSpc>
                <a:spcPct val="90000"/>
              </a:lnSpc>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lnSpc>
                <a:spcPct val="90000"/>
              </a:lnSpc>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lnSpc>
                <a:spcPct val="90000"/>
              </a:lnSpc>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 name="TextBox 7"/>
          <p:cNvSpPr/>
          <p:nvPr/>
        </p:nvSpPr>
        <p:spPr>
          <a:xfrm>
            <a:off x="63360" y="6642000"/>
            <a:ext cx="433080" cy="152280"/>
          </a:xfrm>
          <a:prstGeom prst="rect">
            <a:avLst/>
          </a:prstGeom>
          <a:noFill/>
          <a:ln w="0">
            <a:noFill/>
          </a:ln>
        </p:spPr>
        <p:style>
          <a:lnRef idx="0"/>
          <a:fillRef idx="0"/>
          <a:effectRef idx="0"/>
          <a:fontRef idx="minor"/>
        </p:style>
        <p:txBody>
          <a:bodyPr horzOverflow="overflow" lIns="0" rIns="0" tIns="0" bIns="0" anchor="t">
            <a:spAutoFit/>
          </a:bodyPr>
          <a:p>
            <a:pPr defTabSz="914400">
              <a:lnSpc>
                <a:spcPct val="100000"/>
              </a:lnSpc>
            </a:pPr>
            <a:r>
              <a:rPr b="0" lang="en-US" sz="1000" spc="-1" strike="noStrike">
                <a:solidFill>
                  <a:srgbClr val="000000"/>
                </a:solidFill>
                <a:latin typeface="Calibri"/>
                <a:ea typeface="Calibri"/>
              </a:rPr>
              <a:t>Internal</a:t>
            </a:r>
            <a:endParaRPr b="0" lang="en-US" sz="1000" spc="-1" strike="noStrike">
              <a:solidFill>
                <a:srgbClr val="000000"/>
              </a:solidFill>
              <a:latin typeface="Arial"/>
            </a:endParaRPr>
          </a:p>
        </p:txBody>
      </p:sp>
      <p:sp>
        <p:nvSpPr>
          <p:cNvPr id="9"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Click to edit Master title style</a:t>
            </a:r>
            <a:endParaRPr b="0" lang="en-US" sz="4400" spc="-1" strike="noStrike">
              <a:solidFill>
                <a:schemeClr val="dk1"/>
              </a:solidFill>
              <a:latin typeface="Calibri"/>
            </a:endParaRPr>
          </a:p>
        </p:txBody>
      </p:sp>
      <p:sp>
        <p:nvSpPr>
          <p:cNvPr id="10" name="PlaceHolder 2"/>
          <p:cNvSpPr>
            <a:spLocks noGrp="1"/>
          </p:cNvSpPr>
          <p:nvPr>
            <p:ph type="body"/>
          </p:nvPr>
        </p:nvSpPr>
        <p:spPr>
          <a:xfrm>
            <a:off x="838080" y="1825560"/>
            <a:ext cx="10515240" cy="4350960"/>
          </a:xfrm>
          <a:prstGeom prst="rect">
            <a:avLst/>
          </a:prstGeom>
          <a:noFill/>
          <a:ln w="0">
            <a:noFill/>
          </a:ln>
        </p:spPr>
        <p:txBody>
          <a:bodyPr lIns="91440" rIns="91440" tIns="45720" bIns="45720" anchor="t" vert="eaVe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685800" indent="-228600" defTabSz="914400">
              <a:lnSpc>
                <a:spcPct val="90000"/>
              </a:lnSpc>
              <a:spcBef>
                <a:spcPts val="49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914400">
              <a:lnSpc>
                <a:spcPct val="90000"/>
              </a:lnSpc>
              <a:spcBef>
                <a:spcPts val="499"/>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11" name="PlaceHolder 3"/>
          <p:cNvSpPr>
            <a:spLocks noGrp="1"/>
          </p:cNvSpPr>
          <p:nvPr>
            <p:ph type="dt" idx="4"/>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12" name="PlaceHolder 4"/>
          <p:cNvSpPr>
            <a:spLocks noGrp="1"/>
          </p:cNvSpPr>
          <p:nvPr>
            <p:ph type="ftr" idx="5"/>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3" name="PlaceHolder 5"/>
          <p:cNvSpPr>
            <a:spLocks noGrp="1"/>
          </p:cNvSpPr>
          <p:nvPr>
            <p:ph type="sldNum" idx="6"/>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8FF178EE-F43B-4AAD-B33A-D2CE2C418234}"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4" name="TextBox 7"/>
          <p:cNvSpPr/>
          <p:nvPr/>
        </p:nvSpPr>
        <p:spPr>
          <a:xfrm>
            <a:off x="63360" y="6642000"/>
            <a:ext cx="433080" cy="152280"/>
          </a:xfrm>
          <a:prstGeom prst="rect">
            <a:avLst/>
          </a:prstGeom>
          <a:noFill/>
          <a:ln w="0">
            <a:noFill/>
          </a:ln>
        </p:spPr>
        <p:style>
          <a:lnRef idx="0"/>
          <a:fillRef idx="0"/>
          <a:effectRef idx="0"/>
          <a:fontRef idx="minor"/>
        </p:style>
        <p:txBody>
          <a:bodyPr horzOverflow="overflow" lIns="0" rIns="0" tIns="0" bIns="0" anchor="t">
            <a:spAutoFit/>
          </a:bodyPr>
          <a:p>
            <a:pPr defTabSz="914400">
              <a:lnSpc>
                <a:spcPct val="100000"/>
              </a:lnSpc>
            </a:pPr>
            <a:r>
              <a:rPr b="0" lang="en-US" sz="1000" spc="-1" strike="noStrike">
                <a:solidFill>
                  <a:srgbClr val="000000"/>
                </a:solidFill>
                <a:latin typeface="Calibri"/>
                <a:ea typeface="Calibri"/>
              </a:rPr>
              <a:t>Internal</a:t>
            </a:r>
            <a:endParaRPr b="0" lang="en-US" sz="1000" spc="-1" strike="noStrike">
              <a:solidFill>
                <a:srgbClr val="000000"/>
              </a:solidFill>
              <a:latin typeface="Arial"/>
            </a:endParaRPr>
          </a:p>
        </p:txBody>
      </p:sp>
      <p:sp>
        <p:nvSpPr>
          <p:cNvPr id="15" name="PlaceHolder 1"/>
          <p:cNvSpPr>
            <a:spLocks noGrp="1"/>
          </p:cNvSpPr>
          <p:nvPr>
            <p:ph type="title"/>
          </p:nvPr>
        </p:nvSpPr>
        <p:spPr>
          <a:xfrm>
            <a:off x="8724960" y="365040"/>
            <a:ext cx="2628720" cy="5811480"/>
          </a:xfrm>
          <a:prstGeom prst="rect">
            <a:avLst/>
          </a:prstGeom>
          <a:noFill/>
          <a:ln w="0">
            <a:noFill/>
          </a:ln>
        </p:spPr>
        <p:txBody>
          <a:bodyPr lIns="91440" rIns="91440" tIns="45720" bIns="45720" anchor="ctr" vert="eaVert">
            <a:noAutofit/>
          </a:bodyPr>
          <a:p>
            <a:pPr indent="0" defTabSz="914400">
              <a:lnSpc>
                <a:spcPct val="90000"/>
              </a:lnSpc>
              <a:buNone/>
            </a:pPr>
            <a:r>
              <a:rPr b="0" lang="en-US" sz="4400" spc="-1" strike="noStrike">
                <a:solidFill>
                  <a:schemeClr val="dk1"/>
                </a:solidFill>
                <a:latin typeface="Calibri Light"/>
              </a:rPr>
              <a:t>Click to edit Master title style</a:t>
            </a:r>
            <a:endParaRPr b="0" lang="en-US" sz="4400" spc="-1" strike="noStrike">
              <a:solidFill>
                <a:schemeClr val="dk1"/>
              </a:solidFill>
              <a:latin typeface="Calibri"/>
            </a:endParaRPr>
          </a:p>
        </p:txBody>
      </p:sp>
      <p:sp>
        <p:nvSpPr>
          <p:cNvPr id="16" name="PlaceHolder 2"/>
          <p:cNvSpPr>
            <a:spLocks noGrp="1"/>
          </p:cNvSpPr>
          <p:nvPr>
            <p:ph type="body"/>
          </p:nvPr>
        </p:nvSpPr>
        <p:spPr>
          <a:xfrm>
            <a:off x="838080" y="365040"/>
            <a:ext cx="7733880" cy="5811480"/>
          </a:xfrm>
          <a:prstGeom prst="rect">
            <a:avLst/>
          </a:prstGeom>
          <a:noFill/>
          <a:ln w="0">
            <a:noFill/>
          </a:ln>
        </p:spPr>
        <p:txBody>
          <a:bodyPr lIns="91440" rIns="91440" tIns="45720" bIns="45720" anchor="t" vert="eaVe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685800" indent="-228600" defTabSz="914400">
              <a:lnSpc>
                <a:spcPct val="90000"/>
              </a:lnSpc>
              <a:spcBef>
                <a:spcPts val="49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914400">
              <a:lnSpc>
                <a:spcPct val="90000"/>
              </a:lnSpc>
              <a:spcBef>
                <a:spcPts val="499"/>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17" name="PlaceHolder 3"/>
          <p:cNvSpPr>
            <a:spLocks noGrp="1"/>
          </p:cNvSpPr>
          <p:nvPr>
            <p:ph type="dt" idx="7"/>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18" name="PlaceHolder 4"/>
          <p:cNvSpPr>
            <a:spLocks noGrp="1"/>
          </p:cNvSpPr>
          <p:nvPr>
            <p:ph type="ftr" idx="8"/>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9" name="PlaceHolder 5"/>
          <p:cNvSpPr>
            <a:spLocks noGrp="1"/>
          </p:cNvSpPr>
          <p:nvPr>
            <p:ph type="sldNum" idx="9"/>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86EF986F-14F5-4A33-A028-06B06DF0144C}"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0" name="TextBox 7"/>
          <p:cNvSpPr/>
          <p:nvPr/>
        </p:nvSpPr>
        <p:spPr>
          <a:xfrm>
            <a:off x="63360" y="6642000"/>
            <a:ext cx="433080" cy="152280"/>
          </a:xfrm>
          <a:prstGeom prst="rect">
            <a:avLst/>
          </a:prstGeom>
          <a:noFill/>
          <a:ln w="0">
            <a:noFill/>
          </a:ln>
        </p:spPr>
        <p:style>
          <a:lnRef idx="0"/>
          <a:fillRef idx="0"/>
          <a:effectRef idx="0"/>
          <a:fontRef idx="minor"/>
        </p:style>
        <p:txBody>
          <a:bodyPr horzOverflow="overflow" lIns="0" rIns="0" tIns="0" bIns="0" anchor="t">
            <a:spAutoFit/>
          </a:bodyPr>
          <a:p>
            <a:pPr defTabSz="914400">
              <a:lnSpc>
                <a:spcPct val="100000"/>
              </a:lnSpc>
            </a:pPr>
            <a:r>
              <a:rPr b="0" lang="en-US" sz="1000" spc="-1" strike="noStrike">
                <a:solidFill>
                  <a:srgbClr val="000000"/>
                </a:solidFill>
                <a:latin typeface="Calibri"/>
                <a:ea typeface="Calibri"/>
              </a:rPr>
              <a:t>Internal</a:t>
            </a:r>
            <a:endParaRPr b="0" lang="en-US" sz="1000" spc="-1" strike="noStrike">
              <a:solidFill>
                <a:srgbClr val="000000"/>
              </a:solidFill>
              <a:latin typeface="Arial"/>
            </a:endParaRPr>
          </a:p>
        </p:txBody>
      </p:sp>
      <p:sp>
        <p:nvSpPr>
          <p:cNvPr id="21"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Click to edit Master title style</a:t>
            </a:r>
            <a:endParaRPr b="0" lang="en-US" sz="4400" spc="-1" strike="noStrike">
              <a:solidFill>
                <a:schemeClr val="dk1"/>
              </a:solidFill>
              <a:latin typeface="Calibri"/>
            </a:endParaRPr>
          </a:p>
        </p:txBody>
      </p:sp>
      <p:sp>
        <p:nvSpPr>
          <p:cNvPr id="22" name="PlaceHolder 2"/>
          <p:cNvSpPr>
            <a:spLocks noGrp="1"/>
          </p:cNvSpPr>
          <p:nvPr>
            <p:ph type="body"/>
          </p:nvPr>
        </p:nvSpPr>
        <p:spPr>
          <a:xfrm>
            <a:off x="838080" y="1825560"/>
            <a:ext cx="10515240" cy="435096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685800" indent="-228600" defTabSz="914400">
              <a:lnSpc>
                <a:spcPct val="90000"/>
              </a:lnSpc>
              <a:spcBef>
                <a:spcPts val="49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914400">
              <a:lnSpc>
                <a:spcPct val="90000"/>
              </a:lnSpc>
              <a:spcBef>
                <a:spcPts val="499"/>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23" name="PlaceHolder 3"/>
          <p:cNvSpPr>
            <a:spLocks noGrp="1"/>
          </p:cNvSpPr>
          <p:nvPr>
            <p:ph type="dt" idx="10"/>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24" name="PlaceHolder 4"/>
          <p:cNvSpPr>
            <a:spLocks noGrp="1"/>
          </p:cNvSpPr>
          <p:nvPr>
            <p:ph type="ftr" idx="11"/>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5" name="PlaceHolder 5"/>
          <p:cNvSpPr>
            <a:spLocks noGrp="1"/>
          </p:cNvSpPr>
          <p:nvPr>
            <p:ph type="sldNum" idx="12"/>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A5716E33-86B3-43A6-9242-678A52D92A8D}"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8" name="TextBox 7"/>
          <p:cNvSpPr/>
          <p:nvPr/>
        </p:nvSpPr>
        <p:spPr>
          <a:xfrm>
            <a:off x="63360" y="6642000"/>
            <a:ext cx="433080" cy="152280"/>
          </a:xfrm>
          <a:prstGeom prst="rect">
            <a:avLst/>
          </a:prstGeom>
          <a:noFill/>
          <a:ln w="0">
            <a:noFill/>
          </a:ln>
        </p:spPr>
        <p:style>
          <a:lnRef idx="0"/>
          <a:fillRef idx="0"/>
          <a:effectRef idx="0"/>
          <a:fontRef idx="minor"/>
        </p:style>
        <p:txBody>
          <a:bodyPr horzOverflow="overflow" lIns="0" rIns="0" tIns="0" bIns="0" anchor="t">
            <a:spAutoFit/>
          </a:bodyPr>
          <a:p>
            <a:pPr defTabSz="914400">
              <a:lnSpc>
                <a:spcPct val="100000"/>
              </a:lnSpc>
            </a:pPr>
            <a:r>
              <a:rPr b="0" lang="en-US" sz="1000" spc="-1" strike="noStrike">
                <a:solidFill>
                  <a:srgbClr val="000000"/>
                </a:solidFill>
                <a:latin typeface="Calibri"/>
                <a:ea typeface="Calibri"/>
              </a:rPr>
              <a:t>Internal</a:t>
            </a:r>
            <a:endParaRPr b="0" lang="en-US" sz="1000" spc="-1" strike="noStrike">
              <a:solidFill>
                <a:srgbClr val="000000"/>
              </a:solidFill>
              <a:latin typeface="Arial"/>
            </a:endParaRPr>
          </a:p>
        </p:txBody>
      </p:sp>
      <p:sp>
        <p:nvSpPr>
          <p:cNvPr id="29" name="PlaceHolder 1"/>
          <p:cNvSpPr>
            <a:spLocks noGrp="1"/>
          </p:cNvSpPr>
          <p:nvPr>
            <p:ph type="title"/>
          </p:nvPr>
        </p:nvSpPr>
        <p:spPr>
          <a:xfrm>
            <a:off x="831960" y="1709640"/>
            <a:ext cx="10515240" cy="2852280"/>
          </a:xfrm>
          <a:prstGeom prst="rect">
            <a:avLst/>
          </a:prstGeom>
          <a:noFill/>
          <a:ln w="0">
            <a:noFill/>
          </a:ln>
        </p:spPr>
        <p:txBody>
          <a:bodyPr lIns="91440" rIns="91440" tIns="45720" bIns="45720" anchor="b">
            <a:noAutofit/>
          </a:bodyPr>
          <a:p>
            <a:pPr indent="0" defTabSz="914400">
              <a:lnSpc>
                <a:spcPct val="90000"/>
              </a:lnSpc>
              <a:buNone/>
            </a:pPr>
            <a:r>
              <a:rPr b="0" lang="en-US" sz="6000" spc="-1" strike="noStrike">
                <a:solidFill>
                  <a:schemeClr val="dk1"/>
                </a:solidFill>
                <a:latin typeface="Calibri Light"/>
              </a:rPr>
              <a:t>Click to edit Master title style</a:t>
            </a:r>
            <a:endParaRPr b="0" lang="en-US" sz="6000" spc="-1" strike="noStrike">
              <a:solidFill>
                <a:schemeClr val="dk1"/>
              </a:solidFill>
              <a:latin typeface="Calibri"/>
            </a:endParaRPr>
          </a:p>
        </p:txBody>
      </p:sp>
      <p:sp>
        <p:nvSpPr>
          <p:cNvPr id="30" name="PlaceHolder 2"/>
          <p:cNvSpPr>
            <a:spLocks noGrp="1"/>
          </p:cNvSpPr>
          <p:nvPr>
            <p:ph type="body"/>
          </p:nvPr>
        </p:nvSpPr>
        <p:spPr>
          <a:xfrm>
            <a:off x="831960" y="4589640"/>
            <a:ext cx="10515240" cy="149976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0" lang="en-US" sz="2400" spc="-1" strike="noStrike">
                <a:solidFill>
                  <a:schemeClr val="dk1">
                    <a:tint val="75000"/>
                  </a:schemeClr>
                </a:solidFill>
                <a:latin typeface="Calibri"/>
              </a:rPr>
              <a:t>Click to edit Master text styles</a:t>
            </a:r>
            <a:endParaRPr b="0" lang="en-US" sz="2400" spc="-1" strike="noStrike">
              <a:solidFill>
                <a:schemeClr val="dk1"/>
              </a:solidFill>
              <a:latin typeface="Calibri"/>
            </a:endParaRPr>
          </a:p>
        </p:txBody>
      </p:sp>
      <p:sp>
        <p:nvSpPr>
          <p:cNvPr id="31" name="PlaceHolder 3"/>
          <p:cNvSpPr>
            <a:spLocks noGrp="1"/>
          </p:cNvSpPr>
          <p:nvPr>
            <p:ph type="dt" idx="13"/>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32" name="PlaceHolder 4"/>
          <p:cNvSpPr>
            <a:spLocks noGrp="1"/>
          </p:cNvSpPr>
          <p:nvPr>
            <p:ph type="ftr" idx="14"/>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3" name="PlaceHolder 5"/>
          <p:cNvSpPr>
            <a:spLocks noGrp="1"/>
          </p:cNvSpPr>
          <p:nvPr>
            <p:ph type="sldNum" idx="15"/>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80D84C59-0811-4F03-A8C1-CF255B9490D7}"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4" name="TextBox 7"/>
          <p:cNvSpPr/>
          <p:nvPr/>
        </p:nvSpPr>
        <p:spPr>
          <a:xfrm>
            <a:off x="63360" y="6642000"/>
            <a:ext cx="433080" cy="152280"/>
          </a:xfrm>
          <a:prstGeom prst="rect">
            <a:avLst/>
          </a:prstGeom>
          <a:noFill/>
          <a:ln w="0">
            <a:noFill/>
          </a:ln>
        </p:spPr>
        <p:style>
          <a:lnRef idx="0"/>
          <a:fillRef idx="0"/>
          <a:effectRef idx="0"/>
          <a:fontRef idx="minor"/>
        </p:style>
        <p:txBody>
          <a:bodyPr horzOverflow="overflow" lIns="0" rIns="0" tIns="0" bIns="0" anchor="t">
            <a:spAutoFit/>
          </a:bodyPr>
          <a:p>
            <a:pPr defTabSz="914400">
              <a:lnSpc>
                <a:spcPct val="100000"/>
              </a:lnSpc>
            </a:pPr>
            <a:r>
              <a:rPr b="0" lang="en-US" sz="1000" spc="-1" strike="noStrike">
                <a:solidFill>
                  <a:srgbClr val="000000"/>
                </a:solidFill>
                <a:latin typeface="Calibri"/>
                <a:ea typeface="Calibri"/>
              </a:rPr>
              <a:t>Internal</a:t>
            </a:r>
            <a:endParaRPr b="0" lang="en-US" sz="1000" spc="-1" strike="noStrike">
              <a:solidFill>
                <a:srgbClr val="000000"/>
              </a:solidFill>
              <a:latin typeface="Arial"/>
            </a:endParaRPr>
          </a:p>
        </p:txBody>
      </p:sp>
      <p:sp>
        <p:nvSpPr>
          <p:cNvPr id="35"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Click to edit Master title style</a:t>
            </a:r>
            <a:endParaRPr b="0" lang="en-US" sz="4400" spc="-1" strike="noStrike">
              <a:solidFill>
                <a:schemeClr val="dk1"/>
              </a:solidFill>
              <a:latin typeface="Calibri"/>
            </a:endParaRPr>
          </a:p>
        </p:txBody>
      </p:sp>
      <p:sp>
        <p:nvSpPr>
          <p:cNvPr id="36" name="PlaceHolder 2"/>
          <p:cNvSpPr>
            <a:spLocks noGrp="1"/>
          </p:cNvSpPr>
          <p:nvPr>
            <p:ph type="body"/>
          </p:nvPr>
        </p:nvSpPr>
        <p:spPr>
          <a:xfrm>
            <a:off x="838080" y="1825560"/>
            <a:ext cx="5181120" cy="435096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685800" indent="-228600" defTabSz="914400">
              <a:lnSpc>
                <a:spcPct val="90000"/>
              </a:lnSpc>
              <a:spcBef>
                <a:spcPts val="49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914400">
              <a:lnSpc>
                <a:spcPct val="90000"/>
              </a:lnSpc>
              <a:spcBef>
                <a:spcPts val="499"/>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37" name="PlaceHolder 3"/>
          <p:cNvSpPr>
            <a:spLocks noGrp="1"/>
          </p:cNvSpPr>
          <p:nvPr>
            <p:ph type="body"/>
          </p:nvPr>
        </p:nvSpPr>
        <p:spPr>
          <a:xfrm>
            <a:off x="6172200" y="1825560"/>
            <a:ext cx="5181120" cy="435096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685800" indent="-228600" defTabSz="914400">
              <a:lnSpc>
                <a:spcPct val="90000"/>
              </a:lnSpc>
              <a:spcBef>
                <a:spcPts val="49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914400">
              <a:lnSpc>
                <a:spcPct val="90000"/>
              </a:lnSpc>
              <a:spcBef>
                <a:spcPts val="499"/>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38" name="PlaceHolder 4"/>
          <p:cNvSpPr>
            <a:spLocks noGrp="1"/>
          </p:cNvSpPr>
          <p:nvPr>
            <p:ph type="dt" idx="16"/>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39" name="PlaceHolder 5"/>
          <p:cNvSpPr>
            <a:spLocks noGrp="1"/>
          </p:cNvSpPr>
          <p:nvPr>
            <p:ph type="ftr" idx="17"/>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0" name="PlaceHolder 6"/>
          <p:cNvSpPr>
            <a:spLocks noGrp="1"/>
          </p:cNvSpPr>
          <p:nvPr>
            <p:ph type="sldNum" idx="18"/>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ECFCAEEF-E9A0-4F95-B10A-C9FAA5255AC0}"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4" name="TextBox 7"/>
          <p:cNvSpPr/>
          <p:nvPr/>
        </p:nvSpPr>
        <p:spPr>
          <a:xfrm>
            <a:off x="63360" y="6642000"/>
            <a:ext cx="433080" cy="152280"/>
          </a:xfrm>
          <a:prstGeom prst="rect">
            <a:avLst/>
          </a:prstGeom>
          <a:noFill/>
          <a:ln w="0">
            <a:noFill/>
          </a:ln>
        </p:spPr>
        <p:style>
          <a:lnRef idx="0"/>
          <a:fillRef idx="0"/>
          <a:effectRef idx="0"/>
          <a:fontRef idx="minor"/>
        </p:style>
        <p:txBody>
          <a:bodyPr horzOverflow="overflow" lIns="0" rIns="0" tIns="0" bIns="0" anchor="t">
            <a:spAutoFit/>
          </a:bodyPr>
          <a:p>
            <a:pPr defTabSz="914400">
              <a:lnSpc>
                <a:spcPct val="100000"/>
              </a:lnSpc>
            </a:pPr>
            <a:r>
              <a:rPr b="0" lang="en-US" sz="1000" spc="-1" strike="noStrike">
                <a:solidFill>
                  <a:srgbClr val="000000"/>
                </a:solidFill>
                <a:latin typeface="Calibri"/>
                <a:ea typeface="Calibri"/>
              </a:rPr>
              <a:t>Internal</a:t>
            </a:r>
            <a:endParaRPr b="0" lang="en-US" sz="1000" spc="-1" strike="noStrike">
              <a:solidFill>
                <a:srgbClr val="000000"/>
              </a:solidFill>
              <a:latin typeface="Arial"/>
            </a:endParaRPr>
          </a:p>
        </p:txBody>
      </p:sp>
      <p:sp>
        <p:nvSpPr>
          <p:cNvPr id="45" name="PlaceHolder 1"/>
          <p:cNvSpPr>
            <a:spLocks noGrp="1"/>
          </p:cNvSpPr>
          <p:nvPr>
            <p:ph type="title"/>
          </p:nvPr>
        </p:nvSpPr>
        <p:spPr>
          <a:xfrm>
            <a:off x="8398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Click to edit Master title style</a:t>
            </a:r>
            <a:endParaRPr b="0" lang="en-US" sz="4400" spc="-1" strike="noStrike">
              <a:solidFill>
                <a:schemeClr val="dk1"/>
              </a:solidFill>
              <a:latin typeface="Calibri"/>
            </a:endParaRPr>
          </a:p>
        </p:txBody>
      </p:sp>
      <p:sp>
        <p:nvSpPr>
          <p:cNvPr id="46" name="PlaceHolder 2"/>
          <p:cNvSpPr>
            <a:spLocks noGrp="1"/>
          </p:cNvSpPr>
          <p:nvPr>
            <p:ph type="body"/>
          </p:nvPr>
        </p:nvSpPr>
        <p:spPr>
          <a:xfrm>
            <a:off x="839880" y="1681200"/>
            <a:ext cx="5157360" cy="823680"/>
          </a:xfrm>
          <a:prstGeom prst="rect">
            <a:avLst/>
          </a:prstGeom>
          <a:noFill/>
          <a:ln w="0">
            <a:noFill/>
          </a:ln>
        </p:spPr>
        <p:txBody>
          <a:bodyPr lIns="91440" rIns="91440" tIns="45720" bIns="45720" anchor="b">
            <a:noAutofit/>
          </a:bodyPr>
          <a:p>
            <a:pPr indent="0" defTabSz="914400">
              <a:lnSpc>
                <a:spcPct val="90000"/>
              </a:lnSpc>
              <a:spcBef>
                <a:spcPts val="1001"/>
              </a:spcBef>
              <a:buNone/>
              <a:tabLst>
                <a:tab algn="l" pos="0"/>
              </a:tabLst>
            </a:pPr>
            <a:r>
              <a:rPr b="1" lang="en-US" sz="2400" spc="-1" strike="noStrike">
                <a:solidFill>
                  <a:schemeClr val="dk1"/>
                </a:solidFill>
                <a:latin typeface="Calibri"/>
              </a:rPr>
              <a:t>Click to edit Master text styles</a:t>
            </a:r>
            <a:endParaRPr b="0" lang="en-US" sz="2400" spc="-1" strike="noStrike">
              <a:solidFill>
                <a:schemeClr val="dk1"/>
              </a:solidFill>
              <a:latin typeface="Calibri"/>
            </a:endParaRPr>
          </a:p>
        </p:txBody>
      </p:sp>
      <p:sp>
        <p:nvSpPr>
          <p:cNvPr id="47" name="PlaceHolder 3"/>
          <p:cNvSpPr>
            <a:spLocks noGrp="1"/>
          </p:cNvSpPr>
          <p:nvPr>
            <p:ph type="body"/>
          </p:nvPr>
        </p:nvSpPr>
        <p:spPr>
          <a:xfrm>
            <a:off x="839880" y="2505240"/>
            <a:ext cx="5157360" cy="368424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685800" indent="-228600" defTabSz="914400">
              <a:lnSpc>
                <a:spcPct val="90000"/>
              </a:lnSpc>
              <a:spcBef>
                <a:spcPts val="49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914400">
              <a:lnSpc>
                <a:spcPct val="90000"/>
              </a:lnSpc>
              <a:spcBef>
                <a:spcPts val="499"/>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48" name="PlaceHolder 4"/>
          <p:cNvSpPr>
            <a:spLocks noGrp="1"/>
          </p:cNvSpPr>
          <p:nvPr>
            <p:ph type="body"/>
          </p:nvPr>
        </p:nvSpPr>
        <p:spPr>
          <a:xfrm>
            <a:off x="6172200" y="1681200"/>
            <a:ext cx="5182920" cy="823680"/>
          </a:xfrm>
          <a:prstGeom prst="rect">
            <a:avLst/>
          </a:prstGeom>
          <a:noFill/>
          <a:ln w="0">
            <a:noFill/>
          </a:ln>
        </p:spPr>
        <p:txBody>
          <a:bodyPr lIns="91440" rIns="91440" tIns="45720" bIns="45720" anchor="b">
            <a:noAutofit/>
          </a:bodyPr>
          <a:p>
            <a:pPr indent="0" defTabSz="914400">
              <a:lnSpc>
                <a:spcPct val="90000"/>
              </a:lnSpc>
              <a:spcBef>
                <a:spcPts val="1001"/>
              </a:spcBef>
              <a:buNone/>
              <a:tabLst>
                <a:tab algn="l" pos="0"/>
              </a:tabLst>
            </a:pPr>
            <a:r>
              <a:rPr b="1" lang="en-US" sz="2400" spc="-1" strike="noStrike">
                <a:solidFill>
                  <a:schemeClr val="dk1"/>
                </a:solidFill>
                <a:latin typeface="Calibri"/>
              </a:rPr>
              <a:t>Click to edit Master text styles</a:t>
            </a:r>
            <a:endParaRPr b="0" lang="en-US" sz="2400" spc="-1" strike="noStrike">
              <a:solidFill>
                <a:schemeClr val="dk1"/>
              </a:solidFill>
              <a:latin typeface="Calibri"/>
            </a:endParaRPr>
          </a:p>
        </p:txBody>
      </p:sp>
      <p:sp>
        <p:nvSpPr>
          <p:cNvPr id="49" name="PlaceHolder 5"/>
          <p:cNvSpPr>
            <a:spLocks noGrp="1"/>
          </p:cNvSpPr>
          <p:nvPr>
            <p:ph type="body"/>
          </p:nvPr>
        </p:nvSpPr>
        <p:spPr>
          <a:xfrm>
            <a:off x="6172200" y="2505240"/>
            <a:ext cx="5182920" cy="368424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685800" indent="-228600" defTabSz="914400">
              <a:lnSpc>
                <a:spcPct val="90000"/>
              </a:lnSpc>
              <a:spcBef>
                <a:spcPts val="49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914400">
              <a:lnSpc>
                <a:spcPct val="90000"/>
              </a:lnSpc>
              <a:spcBef>
                <a:spcPts val="499"/>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50" name="PlaceHolder 6"/>
          <p:cNvSpPr>
            <a:spLocks noGrp="1"/>
          </p:cNvSpPr>
          <p:nvPr>
            <p:ph type="dt" idx="19"/>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51" name="PlaceHolder 7"/>
          <p:cNvSpPr>
            <a:spLocks noGrp="1"/>
          </p:cNvSpPr>
          <p:nvPr>
            <p:ph type="ftr" idx="20"/>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52" name="PlaceHolder 8"/>
          <p:cNvSpPr>
            <a:spLocks noGrp="1"/>
          </p:cNvSpPr>
          <p:nvPr>
            <p:ph type="sldNum" idx="21"/>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16C3D6BA-0A9E-4A5D-9E8B-4AB3C3A2415B}"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3" name="TextBox 7"/>
          <p:cNvSpPr/>
          <p:nvPr/>
        </p:nvSpPr>
        <p:spPr>
          <a:xfrm>
            <a:off x="63360" y="6642000"/>
            <a:ext cx="433080" cy="152280"/>
          </a:xfrm>
          <a:prstGeom prst="rect">
            <a:avLst/>
          </a:prstGeom>
          <a:noFill/>
          <a:ln w="0">
            <a:noFill/>
          </a:ln>
        </p:spPr>
        <p:style>
          <a:lnRef idx="0"/>
          <a:fillRef idx="0"/>
          <a:effectRef idx="0"/>
          <a:fontRef idx="minor"/>
        </p:style>
        <p:txBody>
          <a:bodyPr horzOverflow="overflow" lIns="0" rIns="0" tIns="0" bIns="0" anchor="t">
            <a:spAutoFit/>
          </a:bodyPr>
          <a:p>
            <a:pPr defTabSz="914400">
              <a:lnSpc>
                <a:spcPct val="100000"/>
              </a:lnSpc>
            </a:pPr>
            <a:r>
              <a:rPr b="0" lang="en-US" sz="1000" spc="-1" strike="noStrike">
                <a:solidFill>
                  <a:srgbClr val="000000"/>
                </a:solidFill>
                <a:latin typeface="Calibri"/>
                <a:ea typeface="Calibri"/>
              </a:rPr>
              <a:t>Internal</a:t>
            </a:r>
            <a:endParaRPr b="0" lang="en-US" sz="1000" spc="-1" strike="noStrike">
              <a:solidFill>
                <a:srgbClr val="000000"/>
              </a:solidFill>
              <a:latin typeface="Arial"/>
            </a:endParaRPr>
          </a:p>
        </p:txBody>
      </p:sp>
      <p:sp>
        <p:nvSpPr>
          <p:cNvPr id="54"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Click to edit Master title style</a:t>
            </a:r>
            <a:endParaRPr b="0" lang="en-US" sz="4400" spc="-1" strike="noStrike">
              <a:solidFill>
                <a:schemeClr val="dk1"/>
              </a:solidFill>
              <a:latin typeface="Calibri"/>
            </a:endParaRPr>
          </a:p>
        </p:txBody>
      </p:sp>
      <p:sp>
        <p:nvSpPr>
          <p:cNvPr id="55" name="PlaceHolder 2"/>
          <p:cNvSpPr>
            <a:spLocks noGrp="1"/>
          </p:cNvSpPr>
          <p:nvPr>
            <p:ph type="dt" idx="22"/>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56" name="PlaceHolder 3"/>
          <p:cNvSpPr>
            <a:spLocks noGrp="1"/>
          </p:cNvSpPr>
          <p:nvPr>
            <p:ph type="ftr" idx="23"/>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57" name="PlaceHolder 4"/>
          <p:cNvSpPr>
            <a:spLocks noGrp="1"/>
          </p:cNvSpPr>
          <p:nvPr>
            <p:ph type="sldNum" idx="24"/>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08D974BB-D58F-4602-BF6D-4CA8B8D9D173}"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58"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lnSpc>
                <a:spcPct val="90000"/>
              </a:lnSpc>
              <a:spcBef>
                <a:spcPts val="1417"/>
              </a:spcBef>
              <a:buClr>
                <a:srgbClr val="000000"/>
              </a:buClr>
              <a:buSzPct val="45000"/>
              <a:buFont typeface="Wingdings" charset="2"/>
              <a:buChar char=""/>
            </a:pPr>
            <a:r>
              <a:rPr b="0" lang="en-US" sz="2800" spc="-1" strike="noStrike">
                <a:solidFill>
                  <a:schemeClr val="dk1"/>
                </a:solidFill>
                <a:latin typeface="Calibri"/>
              </a:rPr>
              <a:t>Click to edit the outline text format</a:t>
            </a:r>
            <a:endParaRPr b="0" lang="en-US" sz="2800" spc="-1" strike="noStrike">
              <a:solidFill>
                <a:schemeClr val="dk1"/>
              </a:solidFill>
              <a:latin typeface="Calibri"/>
            </a:endParaRPr>
          </a:p>
          <a:p>
            <a:pPr lvl="1" marL="864000" indent="-324000">
              <a:lnSpc>
                <a:spcPct val="90000"/>
              </a:lnSpc>
              <a:spcBef>
                <a:spcPts val="1134"/>
              </a:spcBef>
              <a:buClr>
                <a:srgbClr val="000000"/>
              </a:buClr>
              <a:buSzPct val="75000"/>
              <a:buFont typeface="Symbol" charset="2"/>
              <a:buChar char=""/>
            </a:pPr>
            <a:r>
              <a:rPr b="0" lang="en-US" sz="2000" spc="-1" strike="noStrike">
                <a:solidFill>
                  <a:schemeClr val="dk1"/>
                </a:solidFill>
                <a:latin typeface="Calibri"/>
              </a:rPr>
              <a:t>Second Outline Level</a:t>
            </a:r>
            <a:endParaRPr b="0" lang="en-US" sz="2000" spc="-1" strike="noStrike">
              <a:solidFill>
                <a:schemeClr val="dk1"/>
              </a:solidFill>
              <a:latin typeface="Calibri"/>
            </a:endParaRPr>
          </a:p>
          <a:p>
            <a:pPr lvl="2" marL="1296000" indent="-288000">
              <a:lnSpc>
                <a:spcPct val="90000"/>
              </a:lnSpc>
              <a:spcBef>
                <a:spcPts val="850"/>
              </a:spcBef>
              <a:buClr>
                <a:srgbClr val="000000"/>
              </a:buClr>
              <a:buSzPct val="45000"/>
              <a:buFont typeface="Wingdings" charset="2"/>
              <a:buChar char=""/>
            </a:pPr>
            <a:r>
              <a:rPr b="0" lang="en-US" sz="1800" spc="-1" strike="noStrike">
                <a:solidFill>
                  <a:schemeClr val="dk1"/>
                </a:solidFill>
                <a:latin typeface="Calibri"/>
              </a:rPr>
              <a:t>Third Outline Level</a:t>
            </a:r>
            <a:endParaRPr b="0" lang="en-US" sz="1800" spc="-1" strike="noStrike">
              <a:solidFill>
                <a:schemeClr val="dk1"/>
              </a:solidFill>
              <a:latin typeface="Calibri"/>
            </a:endParaRPr>
          </a:p>
          <a:p>
            <a:pPr lvl="3" marL="1728000" indent="-216000">
              <a:lnSpc>
                <a:spcPct val="90000"/>
              </a:lnSpc>
              <a:spcBef>
                <a:spcPts val="567"/>
              </a:spcBef>
              <a:buClr>
                <a:srgbClr val="000000"/>
              </a:buClr>
              <a:buSzPct val="75000"/>
              <a:buFont typeface="Symbol" charset="2"/>
              <a:buChar char=""/>
            </a:pPr>
            <a:r>
              <a:rPr b="0" lang="en-US" sz="1800" spc="-1" strike="noStrike">
                <a:solidFill>
                  <a:schemeClr val="dk1"/>
                </a:solidFill>
                <a:latin typeface="Calibri"/>
              </a:rPr>
              <a:t>Fourth Outline Level</a:t>
            </a:r>
            <a:endParaRPr b="0" lang="en-US" sz="1800" spc="-1" strike="noStrike">
              <a:solidFill>
                <a:schemeClr val="dk1"/>
              </a:solidFill>
              <a:latin typeface="Calibri"/>
            </a:endParaRPr>
          </a:p>
          <a:p>
            <a:pPr lvl="4" marL="2160000" indent="-216000">
              <a:lnSpc>
                <a:spcPct val="90000"/>
              </a:lnSpc>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lnSpc>
                <a:spcPct val="90000"/>
              </a:lnSpc>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lnSpc>
                <a:spcPct val="90000"/>
              </a:lnSpc>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0" name="TextBox 7"/>
          <p:cNvSpPr/>
          <p:nvPr/>
        </p:nvSpPr>
        <p:spPr>
          <a:xfrm>
            <a:off x="63360" y="6642000"/>
            <a:ext cx="433080" cy="152280"/>
          </a:xfrm>
          <a:prstGeom prst="rect">
            <a:avLst/>
          </a:prstGeom>
          <a:noFill/>
          <a:ln w="0">
            <a:noFill/>
          </a:ln>
        </p:spPr>
        <p:style>
          <a:lnRef idx="0"/>
          <a:fillRef idx="0"/>
          <a:effectRef idx="0"/>
          <a:fontRef idx="minor"/>
        </p:style>
        <p:txBody>
          <a:bodyPr horzOverflow="overflow" lIns="0" rIns="0" tIns="0" bIns="0" anchor="t">
            <a:spAutoFit/>
          </a:bodyPr>
          <a:p>
            <a:pPr defTabSz="914400">
              <a:lnSpc>
                <a:spcPct val="100000"/>
              </a:lnSpc>
            </a:pPr>
            <a:r>
              <a:rPr b="0" lang="en-US" sz="1000" spc="-1" strike="noStrike">
                <a:solidFill>
                  <a:srgbClr val="000000"/>
                </a:solidFill>
                <a:latin typeface="Calibri"/>
                <a:ea typeface="Calibri"/>
              </a:rPr>
              <a:t>Internal</a:t>
            </a:r>
            <a:endParaRPr b="0" lang="en-US" sz="1000" spc="-1" strike="noStrike">
              <a:solidFill>
                <a:srgbClr val="000000"/>
              </a:solidFill>
              <a:latin typeface="Arial"/>
            </a:endParaRPr>
          </a:p>
        </p:txBody>
      </p:sp>
      <p:sp>
        <p:nvSpPr>
          <p:cNvPr id="61" name="PlaceHolder 1"/>
          <p:cNvSpPr>
            <a:spLocks noGrp="1"/>
          </p:cNvSpPr>
          <p:nvPr>
            <p:ph type="dt" idx="25"/>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62" name="PlaceHolder 2"/>
          <p:cNvSpPr>
            <a:spLocks noGrp="1"/>
          </p:cNvSpPr>
          <p:nvPr>
            <p:ph type="ftr" idx="26"/>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63" name="PlaceHolder 3"/>
          <p:cNvSpPr>
            <a:spLocks noGrp="1"/>
          </p:cNvSpPr>
          <p:nvPr>
            <p:ph type="sldNum" idx="27"/>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089C63E8-7545-478C-B82A-DBDE8FC0280A}"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4" name="TextBox 7"/>
          <p:cNvSpPr/>
          <p:nvPr/>
        </p:nvSpPr>
        <p:spPr>
          <a:xfrm>
            <a:off x="63360" y="6642000"/>
            <a:ext cx="433080" cy="152280"/>
          </a:xfrm>
          <a:prstGeom prst="rect">
            <a:avLst/>
          </a:prstGeom>
          <a:noFill/>
          <a:ln w="0">
            <a:noFill/>
          </a:ln>
        </p:spPr>
        <p:style>
          <a:lnRef idx="0"/>
          <a:fillRef idx="0"/>
          <a:effectRef idx="0"/>
          <a:fontRef idx="minor"/>
        </p:style>
        <p:txBody>
          <a:bodyPr horzOverflow="overflow" lIns="0" rIns="0" tIns="0" bIns="0" anchor="t">
            <a:spAutoFit/>
          </a:bodyPr>
          <a:p>
            <a:pPr defTabSz="914400">
              <a:lnSpc>
                <a:spcPct val="100000"/>
              </a:lnSpc>
            </a:pPr>
            <a:r>
              <a:rPr b="0" lang="en-US" sz="1000" spc="-1" strike="noStrike">
                <a:solidFill>
                  <a:srgbClr val="000000"/>
                </a:solidFill>
                <a:latin typeface="Calibri"/>
                <a:ea typeface="Calibri"/>
              </a:rPr>
              <a:t>Internal</a:t>
            </a:r>
            <a:endParaRPr b="0" lang="en-US" sz="1000" spc="-1" strike="noStrike">
              <a:solidFill>
                <a:srgbClr val="000000"/>
              </a:solidFill>
              <a:latin typeface="Arial"/>
            </a:endParaRPr>
          </a:p>
        </p:txBody>
      </p:sp>
      <p:sp>
        <p:nvSpPr>
          <p:cNvPr id="65" name="PlaceHolder 1"/>
          <p:cNvSpPr>
            <a:spLocks noGrp="1"/>
          </p:cNvSpPr>
          <p:nvPr>
            <p:ph type="title"/>
          </p:nvPr>
        </p:nvSpPr>
        <p:spPr>
          <a:xfrm>
            <a:off x="839880" y="457200"/>
            <a:ext cx="3931920" cy="1599840"/>
          </a:xfrm>
          <a:prstGeom prst="rect">
            <a:avLst/>
          </a:prstGeom>
          <a:noFill/>
          <a:ln w="0">
            <a:noFill/>
          </a:ln>
        </p:spPr>
        <p:txBody>
          <a:bodyPr lIns="91440" rIns="91440" tIns="45720" bIns="45720" anchor="b">
            <a:noAutofit/>
          </a:bodyPr>
          <a:p>
            <a:pPr indent="0" defTabSz="914400">
              <a:lnSpc>
                <a:spcPct val="90000"/>
              </a:lnSpc>
              <a:buNone/>
            </a:pPr>
            <a:r>
              <a:rPr b="0" lang="en-US" sz="3200" spc="-1" strike="noStrike">
                <a:solidFill>
                  <a:schemeClr val="dk1"/>
                </a:solidFill>
                <a:latin typeface="Calibri Light"/>
              </a:rPr>
              <a:t>Click to edit Master title style</a:t>
            </a:r>
            <a:endParaRPr b="0" lang="en-US" sz="3200" spc="-1" strike="noStrike">
              <a:solidFill>
                <a:schemeClr val="dk1"/>
              </a:solidFill>
              <a:latin typeface="Calibri"/>
            </a:endParaRPr>
          </a:p>
        </p:txBody>
      </p:sp>
      <p:sp>
        <p:nvSpPr>
          <p:cNvPr id="66" name="PlaceHolder 2"/>
          <p:cNvSpPr>
            <a:spLocks noGrp="1"/>
          </p:cNvSpPr>
          <p:nvPr>
            <p:ph type="body"/>
          </p:nvPr>
        </p:nvSpPr>
        <p:spPr>
          <a:xfrm>
            <a:off x="5183280" y="987480"/>
            <a:ext cx="6171840" cy="487332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3200" spc="-1" strike="noStrike">
                <a:solidFill>
                  <a:schemeClr val="dk1"/>
                </a:solidFill>
                <a:latin typeface="Calibri"/>
              </a:rPr>
              <a:t>Click to edit Master text styles</a:t>
            </a:r>
            <a:endParaRPr b="0" lang="en-US" sz="3200" spc="-1" strike="noStrike">
              <a:solidFill>
                <a:schemeClr val="dk1"/>
              </a:solidFill>
              <a:latin typeface="Calibri"/>
            </a:endParaRPr>
          </a:p>
          <a:p>
            <a:pPr lvl="1" marL="685800" indent="-228600" defTabSz="914400">
              <a:lnSpc>
                <a:spcPct val="90000"/>
              </a:lnSpc>
              <a:spcBef>
                <a:spcPts val="499"/>
              </a:spcBef>
              <a:buClr>
                <a:srgbClr val="000000"/>
              </a:buClr>
              <a:buFont typeface="Arial"/>
              <a:buChar char="•"/>
            </a:pPr>
            <a:r>
              <a:rPr b="0" lang="en-US" sz="2800" spc="-1" strike="noStrike">
                <a:solidFill>
                  <a:schemeClr val="dk1"/>
                </a:solidFill>
                <a:latin typeface="Calibri"/>
              </a:rPr>
              <a:t>Second level</a:t>
            </a:r>
            <a:endParaRPr b="0" lang="en-US" sz="2800" spc="-1" strike="noStrike">
              <a:solidFill>
                <a:schemeClr val="dk1"/>
              </a:solidFill>
              <a:latin typeface="Calibri"/>
            </a:endParaRPr>
          </a:p>
          <a:p>
            <a:pPr lvl="2" marL="1143000" indent="-228600" defTabSz="914400">
              <a:lnSpc>
                <a:spcPct val="90000"/>
              </a:lnSpc>
              <a:spcBef>
                <a:spcPts val="499"/>
              </a:spcBef>
              <a:buClr>
                <a:srgbClr val="000000"/>
              </a:buClr>
              <a:buFont typeface="Arial"/>
              <a:buChar char="•"/>
            </a:pPr>
            <a:r>
              <a:rPr b="0" lang="en-US" sz="2400" spc="-1" strike="noStrike">
                <a:solidFill>
                  <a:schemeClr val="dk1"/>
                </a:solidFill>
                <a:latin typeface="Calibri"/>
              </a:rPr>
              <a:t>Third level</a:t>
            </a:r>
            <a:endParaRPr b="0" lang="en-US" sz="2400" spc="-1" strike="noStrike">
              <a:solidFill>
                <a:schemeClr val="dk1"/>
              </a:solidFill>
              <a:latin typeface="Calibri"/>
            </a:endParaRPr>
          </a:p>
          <a:p>
            <a:pPr lvl="3" marL="1600200" indent="-228600" defTabSz="914400">
              <a:lnSpc>
                <a:spcPct val="90000"/>
              </a:lnSpc>
              <a:spcBef>
                <a:spcPts val="499"/>
              </a:spcBef>
              <a:buClr>
                <a:srgbClr val="000000"/>
              </a:buClr>
              <a:buFont typeface="Arial"/>
              <a:buChar char="•"/>
            </a:pPr>
            <a:r>
              <a:rPr b="0" lang="en-US" sz="2000" spc="-1" strike="noStrike">
                <a:solidFill>
                  <a:schemeClr val="dk1"/>
                </a:solidFill>
                <a:latin typeface="Calibri"/>
              </a:rPr>
              <a:t>Fourth level</a:t>
            </a:r>
            <a:endParaRPr b="0" lang="en-US" sz="2000" spc="-1" strike="noStrike">
              <a:solidFill>
                <a:schemeClr val="dk1"/>
              </a:solidFill>
              <a:latin typeface="Calibri"/>
            </a:endParaRPr>
          </a:p>
          <a:p>
            <a:pPr lvl="4" marL="2057400" indent="-228600" defTabSz="914400">
              <a:lnSpc>
                <a:spcPct val="90000"/>
              </a:lnSpc>
              <a:spcBef>
                <a:spcPts val="499"/>
              </a:spcBef>
              <a:buClr>
                <a:srgbClr val="000000"/>
              </a:buClr>
              <a:buFont typeface="Arial"/>
              <a:buChar char="•"/>
            </a:pPr>
            <a:r>
              <a:rPr b="0" lang="en-US" sz="2000" spc="-1" strike="noStrike">
                <a:solidFill>
                  <a:schemeClr val="dk1"/>
                </a:solidFill>
                <a:latin typeface="Calibri"/>
              </a:rPr>
              <a:t>Fifth level</a:t>
            </a:r>
            <a:endParaRPr b="0" lang="en-US" sz="2000" spc="-1" strike="noStrike">
              <a:solidFill>
                <a:schemeClr val="dk1"/>
              </a:solidFill>
              <a:latin typeface="Calibri"/>
            </a:endParaRPr>
          </a:p>
        </p:txBody>
      </p:sp>
      <p:sp>
        <p:nvSpPr>
          <p:cNvPr id="67" name="PlaceHolder 3"/>
          <p:cNvSpPr>
            <a:spLocks noGrp="1"/>
          </p:cNvSpPr>
          <p:nvPr>
            <p:ph type="body"/>
          </p:nvPr>
        </p:nvSpPr>
        <p:spPr>
          <a:xfrm>
            <a:off x="839880" y="2057400"/>
            <a:ext cx="3931920" cy="381132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0" lang="en-US" sz="1600" spc="-1" strike="noStrike">
                <a:solidFill>
                  <a:schemeClr val="dk1"/>
                </a:solidFill>
                <a:latin typeface="Calibri"/>
              </a:rPr>
              <a:t>Click to edit Master text styles</a:t>
            </a:r>
            <a:endParaRPr b="0" lang="en-US" sz="1600" spc="-1" strike="noStrike">
              <a:solidFill>
                <a:schemeClr val="dk1"/>
              </a:solidFill>
              <a:latin typeface="Calibri"/>
            </a:endParaRPr>
          </a:p>
        </p:txBody>
      </p:sp>
      <p:sp>
        <p:nvSpPr>
          <p:cNvPr id="68" name="PlaceHolder 4"/>
          <p:cNvSpPr>
            <a:spLocks noGrp="1"/>
          </p:cNvSpPr>
          <p:nvPr>
            <p:ph type="dt" idx="28"/>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69" name="PlaceHolder 5"/>
          <p:cNvSpPr>
            <a:spLocks noGrp="1"/>
          </p:cNvSpPr>
          <p:nvPr>
            <p:ph type="ftr" idx="29"/>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70" name="PlaceHolder 6"/>
          <p:cNvSpPr>
            <a:spLocks noGrp="1"/>
          </p:cNvSpPr>
          <p:nvPr>
            <p:ph type="sldNum" idx="30"/>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554771D5-218F-4FD9-AEEB-1E23539CCF04}"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1" name="TextBox 7"/>
          <p:cNvSpPr/>
          <p:nvPr/>
        </p:nvSpPr>
        <p:spPr>
          <a:xfrm>
            <a:off x="63360" y="6642000"/>
            <a:ext cx="433080" cy="152280"/>
          </a:xfrm>
          <a:prstGeom prst="rect">
            <a:avLst/>
          </a:prstGeom>
          <a:noFill/>
          <a:ln w="0">
            <a:noFill/>
          </a:ln>
        </p:spPr>
        <p:style>
          <a:lnRef idx="0"/>
          <a:fillRef idx="0"/>
          <a:effectRef idx="0"/>
          <a:fontRef idx="minor"/>
        </p:style>
        <p:txBody>
          <a:bodyPr horzOverflow="overflow" lIns="0" rIns="0" tIns="0" bIns="0" anchor="t">
            <a:spAutoFit/>
          </a:bodyPr>
          <a:p>
            <a:pPr defTabSz="914400">
              <a:lnSpc>
                <a:spcPct val="100000"/>
              </a:lnSpc>
            </a:pPr>
            <a:r>
              <a:rPr b="0" lang="en-US" sz="1000" spc="-1" strike="noStrike">
                <a:solidFill>
                  <a:srgbClr val="000000"/>
                </a:solidFill>
                <a:latin typeface="Calibri"/>
                <a:ea typeface="Calibri"/>
              </a:rPr>
              <a:t>Internal</a:t>
            </a:r>
            <a:endParaRPr b="0" lang="en-US" sz="1000" spc="-1" strike="noStrike">
              <a:solidFill>
                <a:srgbClr val="000000"/>
              </a:solidFill>
              <a:latin typeface="Arial"/>
            </a:endParaRPr>
          </a:p>
        </p:txBody>
      </p:sp>
      <p:sp>
        <p:nvSpPr>
          <p:cNvPr id="72" name="PlaceHolder 1"/>
          <p:cNvSpPr>
            <a:spLocks noGrp="1"/>
          </p:cNvSpPr>
          <p:nvPr>
            <p:ph type="title"/>
          </p:nvPr>
        </p:nvSpPr>
        <p:spPr>
          <a:xfrm>
            <a:off x="839880" y="457200"/>
            <a:ext cx="3931920" cy="1599840"/>
          </a:xfrm>
          <a:prstGeom prst="rect">
            <a:avLst/>
          </a:prstGeom>
          <a:noFill/>
          <a:ln w="0">
            <a:noFill/>
          </a:ln>
        </p:spPr>
        <p:txBody>
          <a:bodyPr lIns="91440" rIns="91440" tIns="45720" bIns="45720" anchor="b">
            <a:noAutofit/>
          </a:bodyPr>
          <a:p>
            <a:pPr indent="0" defTabSz="914400">
              <a:lnSpc>
                <a:spcPct val="90000"/>
              </a:lnSpc>
              <a:buNone/>
            </a:pPr>
            <a:r>
              <a:rPr b="0" lang="en-US" sz="3200" spc="-1" strike="noStrike">
                <a:solidFill>
                  <a:schemeClr val="dk1"/>
                </a:solidFill>
                <a:latin typeface="Calibri Light"/>
              </a:rPr>
              <a:t>Click to edit Master title style</a:t>
            </a:r>
            <a:endParaRPr b="0" lang="en-US" sz="3200" spc="-1" strike="noStrike">
              <a:solidFill>
                <a:schemeClr val="dk1"/>
              </a:solidFill>
              <a:latin typeface="Calibri"/>
            </a:endParaRPr>
          </a:p>
        </p:txBody>
      </p:sp>
      <p:sp>
        <p:nvSpPr>
          <p:cNvPr id="73" name="PlaceHolder 2"/>
          <p:cNvSpPr>
            <a:spLocks noGrp="1"/>
          </p:cNvSpPr>
          <p:nvPr>
            <p:ph type="body"/>
          </p:nvPr>
        </p:nvSpPr>
        <p:spPr>
          <a:xfrm>
            <a:off x="5183280" y="987480"/>
            <a:ext cx="6171840" cy="4873320"/>
          </a:xfrm>
          <a:prstGeom prst="rect">
            <a:avLst/>
          </a:prstGeom>
          <a:noFill/>
          <a:ln w="0">
            <a:noFill/>
          </a:ln>
        </p:spPr>
        <p:txBody>
          <a:bodyPr lIns="90000" rIns="90000" tIns="45000" bIns="45000" anchor="t">
            <a:noAutofit/>
          </a:bodyPr>
          <a:p>
            <a:pPr marL="432000" indent="-324000">
              <a:lnSpc>
                <a:spcPct val="90000"/>
              </a:lnSpc>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lnSpc>
                <a:spcPct val="90000"/>
              </a:lnSpc>
              <a:spcBef>
                <a:spcPts val="1134"/>
              </a:spcBef>
              <a:buClr>
                <a:srgbClr val="000000"/>
              </a:buClr>
              <a:buSzPct val="75000"/>
              <a:buFont typeface="Symbol" charset="2"/>
              <a:buChar char=""/>
            </a:pPr>
            <a:r>
              <a:rPr b="0" lang="en-US" sz="3200" spc="-1" strike="noStrike">
                <a:solidFill>
                  <a:schemeClr val="dk1"/>
                </a:solidFill>
                <a:latin typeface="Calibri"/>
              </a:rPr>
              <a:t>Second Outline Level</a:t>
            </a:r>
            <a:endParaRPr b="0" lang="en-US" sz="3200" spc="-1" strike="noStrike">
              <a:solidFill>
                <a:schemeClr val="dk1"/>
              </a:solidFill>
              <a:latin typeface="Calibri"/>
            </a:endParaRPr>
          </a:p>
          <a:p>
            <a:pPr lvl="2" marL="1296000" indent="-288000">
              <a:lnSpc>
                <a:spcPct val="90000"/>
              </a:lnSpc>
              <a:spcBef>
                <a:spcPts val="850"/>
              </a:spcBef>
              <a:buClr>
                <a:srgbClr val="000000"/>
              </a:buClr>
              <a:buSzPct val="45000"/>
              <a:buFont typeface="Wingdings" charset="2"/>
              <a:buChar char=""/>
            </a:pPr>
            <a:r>
              <a:rPr b="0" lang="en-US" sz="3200" spc="-1" strike="noStrike">
                <a:solidFill>
                  <a:schemeClr val="dk1"/>
                </a:solidFill>
                <a:latin typeface="Calibri"/>
              </a:rPr>
              <a:t>Third Outline Level</a:t>
            </a:r>
            <a:endParaRPr b="0" lang="en-US" sz="3200" spc="-1" strike="noStrike">
              <a:solidFill>
                <a:schemeClr val="dk1"/>
              </a:solidFill>
              <a:latin typeface="Calibri"/>
            </a:endParaRPr>
          </a:p>
          <a:p>
            <a:pPr lvl="3" marL="1728000" indent="-216000">
              <a:lnSpc>
                <a:spcPct val="90000"/>
              </a:lnSpc>
              <a:spcBef>
                <a:spcPts val="567"/>
              </a:spcBef>
              <a:buClr>
                <a:srgbClr val="000000"/>
              </a:buClr>
              <a:buSzPct val="75000"/>
              <a:buFont typeface="Symbol" charset="2"/>
              <a:buChar char=""/>
            </a:pPr>
            <a:r>
              <a:rPr b="0" lang="en-US" sz="3200" spc="-1" strike="noStrike">
                <a:solidFill>
                  <a:schemeClr val="dk1"/>
                </a:solidFill>
                <a:latin typeface="Calibri"/>
              </a:rPr>
              <a:t>Fourth Outline Level</a:t>
            </a:r>
            <a:endParaRPr b="0" lang="en-US" sz="3200" spc="-1" strike="noStrike">
              <a:solidFill>
                <a:schemeClr val="dk1"/>
              </a:solidFill>
              <a:latin typeface="Calibri"/>
            </a:endParaRPr>
          </a:p>
          <a:p>
            <a:pPr lvl="4" marL="2160000" indent="-216000">
              <a:lnSpc>
                <a:spcPct val="90000"/>
              </a:lnSpc>
              <a:spcBef>
                <a:spcPts val="283"/>
              </a:spcBef>
              <a:buClr>
                <a:srgbClr val="000000"/>
              </a:buClr>
              <a:buSzPct val="45000"/>
              <a:buFont typeface="Wingdings" charset="2"/>
              <a:buChar char=""/>
            </a:pPr>
            <a:r>
              <a:rPr b="0" lang="en-US" sz="3200" spc="-1" strike="noStrike">
                <a:solidFill>
                  <a:schemeClr val="dk1"/>
                </a:solidFill>
                <a:latin typeface="Calibri"/>
              </a:rPr>
              <a:t>Fifth Outline Level</a:t>
            </a:r>
            <a:endParaRPr b="0" lang="en-US" sz="3200" spc="-1" strike="noStrike">
              <a:solidFill>
                <a:schemeClr val="dk1"/>
              </a:solidFill>
              <a:latin typeface="Calibri"/>
            </a:endParaRPr>
          </a:p>
          <a:p>
            <a:pPr lvl="5" marL="2592000" indent="-216000">
              <a:lnSpc>
                <a:spcPct val="90000"/>
              </a:lnSpc>
              <a:spcBef>
                <a:spcPts val="283"/>
              </a:spcBef>
              <a:buClr>
                <a:srgbClr val="000000"/>
              </a:buClr>
              <a:buSzPct val="45000"/>
              <a:buFont typeface="Wingdings" charset="2"/>
              <a:buChar char=""/>
            </a:pPr>
            <a:r>
              <a:rPr b="0" lang="en-US" sz="3200" spc="-1" strike="noStrike">
                <a:solidFill>
                  <a:schemeClr val="dk1"/>
                </a:solidFill>
                <a:latin typeface="Calibri"/>
              </a:rPr>
              <a:t>Sixth Outline Level</a:t>
            </a:r>
            <a:endParaRPr b="0" lang="en-US" sz="3200" spc="-1" strike="noStrike">
              <a:solidFill>
                <a:schemeClr val="dk1"/>
              </a:solidFill>
              <a:latin typeface="Calibri"/>
            </a:endParaRPr>
          </a:p>
          <a:p>
            <a:pPr lvl="6" marL="3024000" indent="-216000">
              <a:lnSpc>
                <a:spcPct val="90000"/>
              </a:lnSpc>
              <a:spcBef>
                <a:spcPts val="283"/>
              </a:spcBef>
              <a:buClr>
                <a:srgbClr val="000000"/>
              </a:buClr>
              <a:buSzPct val="45000"/>
              <a:buFont typeface="Wingdings" charset="2"/>
              <a:buChar char=""/>
            </a:pPr>
            <a:r>
              <a:rPr b="0" lang="en-US" sz="3200" spc="-1" strike="noStrike">
                <a:solidFill>
                  <a:schemeClr val="dk1"/>
                </a:solidFill>
                <a:latin typeface="Calibri"/>
              </a:rPr>
              <a:t>Seventh Outline Level</a:t>
            </a:r>
            <a:endParaRPr b="0" lang="en-US" sz="3200" spc="-1" strike="noStrike">
              <a:solidFill>
                <a:schemeClr val="dk1"/>
              </a:solidFill>
              <a:latin typeface="Calibri"/>
            </a:endParaRPr>
          </a:p>
        </p:txBody>
      </p:sp>
      <p:sp>
        <p:nvSpPr>
          <p:cNvPr id="74" name="PlaceHolder 3"/>
          <p:cNvSpPr>
            <a:spLocks noGrp="1"/>
          </p:cNvSpPr>
          <p:nvPr>
            <p:ph type="body"/>
          </p:nvPr>
        </p:nvSpPr>
        <p:spPr>
          <a:xfrm>
            <a:off x="839880" y="2057400"/>
            <a:ext cx="3931920" cy="381132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0" lang="en-US" sz="1600" spc="-1" strike="noStrike">
                <a:solidFill>
                  <a:schemeClr val="dk1"/>
                </a:solidFill>
                <a:latin typeface="Calibri"/>
              </a:rPr>
              <a:t>Click to edit Master text styles</a:t>
            </a:r>
            <a:endParaRPr b="0" lang="en-US" sz="1600" spc="-1" strike="noStrike">
              <a:solidFill>
                <a:schemeClr val="dk1"/>
              </a:solidFill>
              <a:latin typeface="Calibri"/>
            </a:endParaRPr>
          </a:p>
        </p:txBody>
      </p:sp>
      <p:sp>
        <p:nvSpPr>
          <p:cNvPr id="75" name="PlaceHolder 4"/>
          <p:cNvSpPr>
            <a:spLocks noGrp="1"/>
          </p:cNvSpPr>
          <p:nvPr>
            <p:ph type="dt" idx="31"/>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76" name="PlaceHolder 5"/>
          <p:cNvSpPr>
            <a:spLocks noGrp="1"/>
          </p:cNvSpPr>
          <p:nvPr>
            <p:ph type="ftr" idx="32"/>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77" name="PlaceHolder 6"/>
          <p:cNvSpPr>
            <a:spLocks noGrp="1"/>
          </p:cNvSpPr>
          <p:nvPr>
            <p:ph type="sldNum" idx="33"/>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CF1EA676-4998-446E-B4F5-C71DA7B2F462}"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jpeg"/><Relationship Id="rId3" Type="http://schemas.openxmlformats.org/officeDocument/2006/relationships/slideLayout" Target="../slideLayouts/slideLayout4.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4.svg"/><Relationship Id="rId3" Type="http://schemas.openxmlformats.org/officeDocument/2006/relationships/image" Target="../media/image5.png"/><Relationship Id="rId4" Type="http://schemas.openxmlformats.org/officeDocument/2006/relationships/image" Target="../media/image6.svg"/><Relationship Id="rId5" Type="http://schemas.openxmlformats.org/officeDocument/2006/relationships/image" Target="../media/image7.png"/><Relationship Id="rId6" Type="http://schemas.openxmlformats.org/officeDocument/2006/relationships/image" Target="../media/image8.svg"/><Relationship Id="rId7" Type="http://schemas.openxmlformats.org/officeDocument/2006/relationships/image" Target="../media/image9.png"/><Relationship Id="rId8" Type="http://schemas.openxmlformats.org/officeDocument/2006/relationships/image" Target="../media/image10.svg"/><Relationship Id="rId9" Type="http://schemas.openxmlformats.org/officeDocument/2006/relationships/slideLayout" Target="../slideLayouts/slideLayout8.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
</Relationships>
</file>

<file path=ppt/slides/_rels/slide7.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4.xml"/>
</Relationships>
</file>

<file path=ppt/slides/_rels/slide8.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4.xml"/>
</Relationships>
</file>

<file path=ppt/slides/_rels/slide9.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4.xml"/>
</Relationships>
</file>

<file path=ppt/slides/_rels/slide10.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4.xml"/>
</Relationships>
</file>

<file path=ppt/slides/_rels/slide11.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4.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slideLayout" Target="../slideLayouts/slideLayout4.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 name="PlaceHolder 1"/>
          <p:cNvSpPr>
            <a:spLocks noGrp="1"/>
          </p:cNvSpPr>
          <p:nvPr>
            <p:ph type="title"/>
          </p:nvPr>
        </p:nvSpPr>
        <p:spPr>
          <a:xfrm>
            <a:off x="1523880" y="1122480"/>
            <a:ext cx="9143640" cy="2387160"/>
          </a:xfrm>
          <a:prstGeom prst="rect">
            <a:avLst/>
          </a:prstGeom>
          <a:noFill/>
          <a:ln w="0">
            <a:noFill/>
          </a:ln>
        </p:spPr>
        <p:txBody>
          <a:bodyPr lIns="91440" rIns="91440" tIns="45720" bIns="45720" anchor="b">
            <a:normAutofit/>
          </a:bodyPr>
          <a:p>
            <a:pPr indent="0" algn="ctr" defTabSz="914400">
              <a:lnSpc>
                <a:spcPct val="90000"/>
              </a:lnSpc>
              <a:buNone/>
              <a:tabLst>
                <a:tab algn="l" pos="0"/>
              </a:tabLst>
            </a:pPr>
            <a:r>
              <a:rPr b="0" lang="en-US" sz="6000" spc="-1" strike="noStrike">
                <a:solidFill>
                  <a:schemeClr val="dk1"/>
                </a:solidFill>
                <a:latin typeface="Calibri Light"/>
              </a:rPr>
              <a:t>Session 5</a:t>
            </a:r>
            <a:br>
              <a:rPr sz="6000"/>
            </a:br>
            <a:r>
              <a:rPr b="0" lang="en-US" sz="6000" spc="-1" strike="noStrike">
                <a:solidFill>
                  <a:schemeClr val="dk1"/>
                </a:solidFill>
                <a:latin typeface="Calibri Light"/>
              </a:rPr>
              <a:t>PyTorch</a:t>
            </a:r>
            <a:endParaRPr b="0" lang="en-US" sz="6000" spc="-1" strike="noStrike">
              <a:solidFill>
                <a:schemeClr val="dk1"/>
              </a:solidFill>
              <a:latin typeface="Calibri"/>
            </a:endParaRPr>
          </a:p>
        </p:txBody>
      </p:sp>
      <p:sp>
        <p:nvSpPr>
          <p:cNvPr id="85" name="PlaceHolder 2"/>
          <p:cNvSpPr>
            <a:spLocks noGrp="1"/>
          </p:cNvSpPr>
          <p:nvPr>
            <p:ph type="subTitle"/>
          </p:nvPr>
        </p:nvSpPr>
        <p:spPr>
          <a:xfrm>
            <a:off x="1523880" y="3602160"/>
            <a:ext cx="9143640" cy="1655280"/>
          </a:xfrm>
          <a:prstGeom prst="rect">
            <a:avLst/>
          </a:prstGeom>
          <a:noFill/>
          <a:ln w="0">
            <a:noFill/>
          </a:ln>
        </p:spPr>
        <p:txBody>
          <a:bodyPr lIns="91440" rIns="91440" tIns="45720" bIns="45720" anchor="t">
            <a:normAutofit/>
          </a:bodyPr>
          <a:p>
            <a:pPr indent="0" algn="ctr" defTabSz="914400">
              <a:lnSpc>
                <a:spcPct val="90000"/>
              </a:lnSpc>
              <a:spcBef>
                <a:spcPts val="1001"/>
              </a:spcBef>
              <a:buNone/>
              <a:tabLst>
                <a:tab algn="l" pos="0"/>
              </a:tabLst>
            </a:pPr>
            <a:r>
              <a:rPr b="0" lang="en-US" sz="2400" spc="-1" strike="noStrike">
                <a:solidFill>
                  <a:schemeClr val="dk1"/>
                </a:solidFill>
                <a:latin typeface="Calibri"/>
              </a:rPr>
              <a:t>Advanced Data Science · NYU Paris · 2026</a:t>
            </a:r>
            <a:br>
              <a:rPr sz="2400"/>
            </a:br>
            <a:br>
              <a:rPr sz="2400"/>
            </a:br>
            <a:r>
              <a:rPr b="0" lang="en-US" sz="2400" spc="-1" strike="noStrike">
                <a:solidFill>
                  <a:schemeClr val="dk1"/>
                </a:solidFill>
                <a:latin typeface="Calibri"/>
              </a:rPr>
              <a:t>Paul Dubois</a:t>
            </a:r>
            <a:endParaRPr b="0" lang="en-US" sz="2400" spc="-1" strike="noStrike">
              <a:solidFill>
                <a:srgbClr val="000000"/>
              </a:solidFill>
              <a:latin typeface="Arial"/>
            </a:endParaRPr>
          </a:p>
        </p:txBody>
      </p:sp>
      <p:sp>
        <p:nvSpPr>
          <p:cNvPr id="86" name="PlaceHolder 3"/>
          <p:cNvSpPr>
            <a:spLocks noGrp="1"/>
          </p:cNvSpPr>
          <p:nvPr>
            <p:ph type="dt" idx="37"/>
          </p:nvPr>
        </p:nvSpPr>
        <p:spPr>
          <a:xfrm>
            <a:off x="838080" y="6356520"/>
            <a:ext cx="2742840" cy="364680"/>
          </a:xfrm>
          <a:prstGeom prst="rect">
            <a:avLst/>
          </a:prstGeom>
          <a:noFill/>
          <a:ln w="0">
            <a:noFill/>
          </a:ln>
        </p:spPr>
        <p:txBody>
          <a:bodyPr lIns="91440" rIns="91440" tIns="45720" bIns="45720" anchor="ctr">
            <a:normAutofit/>
          </a:bodyPr>
          <a:lstStyle>
            <a:lvl1pPr indent="0" defTabSz="914400">
              <a:lnSpc>
                <a:spcPct val="100000"/>
              </a:lnSpc>
              <a:buNone/>
              <a:tabLst>
                <a:tab algn="l" pos="0"/>
              </a:tabLst>
              <a:defRPr b="0" lang="en-US" sz="1200" spc="-1" strike="noStrike">
                <a:solidFill>
                  <a:schemeClr val="dk1">
                    <a:tint val="75000"/>
                  </a:schemeClr>
                </a:solidFill>
                <a:latin typeface="Calibri"/>
              </a:defRPr>
            </a:lvl1pPr>
          </a:lstStyle>
          <a:p>
            <a:pPr indent="0" defTabSz="914400">
              <a:lnSpc>
                <a:spcPct val="100000"/>
              </a:lnSpc>
              <a:buNone/>
              <a:tabLst>
                <a:tab algn="l" pos="0"/>
              </a:tabLst>
            </a:pPr>
            <a:r>
              <a:rPr b="0" lang="en-US" sz="1200" spc="-1" strike="noStrike">
                <a:solidFill>
                  <a:schemeClr val="dk1">
                    <a:tint val="75000"/>
                  </a:schemeClr>
                </a:solidFill>
                <a:latin typeface="Calibri"/>
              </a:rPr>
              <a:t>Week 5 — Lecture</a:t>
            </a:r>
            <a:endParaRPr b="0" lang="en-US" sz="1200" spc="-1" strike="noStrike">
              <a:solidFill>
                <a:srgbClr val="000000"/>
              </a:solidFill>
              <a:latin typeface="Times New Roman"/>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PyTorch in a few words…</a:t>
            </a:r>
            <a:endParaRPr b="0" lang="en-US" sz="4400" spc="-1" strike="noStrike">
              <a:solidFill>
                <a:schemeClr val="dk1"/>
              </a:solidFill>
              <a:latin typeface="Calibri"/>
            </a:endParaRPr>
          </a:p>
        </p:txBody>
      </p:sp>
      <p:sp>
        <p:nvSpPr>
          <p:cNvPr id="88" name="PlaceHolder 2"/>
          <p:cNvSpPr>
            <a:spLocks noGrp="1"/>
          </p:cNvSpPr>
          <p:nvPr>
            <p:ph/>
          </p:nvPr>
        </p:nvSpPr>
        <p:spPr>
          <a:xfrm>
            <a:off x="838080" y="1825560"/>
            <a:ext cx="10515240" cy="435096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Developed by </a:t>
            </a:r>
            <a:r>
              <a:rPr b="1" lang="en-US" sz="2800" spc="-1" strike="noStrike">
                <a:solidFill>
                  <a:schemeClr val="dk1"/>
                </a:solidFill>
                <a:latin typeface="Calibri"/>
              </a:rPr>
              <a:t>Facebook</a:t>
            </a:r>
            <a:r>
              <a:rPr b="0" lang="en-US" sz="2800" spc="-1" strike="noStrike">
                <a:solidFill>
                  <a:schemeClr val="dk1"/>
                </a:solidFill>
                <a:latin typeface="Calibri"/>
              </a:rPr>
              <a:t>’s AI research group</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sngStrike">
                <a:solidFill>
                  <a:schemeClr val="dk1"/>
                </a:solidFill>
                <a:latin typeface="Calibri"/>
              </a:rPr>
              <a:t>Getting</a:t>
            </a:r>
            <a:r>
              <a:rPr b="0" lang="en-US" sz="2800" spc="-1" strike="noStrike">
                <a:solidFill>
                  <a:schemeClr val="dk1"/>
                </a:solidFill>
                <a:latin typeface="Calibri"/>
              </a:rPr>
              <a:t> very </a:t>
            </a:r>
            <a:r>
              <a:rPr b="1" lang="en-US" sz="2800" spc="-1" strike="noStrike">
                <a:solidFill>
                  <a:schemeClr val="dk1"/>
                </a:solidFill>
                <a:latin typeface="Calibri"/>
              </a:rPr>
              <a:t>popular</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Easy</a:t>
            </a:r>
            <a:r>
              <a:rPr b="0" lang="en-US" sz="2800" spc="-1" strike="noStrike">
                <a:solidFill>
                  <a:schemeClr val="dk1"/>
                </a:solidFill>
                <a:latin typeface="Calibri"/>
              </a:rPr>
              <a:t> to use</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Good </a:t>
            </a:r>
            <a:r>
              <a:rPr b="1" lang="en-US" sz="2800" spc="-1" strike="noStrike">
                <a:solidFill>
                  <a:schemeClr val="dk1"/>
                </a:solidFill>
                <a:latin typeface="Calibri"/>
              </a:rPr>
              <a:t>performance</a:t>
            </a:r>
            <a:r>
              <a:rPr b="0" lang="en-US" sz="2800" spc="-1" strike="noStrike">
                <a:solidFill>
                  <a:schemeClr val="dk1"/>
                </a:solidFill>
                <a:latin typeface="Calibri"/>
              </a:rPr>
              <a:t> in production</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Flexible</a:t>
            </a:r>
            <a:r>
              <a:rPr b="0" lang="en-US" sz="2800" spc="-1" strike="noStrike">
                <a:solidFill>
                  <a:schemeClr val="dk1"/>
                </a:solidFill>
                <a:latin typeface="Calibri"/>
              </a:rPr>
              <a:t> across a wide range of tasks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Provides tools for parallelizing &amp; distributing computations</a:t>
            </a:r>
            <a:endParaRPr b="0" lang="en-US" sz="2800" spc="-1" strike="noStrike">
              <a:solidFill>
                <a:schemeClr val="dk1"/>
              </a:solidFill>
              <a:latin typeface="Calibri"/>
            </a:endParaRPr>
          </a:p>
        </p:txBody>
      </p:sp>
      <p:pic>
        <p:nvPicPr>
          <p:cNvPr id="89" name="Picture 7" descr="Share of official paper implementations by framework, 2017-2025: PyTorch rises to about 90%, TensorFlow falls to about 3%"/>
          <p:cNvPicPr/>
          <p:nvPr/>
        </p:nvPicPr>
        <p:blipFill>
          <a:blip r:embed="rId1"/>
          <a:stretch/>
        </p:blipFill>
        <p:spPr>
          <a:xfrm>
            <a:off x="6917400" y="2315880"/>
            <a:ext cx="4898160" cy="3178440"/>
          </a:xfrm>
          <a:prstGeom prst="rect">
            <a:avLst/>
          </a:prstGeom>
          <a:ln w="0">
            <a:noFill/>
          </a:ln>
        </p:spPr>
      </p:pic>
      <p:pic>
        <p:nvPicPr>
          <p:cNvPr id="90" name="Picture 9" descr="Graphical user interface&#10;&#10;Description automatically generated with medium confidence"/>
          <p:cNvPicPr/>
          <p:nvPr/>
        </p:nvPicPr>
        <p:blipFill>
          <a:blip r:embed="rId2"/>
          <a:srcRect l="6180" t="28919" r="7553" b="30446"/>
          <a:stretch/>
        </p:blipFill>
        <p:spPr>
          <a:xfrm>
            <a:off x="8163720" y="1363320"/>
            <a:ext cx="3189960" cy="924120"/>
          </a:xfrm>
          <a:prstGeom prst="rect">
            <a:avLst/>
          </a:prstGeom>
          <a:ln w="0">
            <a:noFill/>
          </a:ln>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1"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Key Concepts of PyTorch</a:t>
            </a:r>
            <a:endParaRPr b="0" lang="en-US" sz="4400" spc="-1" strike="noStrike">
              <a:solidFill>
                <a:schemeClr val="dk1"/>
              </a:solidFill>
              <a:latin typeface="Calibri"/>
            </a:endParaRPr>
          </a:p>
        </p:txBody>
      </p:sp>
      <p:sp>
        <p:nvSpPr>
          <p:cNvPr id="92" name="PlaceHolder 2"/>
          <p:cNvSpPr>
            <a:spLocks noGrp="1"/>
          </p:cNvSpPr>
          <p:nvPr>
            <p:ph/>
          </p:nvPr>
        </p:nvSpPr>
        <p:spPr>
          <a:xfrm>
            <a:off x="838080" y="1825560"/>
            <a:ext cx="10515240" cy="4350960"/>
          </a:xfrm>
          <a:prstGeom prst="rect">
            <a:avLst/>
          </a:prstGeom>
          <a:noFill/>
          <a:ln w="0">
            <a:noFill/>
          </a:ln>
        </p:spPr>
        <p:txBody>
          <a:bodyPr lIns="91440" rIns="91440" tIns="45720" bIns="45720" anchor="t">
            <a:normAutofit/>
          </a:bodyPr>
          <a:p>
            <a:pPr marL="228600" indent="-228600" algn="just" defTabSz="914400">
              <a:lnSpc>
                <a:spcPct val="90000"/>
              </a:lnSpc>
              <a:spcBef>
                <a:spcPts val="1001"/>
              </a:spcBef>
              <a:buClr>
                <a:srgbClr val="000000"/>
              </a:buClr>
              <a:buFont typeface="Arial"/>
              <a:buChar char="•"/>
            </a:pPr>
            <a:r>
              <a:rPr b="1" lang="en-US" sz="2800" spc="-1" strike="noStrike">
                <a:solidFill>
                  <a:schemeClr val="dk1"/>
                </a:solidFill>
                <a:latin typeface="Calibri"/>
              </a:rPr>
              <a:t>Tensor</a:t>
            </a:r>
            <a:r>
              <a:rPr b="0" lang="en-US" sz="2800" spc="-1" strike="noStrike">
                <a:solidFill>
                  <a:schemeClr val="dk1"/>
                </a:solidFill>
                <a:latin typeface="Calibri"/>
              </a:rPr>
              <a:t>: multi-dimensional array of numbers</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1" lang="en-US" sz="2800" spc="-1" strike="noStrike">
                <a:solidFill>
                  <a:schemeClr val="dk1"/>
                </a:solidFill>
                <a:latin typeface="Calibri"/>
              </a:rPr>
              <a:t>Autograd</a:t>
            </a:r>
            <a:r>
              <a:rPr b="0" lang="en-US" sz="2800" spc="-1" strike="noStrike">
                <a:solidFill>
                  <a:schemeClr val="dk1"/>
                </a:solidFill>
                <a:latin typeface="Calibri"/>
              </a:rPr>
              <a:t>: </a:t>
            </a:r>
            <a:r>
              <a:rPr b="0" lang="fr-FR" sz="2800" spc="-1" strike="noStrike">
                <a:solidFill>
                  <a:srgbClr val="262626"/>
                </a:solidFill>
                <a:latin typeface="FreightSans"/>
              </a:rPr>
              <a:t>automatic differentiation engine (to avoid </a:t>
            </a:r>
            <a:r>
              <a:rPr b="0" lang="en-US" sz="2800" spc="-1" strike="noStrike">
                <a:solidFill>
                  <a:schemeClr val="dk1"/>
                </a:solidFill>
                <a:latin typeface="Calibri"/>
              </a:rPr>
              <a:t>manual computation of gradients, cf. last TD correction)</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1" lang="en-US" sz="2800" spc="-1" strike="noStrike">
                <a:solidFill>
                  <a:schemeClr val="dk1"/>
                </a:solidFill>
                <a:latin typeface="Calibri"/>
              </a:rPr>
              <a:t>Neural network module</a:t>
            </a:r>
            <a:r>
              <a:rPr b="0" lang="en-US" sz="2800" spc="-1" strike="noStrike">
                <a:solidFill>
                  <a:schemeClr val="dk1"/>
                </a:solidFill>
                <a:latin typeface="Calibri"/>
              </a:rPr>
              <a:t>: base class to inherit from for all our neural network classes</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1" lang="en-US" sz="2800" spc="-1" strike="noStrike">
                <a:solidFill>
                  <a:schemeClr val="dk1"/>
                </a:solidFill>
                <a:latin typeface="Calibri"/>
              </a:rPr>
              <a:t>Optimizer</a:t>
            </a:r>
            <a:r>
              <a:rPr b="0" lang="en-US" sz="2800" spc="-1" strike="noStrike">
                <a:solidFill>
                  <a:schemeClr val="dk1"/>
                </a:solidFill>
                <a:latin typeface="Calibri"/>
              </a:rPr>
              <a:t>: an algorithm that is used to </a:t>
            </a:r>
            <a:r>
              <a:rPr b="0" lang="en-US" sz="2800" spc="-1" strike="noStrike">
                <a:solidFill>
                  <a:srgbClr val="262626"/>
                </a:solidFill>
                <a:latin typeface="FreightSans"/>
              </a:rPr>
              <a:t>update the parameters based on the computed gradients and a given loss function</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1" lang="en-US" sz="2800" spc="-1" strike="noStrike">
                <a:solidFill>
                  <a:schemeClr val="dk1"/>
                </a:solidFill>
                <a:latin typeface="Calibri"/>
              </a:rPr>
              <a:t>Dataset/Dataloader</a:t>
            </a:r>
            <a:r>
              <a:rPr b="0" lang="en-US" sz="2800" spc="-1" strike="noStrike">
                <a:solidFill>
                  <a:schemeClr val="dk1"/>
                </a:solidFill>
                <a:latin typeface="Calibri"/>
              </a:rPr>
              <a:t>: a base class for our data</a:t>
            </a:r>
            <a:endParaRPr b="0" lang="en-US" sz="2800" spc="-1" strike="noStrike">
              <a:solidFill>
                <a:schemeClr val="dk1"/>
              </a:solidFill>
              <a:latin typeface="Calibri"/>
            </a:endParaRPr>
          </a:p>
          <a:p>
            <a:pPr indent="0" algn="just" defTabSz="914400">
              <a:lnSpc>
                <a:spcPct val="90000"/>
              </a:lnSpc>
              <a:spcBef>
                <a:spcPts val="1001"/>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3"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Tensor</a:t>
            </a:r>
            <a:endParaRPr b="0" lang="en-US" sz="4400" spc="-1" strike="noStrike">
              <a:solidFill>
                <a:schemeClr val="dk1"/>
              </a:solidFill>
              <a:latin typeface="Calibri"/>
            </a:endParaRPr>
          </a:p>
        </p:txBody>
      </p:sp>
      <p:pic>
        <p:nvPicPr>
          <p:cNvPr id="94" name="Graphic 16" descr=""/>
          <p:cNvPicPr/>
          <p:nvPr/>
        </p:nvPicPr>
        <p:blipFill>
          <a:blip r:embed="rId1">
            <a:extLst>
              <a:ext uri="{96DAC541-7B7A-43D3-8B79-37D633B846F1}">
                <asvg:svgBlip xmlns:asvg="http://schemas.microsoft.com/office/drawing/2016/SVG/main" r:embed="rId2"/>
              </a:ext>
            </a:extLst>
          </a:blip>
          <a:stretch/>
        </p:blipFill>
        <p:spPr>
          <a:xfrm>
            <a:off x="8497080" y="1778400"/>
            <a:ext cx="3600000" cy="3600000"/>
          </a:xfrm>
          <a:prstGeom prst="rect">
            <a:avLst/>
          </a:prstGeom>
          <a:ln w="0">
            <a:noFill/>
          </a:ln>
        </p:spPr>
      </p:pic>
      <p:pic>
        <p:nvPicPr>
          <p:cNvPr id="95" name="Graphic 18" descr=""/>
          <p:cNvPicPr/>
          <p:nvPr/>
        </p:nvPicPr>
        <p:blipFill>
          <a:blip r:embed="rId3">
            <a:extLst>
              <a:ext uri="{96DAC541-7B7A-43D3-8B79-37D633B846F1}">
                <asvg:svgBlip xmlns:asvg="http://schemas.microsoft.com/office/drawing/2016/SVG/main" r:embed="rId4"/>
              </a:ext>
            </a:extLst>
          </a:blip>
          <a:stretch/>
        </p:blipFill>
        <p:spPr>
          <a:xfrm>
            <a:off x="2094120" y="1778400"/>
            <a:ext cx="3600000" cy="3600000"/>
          </a:xfrm>
          <a:prstGeom prst="rect">
            <a:avLst/>
          </a:prstGeom>
          <a:ln w="0">
            <a:noFill/>
          </a:ln>
        </p:spPr>
      </p:pic>
      <p:pic>
        <p:nvPicPr>
          <p:cNvPr id="96" name="Graphic 20" descr=""/>
          <p:cNvPicPr/>
          <p:nvPr/>
        </p:nvPicPr>
        <p:blipFill>
          <a:blip r:embed="rId5">
            <a:extLst>
              <a:ext uri="{96DAC541-7B7A-43D3-8B79-37D633B846F1}">
                <asvg:svgBlip xmlns:asvg="http://schemas.microsoft.com/office/drawing/2016/SVG/main" r:embed="rId6"/>
              </a:ext>
            </a:extLst>
          </a:blip>
          <a:stretch/>
        </p:blipFill>
        <p:spPr>
          <a:xfrm>
            <a:off x="5076360" y="1778400"/>
            <a:ext cx="3600000" cy="3600000"/>
          </a:xfrm>
          <a:prstGeom prst="rect">
            <a:avLst/>
          </a:prstGeom>
          <a:ln w="0">
            <a:noFill/>
          </a:ln>
        </p:spPr>
      </p:pic>
      <p:pic>
        <p:nvPicPr>
          <p:cNvPr id="97" name="Graphic 22" descr=""/>
          <p:cNvPicPr/>
          <p:nvPr/>
        </p:nvPicPr>
        <p:blipFill>
          <a:blip r:embed="rId7">
            <a:extLst>
              <a:ext uri="{96DAC541-7B7A-43D3-8B79-37D633B846F1}">
                <asvg:svgBlip xmlns:asvg="http://schemas.microsoft.com/office/drawing/2016/SVG/main" r:embed="rId8"/>
              </a:ext>
            </a:extLst>
          </a:blip>
          <a:stretch/>
        </p:blipFill>
        <p:spPr>
          <a:xfrm>
            <a:off x="-727560" y="1778400"/>
            <a:ext cx="3600000" cy="3600000"/>
          </a:xfrm>
          <a:prstGeom prst="rect">
            <a:avLst/>
          </a:prstGeom>
          <a:ln w="0">
            <a:noFill/>
          </a:ln>
        </p:spPr>
      </p:pic>
      <p:sp>
        <p:nvSpPr>
          <p:cNvPr id="98" name="TextBox 23"/>
          <p:cNvSpPr/>
          <p:nvPr/>
        </p:nvSpPr>
        <p:spPr>
          <a:xfrm>
            <a:off x="518040" y="5563440"/>
            <a:ext cx="731160" cy="363960"/>
          </a:xfrm>
          <a:prstGeom prst="rect">
            <a:avLst/>
          </a:prstGeom>
          <a:noFill/>
          <a:ln w="0">
            <a:noFill/>
          </a:ln>
        </p:spPr>
        <p:style>
          <a:lnRef idx="0"/>
          <a:fillRef idx="0"/>
          <a:effectRef idx="0"/>
          <a:fontRef idx="minor"/>
        </p:style>
        <p:txBody>
          <a:bodyPr wrap="none" lIns="90000" rIns="90000" tIns="45000" bIns="45000" anchor="t">
            <a:spAutoFit/>
          </a:bodyPr>
          <a:p>
            <a:pPr defTabSz="914400">
              <a:lnSpc>
                <a:spcPct val="100000"/>
              </a:lnSpc>
            </a:pPr>
            <a:r>
              <a:rPr b="0" lang="en-US" sz="1800" spc="-1" strike="noStrike">
                <a:solidFill>
                  <a:schemeClr val="dk1"/>
                </a:solidFill>
                <a:latin typeface="Calibri"/>
              </a:rPr>
              <a:t>Scalar</a:t>
            </a:r>
            <a:endParaRPr b="0" lang="en-US" sz="1800" spc="-1" strike="noStrike">
              <a:solidFill>
                <a:srgbClr val="000000"/>
              </a:solidFill>
              <a:latin typeface="Arial"/>
            </a:endParaRPr>
          </a:p>
        </p:txBody>
      </p:sp>
      <p:sp>
        <p:nvSpPr>
          <p:cNvPr id="99" name="TextBox 24"/>
          <p:cNvSpPr/>
          <p:nvPr/>
        </p:nvSpPr>
        <p:spPr>
          <a:xfrm>
            <a:off x="3105000" y="5563440"/>
            <a:ext cx="783000" cy="363960"/>
          </a:xfrm>
          <a:prstGeom prst="rect">
            <a:avLst/>
          </a:prstGeom>
          <a:noFill/>
          <a:ln w="0">
            <a:noFill/>
          </a:ln>
        </p:spPr>
        <p:style>
          <a:lnRef idx="0"/>
          <a:fillRef idx="0"/>
          <a:effectRef idx="0"/>
          <a:fontRef idx="minor"/>
        </p:style>
        <p:txBody>
          <a:bodyPr wrap="none" lIns="90000" rIns="90000" tIns="45000" bIns="45000" anchor="t">
            <a:spAutoFit/>
          </a:bodyPr>
          <a:p>
            <a:pPr defTabSz="914400">
              <a:lnSpc>
                <a:spcPct val="100000"/>
              </a:lnSpc>
            </a:pPr>
            <a:r>
              <a:rPr b="0" lang="en-US" sz="1800" spc="-1" strike="noStrike">
                <a:solidFill>
                  <a:schemeClr val="dk1"/>
                </a:solidFill>
                <a:latin typeface="Calibri"/>
              </a:rPr>
              <a:t>Vector</a:t>
            </a:r>
            <a:endParaRPr b="0" lang="en-US" sz="1800" spc="-1" strike="noStrike">
              <a:solidFill>
                <a:srgbClr val="000000"/>
              </a:solidFill>
              <a:latin typeface="Arial"/>
            </a:endParaRPr>
          </a:p>
        </p:txBody>
      </p:sp>
      <p:sp>
        <p:nvSpPr>
          <p:cNvPr id="100" name="TextBox 25"/>
          <p:cNvSpPr/>
          <p:nvPr/>
        </p:nvSpPr>
        <p:spPr>
          <a:xfrm>
            <a:off x="6029280" y="5563440"/>
            <a:ext cx="790560" cy="363960"/>
          </a:xfrm>
          <a:prstGeom prst="rect">
            <a:avLst/>
          </a:prstGeom>
          <a:noFill/>
          <a:ln w="0">
            <a:noFill/>
          </a:ln>
        </p:spPr>
        <p:style>
          <a:lnRef idx="0"/>
          <a:fillRef idx="0"/>
          <a:effectRef idx="0"/>
          <a:fontRef idx="minor"/>
        </p:style>
        <p:txBody>
          <a:bodyPr wrap="none" lIns="90000" rIns="90000" tIns="45000" bIns="45000" anchor="t">
            <a:spAutoFit/>
          </a:bodyPr>
          <a:p>
            <a:pPr defTabSz="914400">
              <a:lnSpc>
                <a:spcPct val="100000"/>
              </a:lnSpc>
            </a:pPr>
            <a:r>
              <a:rPr b="0" lang="en-US" sz="1800" spc="-1" strike="noStrike">
                <a:solidFill>
                  <a:schemeClr val="dk1"/>
                </a:solidFill>
                <a:latin typeface="Calibri"/>
              </a:rPr>
              <a:t>Matrix</a:t>
            </a:r>
            <a:endParaRPr b="0" lang="en-US" sz="1800" spc="-1" strike="noStrike">
              <a:solidFill>
                <a:srgbClr val="000000"/>
              </a:solidFill>
              <a:latin typeface="Arial"/>
            </a:endParaRPr>
          </a:p>
        </p:txBody>
      </p:sp>
      <p:sp>
        <p:nvSpPr>
          <p:cNvPr id="101" name="TextBox 26"/>
          <p:cNvSpPr/>
          <p:nvPr/>
        </p:nvSpPr>
        <p:spPr>
          <a:xfrm>
            <a:off x="9740880" y="5563440"/>
            <a:ext cx="795240" cy="363960"/>
          </a:xfrm>
          <a:prstGeom prst="rect">
            <a:avLst/>
          </a:prstGeom>
          <a:noFill/>
          <a:ln w="0">
            <a:noFill/>
          </a:ln>
        </p:spPr>
        <p:style>
          <a:lnRef idx="0"/>
          <a:fillRef idx="0"/>
          <a:effectRef idx="0"/>
          <a:fontRef idx="minor"/>
        </p:style>
        <p:txBody>
          <a:bodyPr wrap="none" lIns="90000" rIns="90000" tIns="45000" bIns="45000" anchor="t">
            <a:spAutoFit/>
          </a:bodyPr>
          <a:p>
            <a:pPr defTabSz="914400">
              <a:lnSpc>
                <a:spcPct val="100000"/>
              </a:lnSpc>
            </a:pPr>
            <a:r>
              <a:rPr b="0" lang="en-US" sz="1800" spc="-1" strike="noStrike">
                <a:solidFill>
                  <a:schemeClr val="dk1"/>
                </a:solidFill>
                <a:latin typeface="Calibri"/>
              </a:rPr>
              <a:t>Tensor</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2"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Autograd</a:t>
            </a:r>
            <a:endParaRPr b="0" lang="en-US" sz="4400" spc="-1" strike="noStrike">
              <a:solidFill>
                <a:schemeClr val="dk1"/>
              </a:solidFill>
              <a:latin typeface="Calibri"/>
            </a:endParaRPr>
          </a:p>
        </p:txBody>
      </p:sp>
      <p:sp>
        <p:nvSpPr>
          <p:cNvPr id="103" name="PlaceHolder 2"/>
          <p:cNvSpPr>
            <a:spLocks noGrp="1"/>
          </p:cNvSpPr>
          <p:nvPr>
            <p:ph/>
          </p:nvPr>
        </p:nvSpPr>
        <p:spPr>
          <a:xfrm>
            <a:off x="838080" y="1825560"/>
            <a:ext cx="10515240" cy="4350960"/>
          </a:xfrm>
          <a:prstGeom prst="rect">
            <a:avLst/>
          </a:prstGeom>
          <a:noFill/>
          <a:ln w="0">
            <a:noFill/>
          </a:ln>
        </p:spPr>
        <p:txBody>
          <a:bodyPr lIns="91440" rIns="91440" tIns="45720" bIns="45720" anchor="t">
            <a:normAutofit/>
          </a:bodyPr>
          <a:p>
            <a:pPr marL="228600" indent="-228600" algn="just" defTabSz="914400">
              <a:lnSpc>
                <a:spcPct val="90000"/>
              </a:lnSpc>
              <a:spcBef>
                <a:spcPts val="1001"/>
              </a:spcBef>
              <a:buClr>
                <a:srgbClr val="000000"/>
              </a:buClr>
              <a:buFont typeface="Arial"/>
              <a:buChar char="•"/>
            </a:pPr>
            <a:r>
              <a:rPr b="1" lang="en-US" sz="2800" spc="-1" strike="noStrike">
                <a:solidFill>
                  <a:schemeClr val="dk1"/>
                </a:solidFill>
                <a:latin typeface="Calibri"/>
              </a:rPr>
              <a:t>Symbolic derivative </a:t>
            </a:r>
            <a:r>
              <a:rPr b="0" lang="en-US" sz="2800" spc="-1" strike="noStrike">
                <a:solidFill>
                  <a:schemeClr val="dk1"/>
                </a:solidFill>
                <a:latin typeface="Calibri"/>
              </a:rPr>
              <a:t>of a function is precise; however, as the function of interest become more complex, the symbolic derivative becomes increasingly </a:t>
            </a:r>
            <a:r>
              <a:rPr b="1" lang="en-US" sz="2800" spc="-1" strike="noStrike">
                <a:solidFill>
                  <a:schemeClr val="dk1"/>
                </a:solidFill>
                <a:latin typeface="Calibri"/>
              </a:rPr>
              <a:t>difficult to determine</a:t>
            </a:r>
            <a:r>
              <a:rPr b="0" lang="en-US" sz="2800" spc="-1" strike="noStrike">
                <a:solidFill>
                  <a:schemeClr val="dk1"/>
                </a:solidFill>
                <a:latin typeface="Calibri"/>
              </a:rPr>
              <a:t>. </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1" lang="en-US" sz="2800" spc="-1" strike="noStrike">
                <a:solidFill>
                  <a:schemeClr val="dk1"/>
                </a:solidFill>
                <a:latin typeface="Calibri"/>
              </a:rPr>
              <a:t>Finite difference </a:t>
            </a:r>
            <a:r>
              <a:rPr b="0" lang="en-US" sz="2800" spc="-1" strike="noStrike">
                <a:solidFill>
                  <a:schemeClr val="dk1"/>
                </a:solidFill>
                <a:latin typeface="Calibri"/>
              </a:rPr>
              <a:t>approach uses the definition of a derivative to estimate the derivative of a function; however, it suffers from </a:t>
            </a:r>
            <a:r>
              <a:rPr b="1" lang="en-US" sz="2800" spc="-1" strike="noStrike">
                <a:solidFill>
                  <a:schemeClr val="dk1"/>
                </a:solidFill>
                <a:latin typeface="Calibri"/>
              </a:rPr>
              <a:t>low accuracy </a:t>
            </a:r>
            <a:r>
              <a:rPr b="0" lang="en-US" sz="2800" spc="-1" strike="noStrike">
                <a:solidFill>
                  <a:schemeClr val="dk1"/>
                </a:solidFill>
                <a:latin typeface="Calibri"/>
              </a:rPr>
              <a:t>and instability.</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1" lang="en-US" sz="2800" spc="-1" strike="noStrike">
                <a:solidFill>
                  <a:schemeClr val="dk1"/>
                </a:solidFill>
                <a:latin typeface="Calibri"/>
              </a:rPr>
              <a:t>Automatic differentiation</a:t>
            </a:r>
            <a:r>
              <a:rPr b="0" lang="en-US" sz="2800" spc="-1" strike="noStrike">
                <a:solidFill>
                  <a:schemeClr val="dk1"/>
                </a:solidFill>
                <a:latin typeface="Calibri"/>
              </a:rPr>
              <a:t> is using the </a:t>
            </a:r>
            <a:r>
              <a:rPr b="1" lang="en-US" sz="2800" spc="-1" strike="noStrike">
                <a:solidFill>
                  <a:schemeClr val="dk1"/>
                </a:solidFill>
                <a:latin typeface="Calibri"/>
              </a:rPr>
              <a:t>chain rule </a:t>
            </a:r>
            <a:r>
              <a:rPr b="0" lang="en-US" sz="2800" spc="-1" strike="noStrike">
                <a:solidFill>
                  <a:schemeClr val="dk1"/>
                </a:solidFill>
                <a:latin typeface="Calibri"/>
              </a:rPr>
              <a:t>to break the computation of the derivative. It achieves </a:t>
            </a:r>
            <a:r>
              <a:rPr b="1" lang="en-US" sz="2800" spc="-1" strike="noStrike">
                <a:solidFill>
                  <a:schemeClr val="dk1"/>
                </a:solidFill>
                <a:latin typeface="Calibri"/>
              </a:rPr>
              <a:t>machine precision</a:t>
            </a:r>
            <a:r>
              <a:rPr b="0" lang="en-US" sz="2800" spc="-1" strike="noStrike">
                <a:solidFill>
                  <a:schemeClr val="dk1"/>
                </a:solidFill>
                <a:latin typeface="Calibri"/>
              </a:rPr>
              <a:t> accuracy.</a:t>
            </a: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4"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Symbolic derivative</a:t>
            </a:r>
            <a:endParaRPr b="0" lang="en-US" sz="4400" spc="-1" strike="noStrike">
              <a:solidFill>
                <a:schemeClr val="dk1"/>
              </a:solidFill>
              <a:latin typeface="Calibri"/>
            </a:endParaRPr>
          </a:p>
        </p:txBody>
      </p:sp>
      <p:sp>
        <p:nvSpPr>
          <p:cNvPr id="105" name="PlaceHolder 2"/>
          <p:cNvSpPr>
            <a:spLocks noGrp="1"/>
          </p:cNvSpPr>
          <p:nvPr>
            <p:ph/>
          </p:nvPr>
        </p:nvSpPr>
        <p:spPr>
          <a:xfrm>
            <a:off x="838080" y="1825560"/>
            <a:ext cx="10515240" cy="4350960"/>
          </a:xfrm>
          <a:prstGeom prst="rect">
            <a:avLst/>
          </a:prstGeom>
          <a:blipFill rotWithShape="0">
            <a:blip r:embed="rId1"/>
            <a:stretch/>
          </a:blip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GB" sz="2800" spc="-1" strike="noStrike">
                <a:solidFill>
                  <a:srgbClr val="ffffff">
                    <a:alpha val="1000"/>
                  </a:srgbClr>
                </a:solidFill>
                <a:latin typeface="Calibri"/>
              </a:rPr>
              <a:t> </a:t>
            </a: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6"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Finite differences</a:t>
            </a:r>
            <a:endParaRPr b="0" lang="en-US" sz="4400" spc="-1" strike="noStrike">
              <a:solidFill>
                <a:schemeClr val="dk1"/>
              </a:solidFill>
              <a:latin typeface="Calibri"/>
            </a:endParaRPr>
          </a:p>
        </p:txBody>
      </p:sp>
      <p:sp>
        <p:nvSpPr>
          <p:cNvPr id="107" name="PlaceHolder 2"/>
          <p:cNvSpPr>
            <a:spLocks noGrp="1"/>
          </p:cNvSpPr>
          <p:nvPr>
            <p:ph/>
          </p:nvPr>
        </p:nvSpPr>
        <p:spPr>
          <a:xfrm>
            <a:off x="838080" y="1825560"/>
            <a:ext cx="10515240" cy="4350960"/>
          </a:xfrm>
          <a:prstGeom prst="rect">
            <a:avLst/>
          </a:prstGeom>
          <a:blipFill rotWithShape="0">
            <a:blip r:embed="rId1"/>
            <a:stretch/>
          </a:blip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GB" sz="2800" spc="-1" strike="noStrike">
                <a:solidFill>
                  <a:srgbClr val="ffffff">
                    <a:alpha val="1000"/>
                  </a:srgbClr>
                </a:solidFill>
                <a:latin typeface="Calibri"/>
              </a:rPr>
              <a:t> </a:t>
            </a: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8" name="TextBox 5"/>
          <p:cNvSpPr/>
          <p:nvPr/>
        </p:nvSpPr>
        <p:spPr>
          <a:xfrm>
            <a:off x="1176840" y="1951560"/>
            <a:ext cx="5804640" cy="912600"/>
          </a:xfrm>
          <a:prstGeom prst="rect">
            <a:avLst/>
          </a:prstGeom>
          <a:solidFill>
            <a:schemeClr val="tx1"/>
          </a:solidFill>
          <a:ln w="0">
            <a:noFill/>
          </a:ln>
        </p:spPr>
        <p:style>
          <a:lnRef idx="0"/>
          <a:fillRef idx="0"/>
          <a:effectRef idx="0"/>
          <a:fontRef idx="minor"/>
        </p:style>
        <p:txBody>
          <a:bodyPr wrap="none" lIns="90000" rIns="90000" tIns="45000" bIns="45000" anchor="t">
            <a:spAutoFit/>
          </a:bodyPr>
          <a:p>
            <a:pPr defTabSz="914400">
              <a:lnSpc>
                <a:spcPct val="100000"/>
              </a:lnSpc>
            </a:pPr>
            <a:r>
              <a:rPr b="0" lang="en-US" sz="1800" spc="-1" strike="noStrike">
                <a:solidFill>
                  <a:srgbClr val="d4d4d4"/>
                </a:solidFill>
                <a:latin typeface="Courier New"/>
              </a:rPr>
              <a:t>x = torch.tensor</a:t>
            </a:r>
            <a:r>
              <a:rPr b="0" lang="en-US" sz="1800" spc="-1" strike="noStrike">
                <a:solidFill>
                  <a:srgbClr val="dcdcdc"/>
                </a:solidFill>
                <a:latin typeface="Courier New"/>
              </a:rPr>
              <a:t>(</a:t>
            </a:r>
            <a:r>
              <a:rPr b="0" lang="en-US" sz="1800" spc="-1" strike="noStrike">
                <a:solidFill>
                  <a:srgbClr val="b5cea8"/>
                </a:solidFill>
                <a:latin typeface="Courier New"/>
              </a:rPr>
              <a:t>1.0</a:t>
            </a:r>
            <a:r>
              <a:rPr b="0" lang="en-US" sz="1800" spc="-1" strike="noStrike">
                <a:solidFill>
                  <a:srgbClr val="dcdcdc"/>
                </a:solidFill>
                <a:latin typeface="Courier New"/>
              </a:rPr>
              <a:t>,</a:t>
            </a:r>
            <a:r>
              <a:rPr b="0" lang="en-US" sz="1800" spc="-1" strike="noStrike">
                <a:solidFill>
                  <a:srgbClr val="d4d4d4"/>
                </a:solidFill>
                <a:latin typeface="Courier New"/>
              </a:rPr>
              <a:t> requires_grad=</a:t>
            </a:r>
            <a:r>
              <a:rPr b="0" lang="en-US" sz="1800" spc="-1" strike="noStrike">
                <a:solidFill>
                  <a:srgbClr val="569cd6"/>
                </a:solidFill>
                <a:latin typeface="Courier New"/>
              </a:rPr>
              <a:t>True</a:t>
            </a:r>
            <a:r>
              <a:rPr b="0" lang="en-US" sz="1800" spc="-1" strike="noStrike">
                <a:solidFill>
                  <a:srgbClr val="dcdcdc"/>
                </a:solidFill>
                <a:latin typeface="Courier New"/>
              </a:rPr>
              <a:t>)</a:t>
            </a:r>
            <a:endParaRPr b="0" lang="en-US" sz="1800" spc="-1" strike="noStrike">
              <a:solidFill>
                <a:srgbClr val="ffffff"/>
              </a:solidFill>
              <a:latin typeface="Arial"/>
            </a:endParaRPr>
          </a:p>
          <a:p>
            <a:pPr defTabSz="914400">
              <a:lnSpc>
                <a:spcPct val="100000"/>
              </a:lnSpc>
            </a:pPr>
            <a:br>
              <a:rPr sz="1800"/>
            </a:br>
            <a:r>
              <a:rPr b="0" lang="en-US" sz="1800" spc="-1" strike="noStrike">
                <a:solidFill>
                  <a:srgbClr val="d4d4d4"/>
                </a:solidFill>
                <a:latin typeface="Courier New"/>
              </a:rPr>
              <a:t>z = </a:t>
            </a:r>
            <a:r>
              <a:rPr b="0" lang="en-US" sz="1800" spc="-1" strike="noStrike">
                <a:solidFill>
                  <a:srgbClr val="dcdcdc"/>
                </a:solidFill>
                <a:latin typeface="Courier New"/>
              </a:rPr>
              <a:t>((</a:t>
            </a:r>
            <a:r>
              <a:rPr b="0" lang="en-US" sz="1800" spc="-1" strike="noStrike">
                <a:solidFill>
                  <a:srgbClr val="d4d4d4"/>
                </a:solidFill>
                <a:latin typeface="Courier New"/>
              </a:rPr>
              <a:t>x**2)/5</a:t>
            </a:r>
            <a:r>
              <a:rPr b="0" lang="en-US" sz="1800" spc="-1" strike="noStrike">
                <a:solidFill>
                  <a:srgbClr val="dcdcdc"/>
                </a:solidFill>
                <a:latin typeface="Courier New"/>
              </a:rPr>
              <a:t>)</a:t>
            </a:r>
            <a:r>
              <a:rPr b="0" lang="en-US" sz="1800" spc="-1" strike="noStrike">
                <a:solidFill>
                  <a:srgbClr val="d4d4d4"/>
                </a:solidFill>
                <a:latin typeface="Courier New"/>
              </a:rPr>
              <a:t> + torch.cos</a:t>
            </a:r>
            <a:r>
              <a:rPr b="0" lang="en-US" sz="1800" spc="-1" strike="noStrike">
                <a:solidFill>
                  <a:srgbClr val="dcdcdc"/>
                </a:solidFill>
                <a:latin typeface="Courier New"/>
              </a:rPr>
              <a:t>(</a:t>
            </a:r>
            <a:r>
              <a:rPr b="0" lang="en-US" sz="1800" spc="-1" strike="noStrike">
                <a:solidFill>
                  <a:srgbClr val="d4d4d4"/>
                </a:solidFill>
                <a:latin typeface="Courier New"/>
              </a:rPr>
              <a:t>x</a:t>
            </a:r>
            <a:r>
              <a:rPr b="0" lang="en-US" sz="1800" spc="-1" strike="noStrike">
                <a:solidFill>
                  <a:srgbClr val="dcdcdc"/>
                </a:solidFill>
                <a:latin typeface="Courier New"/>
              </a:rPr>
              <a:t>)</a:t>
            </a:r>
            <a:endParaRPr b="0" lang="en-US" sz="1800" spc="-1" strike="noStrike">
              <a:solidFill>
                <a:srgbClr val="ffffff"/>
              </a:solidFill>
              <a:latin typeface="Arial"/>
            </a:endParaRPr>
          </a:p>
        </p:txBody>
      </p:sp>
      <p:sp>
        <p:nvSpPr>
          <p:cNvPr id="109" name="Arc 6"/>
          <p:cNvSpPr/>
          <p:nvPr/>
        </p:nvSpPr>
        <p:spPr>
          <a:xfrm>
            <a:off x="3515400" y="264240"/>
            <a:ext cx="7853400" cy="4927320"/>
          </a:xfrm>
          <a:prstGeom prst="arc">
            <a:avLst>
              <a:gd name="adj1" fmla="val 5750370"/>
              <a:gd name="adj2" fmla="val 10328801"/>
            </a:avLst>
          </a:prstGeom>
          <a:noFill/>
          <a:ln w="76200">
            <a:solidFill>
              <a:srgbClr val="4472c4"/>
            </a:solidFill>
            <a:headEnd len="med" type="arrow" w="med"/>
          </a:ln>
        </p:spPr>
        <p:style>
          <a:lnRef idx="1">
            <a:schemeClr val="accent1"/>
          </a:lnRef>
          <a:fillRef idx="0">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Calibri"/>
            </a:endParaRPr>
          </a:p>
        </p:txBody>
      </p:sp>
      <p:pic>
        <p:nvPicPr>
          <p:cNvPr id="110" name="Content Placeholder 17" descr=""/>
          <p:cNvPicPr/>
          <p:nvPr/>
        </p:nvPicPr>
        <p:blipFill>
          <a:blip r:embed="rId1"/>
          <a:stretch/>
        </p:blipFill>
        <p:spPr>
          <a:xfrm>
            <a:off x="7594560" y="618480"/>
            <a:ext cx="4437360" cy="5873760"/>
          </a:xfrm>
          <a:prstGeom prst="rect">
            <a:avLst/>
          </a:prstGeom>
          <a:ln w="0">
            <a:noFill/>
          </a:ln>
        </p:spPr>
      </p:pic>
      <p:sp>
        <p:nvSpPr>
          <p:cNvPr id="111" name="PlaceHolder 1"/>
          <p:cNvSpPr>
            <a:spLocks noGrp="1"/>
          </p:cNvSpPr>
          <p:nvPr>
            <p:ph type="title"/>
          </p:nvPr>
        </p:nvSpPr>
        <p:spPr>
          <a:xfrm>
            <a:off x="30996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Autograd (automatic differentiation)</a:t>
            </a:r>
            <a:endParaRPr b="0" lang="en-US" sz="4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2"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Symbolic derivative</a:t>
            </a:r>
            <a:endParaRPr b="0" lang="en-US" sz="4400" spc="-1" strike="noStrike">
              <a:solidFill>
                <a:schemeClr val="dk1"/>
              </a:solidFill>
              <a:latin typeface="Calibri"/>
            </a:endParaRPr>
          </a:p>
        </p:txBody>
      </p:sp>
      <p:sp>
        <p:nvSpPr>
          <p:cNvPr id="113" name="PlaceHolder 2"/>
          <p:cNvSpPr>
            <a:spLocks noGrp="1"/>
          </p:cNvSpPr>
          <p:nvPr>
            <p:ph/>
          </p:nvPr>
        </p:nvSpPr>
        <p:spPr>
          <a:xfrm>
            <a:off x="838080" y="1825560"/>
            <a:ext cx="10515240" cy="4350960"/>
          </a:xfrm>
          <a:prstGeom prst="rect">
            <a:avLst/>
          </a:prstGeom>
          <a:blipFill rotWithShape="0">
            <a:blip r:embed="rId1"/>
            <a:stretch/>
          </a:blip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GB" sz="2800" spc="-1" strike="noStrike">
                <a:solidFill>
                  <a:srgbClr val="ffffff">
                    <a:alpha val="1000"/>
                  </a:srgbClr>
                </a:solidFill>
                <a:latin typeface="Calibri"/>
              </a:rPr>
              <a:t> </a:t>
            </a: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4"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Finite differences</a:t>
            </a:r>
            <a:endParaRPr b="0" lang="en-US" sz="4400" spc="-1" strike="noStrike">
              <a:solidFill>
                <a:schemeClr val="dk1"/>
              </a:solidFill>
              <a:latin typeface="Calibri"/>
            </a:endParaRPr>
          </a:p>
        </p:txBody>
      </p:sp>
      <p:sp>
        <p:nvSpPr>
          <p:cNvPr id="115" name="PlaceHolder 2"/>
          <p:cNvSpPr>
            <a:spLocks noGrp="1"/>
          </p:cNvSpPr>
          <p:nvPr>
            <p:ph/>
          </p:nvPr>
        </p:nvSpPr>
        <p:spPr>
          <a:xfrm>
            <a:off x="838080" y="1825560"/>
            <a:ext cx="10515240" cy="4350960"/>
          </a:xfrm>
          <a:prstGeom prst="rect">
            <a:avLst/>
          </a:prstGeom>
          <a:blipFill rotWithShape="0">
            <a:blip r:embed="rId1"/>
            <a:stretch/>
          </a:blip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GB" sz="2800" spc="-1" strike="noStrike">
                <a:solidFill>
                  <a:srgbClr val="ffffff">
                    <a:alpha val="1000"/>
                  </a:srgbClr>
                </a:solidFill>
                <a:latin typeface="Calibri"/>
              </a:rPr>
              <a:t> </a:t>
            </a: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6"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Autograd</a:t>
            </a:r>
            <a:endParaRPr b="0" lang="en-US" sz="4400" spc="-1" strike="noStrike">
              <a:solidFill>
                <a:schemeClr val="dk1"/>
              </a:solidFill>
              <a:latin typeface="Calibri"/>
            </a:endParaRPr>
          </a:p>
        </p:txBody>
      </p:sp>
      <p:pic>
        <p:nvPicPr>
          <p:cNvPr id="117" name="Content Placeholder 4" descr="Diagram&#10;&#10;Description automatically generated"/>
          <p:cNvPicPr/>
          <p:nvPr/>
        </p:nvPicPr>
        <p:blipFill>
          <a:blip r:embed="rId1"/>
          <a:stretch/>
        </p:blipFill>
        <p:spPr>
          <a:xfrm>
            <a:off x="6095880" y="1951560"/>
            <a:ext cx="5945040" cy="4350960"/>
          </a:xfrm>
          <a:prstGeom prst="rect">
            <a:avLst/>
          </a:prstGeom>
          <a:ln w="0">
            <a:noFill/>
          </a:ln>
        </p:spPr>
      </p:pic>
      <p:sp>
        <p:nvSpPr>
          <p:cNvPr id="118" name="TextBox 5"/>
          <p:cNvSpPr/>
          <p:nvPr/>
        </p:nvSpPr>
        <p:spPr>
          <a:xfrm>
            <a:off x="275040" y="1951560"/>
            <a:ext cx="5804640" cy="1186920"/>
          </a:xfrm>
          <a:prstGeom prst="rect">
            <a:avLst/>
          </a:prstGeom>
          <a:solidFill>
            <a:schemeClr val="tx1"/>
          </a:solidFill>
          <a:ln w="0">
            <a:noFill/>
          </a:ln>
        </p:spPr>
        <p:style>
          <a:lnRef idx="0"/>
          <a:fillRef idx="0"/>
          <a:effectRef idx="0"/>
          <a:fontRef idx="minor"/>
        </p:style>
        <p:txBody>
          <a:bodyPr wrap="none" lIns="90000" rIns="90000" tIns="45000" bIns="45000" anchor="t">
            <a:spAutoFit/>
          </a:bodyPr>
          <a:p>
            <a:pPr defTabSz="914400">
              <a:lnSpc>
                <a:spcPct val="100000"/>
              </a:lnSpc>
            </a:pPr>
            <a:r>
              <a:rPr b="0" lang="en-US" sz="1800" spc="-1" strike="noStrike">
                <a:solidFill>
                  <a:srgbClr val="d4d4d4"/>
                </a:solidFill>
                <a:latin typeface="Courier New"/>
              </a:rPr>
              <a:t>x = torch.tensor</a:t>
            </a:r>
            <a:r>
              <a:rPr b="0" lang="en-US" sz="1800" spc="-1" strike="noStrike">
                <a:solidFill>
                  <a:srgbClr val="dcdcdc"/>
                </a:solidFill>
                <a:latin typeface="Courier New"/>
              </a:rPr>
              <a:t>(</a:t>
            </a:r>
            <a:r>
              <a:rPr b="0" lang="en-US" sz="1800" spc="-1" strike="noStrike">
                <a:solidFill>
                  <a:srgbClr val="b5cea8"/>
                </a:solidFill>
                <a:latin typeface="Courier New"/>
              </a:rPr>
              <a:t>1.0</a:t>
            </a:r>
            <a:r>
              <a:rPr b="0" lang="en-US" sz="1800" spc="-1" strike="noStrike">
                <a:solidFill>
                  <a:srgbClr val="dcdcdc"/>
                </a:solidFill>
                <a:latin typeface="Courier New"/>
              </a:rPr>
              <a:t>,</a:t>
            </a:r>
            <a:r>
              <a:rPr b="0" lang="en-US" sz="1800" spc="-1" strike="noStrike">
                <a:solidFill>
                  <a:srgbClr val="d4d4d4"/>
                </a:solidFill>
                <a:latin typeface="Courier New"/>
              </a:rPr>
              <a:t> requires_grad=</a:t>
            </a:r>
            <a:r>
              <a:rPr b="0" lang="en-US" sz="1800" spc="-1" strike="noStrike">
                <a:solidFill>
                  <a:srgbClr val="569cd6"/>
                </a:solidFill>
                <a:latin typeface="Courier New"/>
              </a:rPr>
              <a:t>True</a:t>
            </a:r>
            <a:r>
              <a:rPr b="0" lang="en-US" sz="1800" spc="-1" strike="noStrike">
                <a:solidFill>
                  <a:srgbClr val="dcdcdc"/>
                </a:solidFill>
                <a:latin typeface="Courier New"/>
              </a:rPr>
              <a:t>)</a:t>
            </a:r>
            <a:endParaRPr b="0" lang="en-US" sz="1800" spc="-1" strike="noStrike">
              <a:solidFill>
                <a:srgbClr val="ffffff"/>
              </a:solidFill>
              <a:latin typeface="Arial"/>
            </a:endParaRPr>
          </a:p>
          <a:p>
            <a:pPr defTabSz="914400">
              <a:lnSpc>
                <a:spcPct val="100000"/>
              </a:lnSpc>
            </a:pPr>
            <a:r>
              <a:rPr b="0" lang="en-US" sz="1800" spc="-1" strike="noStrike">
                <a:solidFill>
                  <a:srgbClr val="d4d4d4"/>
                </a:solidFill>
                <a:latin typeface="Courier New"/>
              </a:rPr>
              <a:t>y = torch.tensor</a:t>
            </a:r>
            <a:r>
              <a:rPr b="0" lang="en-US" sz="1800" spc="-1" strike="noStrike">
                <a:solidFill>
                  <a:srgbClr val="dcdcdc"/>
                </a:solidFill>
                <a:latin typeface="Courier New"/>
              </a:rPr>
              <a:t>(</a:t>
            </a:r>
            <a:r>
              <a:rPr b="0" lang="en-US" sz="1800" spc="-1" strike="noStrike">
                <a:solidFill>
                  <a:srgbClr val="b5cea8"/>
                </a:solidFill>
                <a:latin typeface="Courier New"/>
              </a:rPr>
              <a:t>5.0</a:t>
            </a:r>
            <a:r>
              <a:rPr b="0" lang="en-US" sz="1800" spc="-1" strike="noStrike">
                <a:solidFill>
                  <a:srgbClr val="dcdcdc"/>
                </a:solidFill>
                <a:latin typeface="Courier New"/>
              </a:rPr>
              <a:t>,</a:t>
            </a:r>
            <a:r>
              <a:rPr b="0" lang="en-US" sz="1800" spc="-1" strike="noStrike">
                <a:solidFill>
                  <a:srgbClr val="d4d4d4"/>
                </a:solidFill>
                <a:latin typeface="Courier New"/>
              </a:rPr>
              <a:t> requires_grad=</a:t>
            </a:r>
            <a:r>
              <a:rPr b="0" lang="en-US" sz="1800" spc="-1" strike="noStrike">
                <a:solidFill>
                  <a:srgbClr val="569cd6"/>
                </a:solidFill>
                <a:latin typeface="Courier New"/>
              </a:rPr>
              <a:t>True</a:t>
            </a:r>
            <a:r>
              <a:rPr b="0" lang="en-US" sz="1800" spc="-1" strike="noStrike">
                <a:solidFill>
                  <a:srgbClr val="dcdcdc"/>
                </a:solidFill>
                <a:latin typeface="Courier New"/>
              </a:rPr>
              <a:t>)</a:t>
            </a:r>
            <a:endParaRPr b="0" lang="en-US" sz="1800" spc="-1" strike="noStrike">
              <a:solidFill>
                <a:srgbClr val="ffffff"/>
              </a:solidFill>
              <a:latin typeface="Arial"/>
            </a:endParaRPr>
          </a:p>
          <a:p>
            <a:pPr defTabSz="914400">
              <a:lnSpc>
                <a:spcPct val="100000"/>
              </a:lnSpc>
            </a:pPr>
            <a:br>
              <a:rPr sz="1800"/>
            </a:br>
            <a:r>
              <a:rPr b="0" lang="en-US" sz="1800" spc="-1" strike="noStrike">
                <a:solidFill>
                  <a:srgbClr val="d4d4d4"/>
                </a:solidFill>
                <a:latin typeface="Courier New"/>
              </a:rPr>
              <a:t>z = </a:t>
            </a:r>
            <a:r>
              <a:rPr b="0" lang="en-US" sz="1800" spc="-1" strike="noStrike">
                <a:solidFill>
                  <a:srgbClr val="dcdcdc"/>
                </a:solidFill>
                <a:latin typeface="Courier New"/>
              </a:rPr>
              <a:t>(</a:t>
            </a:r>
            <a:r>
              <a:rPr b="0" lang="en-US" sz="1800" spc="-1" strike="noStrike">
                <a:solidFill>
                  <a:srgbClr val="d4d4d4"/>
                </a:solidFill>
                <a:latin typeface="Courier New"/>
              </a:rPr>
              <a:t>x/y</a:t>
            </a:r>
            <a:r>
              <a:rPr b="0" lang="en-US" sz="1800" spc="-1" strike="noStrike">
                <a:solidFill>
                  <a:srgbClr val="dcdcdc"/>
                </a:solidFill>
                <a:latin typeface="Courier New"/>
              </a:rPr>
              <a:t>)</a:t>
            </a:r>
            <a:r>
              <a:rPr b="0" lang="en-US" sz="1800" spc="-1" strike="noStrike">
                <a:solidFill>
                  <a:srgbClr val="d4d4d4"/>
                </a:solidFill>
                <a:latin typeface="Courier New"/>
              </a:rPr>
              <a:t> + torch.cos</a:t>
            </a:r>
            <a:r>
              <a:rPr b="0" lang="en-US" sz="1800" spc="-1" strike="noStrike">
                <a:solidFill>
                  <a:srgbClr val="dcdcdc"/>
                </a:solidFill>
                <a:latin typeface="Courier New"/>
              </a:rPr>
              <a:t>(</a:t>
            </a:r>
            <a:r>
              <a:rPr b="0" lang="en-US" sz="1800" spc="-1" strike="noStrike">
                <a:solidFill>
                  <a:srgbClr val="d4d4d4"/>
                </a:solidFill>
                <a:latin typeface="Courier New"/>
              </a:rPr>
              <a:t>x</a:t>
            </a:r>
            <a:r>
              <a:rPr b="0" lang="en-US" sz="1800" spc="-1" strike="noStrike">
                <a:solidFill>
                  <a:srgbClr val="dcdcdc"/>
                </a:solidFill>
                <a:latin typeface="Courier New"/>
              </a:rPr>
              <a:t>)</a:t>
            </a:r>
            <a:r>
              <a:rPr b="0" lang="en-US" sz="1800" spc="-1" strike="noStrike">
                <a:solidFill>
                  <a:srgbClr val="d4d4d4"/>
                </a:solidFill>
                <a:latin typeface="Courier New"/>
              </a:rPr>
              <a:t>*torch.sin</a:t>
            </a:r>
            <a:r>
              <a:rPr b="0" lang="en-US" sz="1800" spc="-1" strike="noStrike">
                <a:solidFill>
                  <a:srgbClr val="dcdcdc"/>
                </a:solidFill>
                <a:latin typeface="Courier New"/>
              </a:rPr>
              <a:t>(</a:t>
            </a:r>
            <a:r>
              <a:rPr b="0" lang="en-US" sz="1800" spc="-1" strike="noStrike">
                <a:solidFill>
                  <a:srgbClr val="d4d4d4"/>
                </a:solidFill>
                <a:latin typeface="Courier New"/>
              </a:rPr>
              <a:t>y</a:t>
            </a:r>
            <a:r>
              <a:rPr b="0" lang="en-US" sz="1800" spc="-1" strike="noStrike">
                <a:solidFill>
                  <a:srgbClr val="dcdcdc"/>
                </a:solidFill>
                <a:latin typeface="Courier New"/>
              </a:rPr>
              <a:t>)</a:t>
            </a:r>
            <a:endParaRPr b="0" lang="en-US" sz="1800" spc="-1" strike="noStrike">
              <a:solidFill>
                <a:srgbClr val="ffffff"/>
              </a:solidFill>
              <a:latin typeface="Arial"/>
            </a:endParaRPr>
          </a:p>
        </p:txBody>
      </p:sp>
      <p:sp>
        <p:nvSpPr>
          <p:cNvPr id="119" name="Arc 6"/>
          <p:cNvSpPr/>
          <p:nvPr/>
        </p:nvSpPr>
        <p:spPr>
          <a:xfrm>
            <a:off x="2682360" y="264240"/>
            <a:ext cx="6674760" cy="4917240"/>
          </a:xfrm>
          <a:prstGeom prst="arc">
            <a:avLst>
              <a:gd name="adj1" fmla="val 5750370"/>
              <a:gd name="adj2" fmla="val 10328801"/>
            </a:avLst>
          </a:prstGeom>
          <a:noFill/>
          <a:ln w="76200">
            <a:solidFill>
              <a:srgbClr val="4472c4"/>
            </a:solidFill>
            <a:headEnd len="med" type="arrow" w="med"/>
          </a:ln>
        </p:spPr>
        <p:style>
          <a:lnRef idx="1">
            <a:schemeClr val="accent1"/>
          </a:lnRef>
          <a:fillRef idx="0">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Calibri"/>
            </a:endParaRPr>
          </a:p>
        </p:txBody>
      </p:sp>
      <p:sp>
        <p:nvSpPr>
          <p:cNvPr id="120" name="TextBox 7"/>
          <p:cNvSpPr/>
          <p:nvPr/>
        </p:nvSpPr>
        <p:spPr>
          <a:xfrm>
            <a:off x="2689560" y="4490640"/>
            <a:ext cx="1200600" cy="363960"/>
          </a:xfrm>
          <a:prstGeom prst="rect">
            <a:avLst/>
          </a:prstGeom>
          <a:noFill/>
          <a:ln w="0">
            <a:noFill/>
          </a:ln>
        </p:spPr>
        <p:style>
          <a:lnRef idx="0"/>
          <a:fillRef idx="0"/>
          <a:effectRef idx="0"/>
          <a:fontRef idx="minor"/>
        </p:style>
        <p:txBody>
          <a:bodyPr wrap="none" lIns="90000" rIns="90000" tIns="45000" bIns="45000" anchor="t">
            <a:spAutoFit/>
          </a:bodyPr>
          <a:p>
            <a:pPr defTabSz="914400">
              <a:lnSpc>
                <a:spcPct val="100000"/>
              </a:lnSpc>
            </a:pPr>
            <a:r>
              <a:rPr b="0" lang="en-US" sz="1800" spc="-1" strike="noStrike">
                <a:solidFill>
                  <a:schemeClr val="dk1"/>
                </a:solidFill>
                <a:latin typeface="Calibri"/>
              </a:rPr>
              <a:t>(Internally)</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1"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Neural network module class</a:t>
            </a:r>
            <a:endParaRPr b="0" lang="en-US" sz="4400" spc="-1" strike="noStrike">
              <a:solidFill>
                <a:schemeClr val="dk1"/>
              </a:solidFill>
              <a:latin typeface="Calibri"/>
            </a:endParaRPr>
          </a:p>
        </p:txBody>
      </p:sp>
      <p:sp>
        <p:nvSpPr>
          <p:cNvPr id="122" name="PlaceHolder 2"/>
          <p:cNvSpPr>
            <a:spLocks noGrp="1"/>
          </p:cNvSpPr>
          <p:nvPr>
            <p:ph/>
          </p:nvPr>
        </p:nvSpPr>
        <p:spPr>
          <a:xfrm>
            <a:off x="838080" y="1825560"/>
            <a:ext cx="10515240" cy="4350960"/>
          </a:xfrm>
          <a:prstGeom prst="rect">
            <a:avLst/>
          </a:prstGeom>
          <a:solidFill>
            <a:srgbClr val="000000"/>
          </a:solidFill>
          <a:ln w="0">
            <a:noFill/>
          </a:ln>
        </p:spPr>
        <p:txBody>
          <a:bodyPr lIns="91440" rIns="91440" tIns="45720" bIns="45720" anchor="t">
            <a:normAutofit fontScale="68556"/>
          </a:bodyPr>
          <a:p>
            <a:pPr indent="0" defTabSz="914400">
              <a:lnSpc>
                <a:spcPct val="90000"/>
              </a:lnSpc>
              <a:spcBef>
                <a:spcPts val="1001"/>
              </a:spcBef>
              <a:buNone/>
              <a:tabLst>
                <a:tab algn="l" pos="0"/>
              </a:tabLst>
            </a:pPr>
            <a:r>
              <a:rPr b="0" lang="en-US" sz="2800" spc="-1" strike="noStrike">
                <a:solidFill>
                  <a:srgbClr val="569cd6"/>
                </a:solidFill>
                <a:latin typeface="Courier New"/>
              </a:rPr>
              <a:t>class</a:t>
            </a:r>
            <a:r>
              <a:rPr b="0" lang="en-US" sz="2800" spc="-1" strike="noStrike">
                <a:solidFill>
                  <a:srgbClr val="d4d4d4"/>
                </a:solidFill>
                <a:latin typeface="Courier New"/>
              </a:rPr>
              <a:t> </a:t>
            </a:r>
            <a:r>
              <a:rPr b="0" lang="en-US" sz="2800" spc="-1" strike="noStrike">
                <a:solidFill>
                  <a:srgbClr val="4ec9b0"/>
                </a:solidFill>
                <a:latin typeface="Courier New"/>
              </a:rPr>
              <a:t>Net</a:t>
            </a:r>
            <a:r>
              <a:rPr b="0" lang="en-US" sz="2800" spc="-1" strike="noStrike">
                <a:solidFill>
                  <a:srgbClr val="d4d4d4"/>
                </a:solidFill>
                <a:latin typeface="Courier New"/>
              </a:rPr>
              <a:t>(</a:t>
            </a:r>
            <a:r>
              <a:rPr b="0" lang="en-US" sz="2800" spc="-1" strike="noStrike">
                <a:solidFill>
                  <a:srgbClr val="4ec9b0"/>
                </a:solidFill>
                <a:latin typeface="Courier New"/>
              </a:rPr>
              <a:t>nn</a:t>
            </a:r>
            <a:r>
              <a:rPr b="0" lang="en-US" sz="2800" spc="-1" strike="noStrike">
                <a:solidFill>
                  <a:srgbClr val="d4d4d4"/>
                </a:solidFill>
                <a:latin typeface="Courier New"/>
              </a:rPr>
              <a:t>.</a:t>
            </a:r>
            <a:r>
              <a:rPr b="0" lang="en-US" sz="2800" spc="-1" strike="noStrike">
                <a:solidFill>
                  <a:srgbClr val="4ec9b0"/>
                </a:solidFill>
                <a:latin typeface="Courier New"/>
              </a:rPr>
              <a:t>Module</a:t>
            </a:r>
            <a:r>
              <a:rPr b="0" lang="en-US" sz="2800" spc="-1" strike="noStrike">
                <a:solidFill>
                  <a:srgbClr val="d4d4d4"/>
                </a:solidFill>
                <a:latin typeface="Courier New"/>
              </a:rPr>
              <a:t>)</a:t>
            </a:r>
            <a:r>
              <a:rPr b="0" lang="en-US" sz="2800" spc="-1" strike="noStrike">
                <a:solidFill>
                  <a:srgbClr val="dcdcdc"/>
                </a:solidFill>
                <a:latin typeface="Courier New"/>
              </a:rPr>
              <a:t>:</a:t>
            </a:r>
            <a:endParaRPr b="0" lang="en-US" sz="2800" spc="-1" strike="noStrike">
              <a:solidFill>
                <a:schemeClr val="dk1"/>
              </a:solidFill>
              <a:latin typeface="Calibri"/>
            </a:endParaRPr>
          </a:p>
          <a:p>
            <a:pPr indent="0" defTabSz="914400">
              <a:lnSpc>
                <a:spcPct val="90000"/>
              </a:lnSpc>
              <a:spcBef>
                <a:spcPts val="1001"/>
              </a:spcBef>
              <a:buNone/>
              <a:tabLst>
                <a:tab algn="l" pos="0"/>
              </a:tabLst>
            </a:pPr>
            <a:r>
              <a:rPr b="0" lang="en-US" sz="2800" spc="-1" strike="noStrike">
                <a:solidFill>
                  <a:srgbClr val="d4d4d4"/>
                </a:solidFill>
                <a:latin typeface="Courier New"/>
              </a:rPr>
              <a:t>    </a:t>
            </a:r>
            <a:r>
              <a:rPr b="0" lang="en-US" sz="2800" spc="-1" strike="noStrike">
                <a:solidFill>
                  <a:srgbClr val="569cd6"/>
                </a:solidFill>
                <a:latin typeface="Courier New"/>
              </a:rPr>
              <a:t>def</a:t>
            </a:r>
            <a:r>
              <a:rPr b="0" lang="en-US" sz="2800" spc="-1" strike="noStrike">
                <a:solidFill>
                  <a:srgbClr val="d4d4d4"/>
                </a:solidFill>
                <a:latin typeface="Courier New"/>
              </a:rPr>
              <a:t> </a:t>
            </a:r>
            <a:r>
              <a:rPr b="0" lang="en-US" sz="2800" spc="-1" strike="noStrike">
                <a:solidFill>
                  <a:srgbClr val="dcdcaa"/>
                </a:solidFill>
                <a:latin typeface="Courier New"/>
              </a:rPr>
              <a:t>__init__</a:t>
            </a:r>
            <a:r>
              <a:rPr b="0" lang="en-US" sz="2800" spc="-1" strike="noStrike">
                <a:solidFill>
                  <a:srgbClr val="d4d4d4"/>
                </a:solidFill>
                <a:latin typeface="Courier New"/>
              </a:rPr>
              <a:t>(</a:t>
            </a:r>
            <a:r>
              <a:rPr b="0" lang="en-US" sz="2800" spc="-1" strike="noStrike">
                <a:solidFill>
                  <a:srgbClr val="9cdcfe"/>
                </a:solidFill>
                <a:latin typeface="Courier New"/>
              </a:rPr>
              <a:t>self</a:t>
            </a:r>
            <a:r>
              <a:rPr b="0" lang="en-US" sz="2800" spc="-1" strike="noStrike">
                <a:solidFill>
                  <a:srgbClr val="d4d4d4"/>
                </a:solidFill>
                <a:latin typeface="Courier New"/>
              </a:rPr>
              <a:t>)</a:t>
            </a:r>
            <a:r>
              <a:rPr b="0" lang="en-US" sz="2800" spc="-1" strike="noStrike">
                <a:solidFill>
                  <a:srgbClr val="dcdcdc"/>
                </a:solidFill>
                <a:latin typeface="Courier New"/>
              </a:rPr>
              <a:t>:</a:t>
            </a:r>
            <a:endParaRPr b="0" lang="en-US" sz="2800" spc="-1" strike="noStrike">
              <a:solidFill>
                <a:schemeClr val="dk1"/>
              </a:solidFill>
              <a:latin typeface="Calibri"/>
            </a:endParaRPr>
          </a:p>
          <a:p>
            <a:pPr indent="0" defTabSz="914400">
              <a:lnSpc>
                <a:spcPct val="90000"/>
              </a:lnSpc>
              <a:spcBef>
                <a:spcPts val="1001"/>
              </a:spcBef>
              <a:buNone/>
              <a:tabLst>
                <a:tab algn="l" pos="0"/>
              </a:tabLst>
            </a:pPr>
            <a:r>
              <a:rPr b="0" lang="en-US" sz="2800" spc="-1" strike="noStrike">
                <a:solidFill>
                  <a:srgbClr val="d4d4d4"/>
                </a:solidFill>
                <a:latin typeface="Courier New"/>
              </a:rPr>
              <a:t>        </a:t>
            </a:r>
            <a:r>
              <a:rPr b="0" lang="en-US" sz="2800" spc="-1" strike="noStrike">
                <a:solidFill>
                  <a:srgbClr val="d4d4d4"/>
                </a:solidFill>
                <a:latin typeface="Courier New"/>
              </a:rPr>
              <a:t>super</a:t>
            </a:r>
            <a:r>
              <a:rPr b="0" lang="en-US" sz="2800" spc="-1" strike="noStrike">
                <a:solidFill>
                  <a:srgbClr val="dcdcdc"/>
                </a:solidFill>
                <a:latin typeface="Courier New"/>
              </a:rPr>
              <a:t>()</a:t>
            </a:r>
            <a:r>
              <a:rPr b="0" lang="en-US" sz="2800" spc="-1" strike="noStrike">
                <a:solidFill>
                  <a:srgbClr val="d4d4d4"/>
                </a:solidFill>
                <a:latin typeface="Courier New"/>
              </a:rPr>
              <a:t>.</a:t>
            </a:r>
            <a:r>
              <a:rPr b="0" lang="en-US" sz="2800" spc="-1" strike="noStrike">
                <a:solidFill>
                  <a:srgbClr val="dcdcaa"/>
                </a:solidFill>
                <a:latin typeface="Courier New"/>
              </a:rPr>
              <a:t>__init__</a:t>
            </a:r>
            <a:r>
              <a:rPr b="0" lang="en-US" sz="2800" spc="-1" strike="noStrike">
                <a:solidFill>
                  <a:srgbClr val="dcdcdc"/>
                </a:solidFill>
                <a:latin typeface="Courier New"/>
              </a:rPr>
              <a:t>()</a:t>
            </a:r>
            <a:endParaRPr b="0" lang="en-US" sz="2800" spc="-1" strike="noStrike">
              <a:solidFill>
                <a:schemeClr val="dk1"/>
              </a:solidFill>
              <a:latin typeface="Calibri"/>
            </a:endParaRPr>
          </a:p>
          <a:p>
            <a:pPr indent="0" defTabSz="914400">
              <a:lnSpc>
                <a:spcPct val="90000"/>
              </a:lnSpc>
              <a:spcBef>
                <a:spcPts val="1001"/>
              </a:spcBef>
              <a:buNone/>
              <a:tabLst>
                <a:tab algn="l" pos="0"/>
              </a:tabLst>
            </a:pPr>
            <a:r>
              <a:rPr b="0" lang="en-US" sz="2800" spc="-1" strike="noStrike">
                <a:solidFill>
                  <a:srgbClr val="d4d4d4"/>
                </a:solidFill>
                <a:latin typeface="Courier New"/>
              </a:rPr>
              <a:t>        </a:t>
            </a:r>
            <a:r>
              <a:rPr b="0" lang="en-US" sz="2800" spc="-1" strike="noStrike">
                <a:solidFill>
                  <a:srgbClr val="6aa94f"/>
                </a:solidFill>
                <a:latin typeface="Courier New"/>
              </a:rPr>
              <a:t># initialize here your neural network</a:t>
            </a:r>
            <a:endParaRPr b="0" lang="en-US" sz="2800" spc="-1" strike="noStrike">
              <a:solidFill>
                <a:schemeClr val="dk1"/>
              </a:solidFill>
              <a:latin typeface="Calibri"/>
            </a:endParaRPr>
          </a:p>
          <a:p>
            <a:pPr indent="0" defTabSz="914400">
              <a:lnSpc>
                <a:spcPct val="90000"/>
              </a:lnSpc>
              <a:spcBef>
                <a:spcPts val="1001"/>
              </a:spcBef>
              <a:buNone/>
              <a:tabLst>
                <a:tab algn="l" pos="0"/>
              </a:tabLst>
            </a:pPr>
            <a:r>
              <a:rPr b="0" lang="en-US" sz="2800" spc="-1" strike="noStrike">
                <a:solidFill>
                  <a:srgbClr val="6aa94f"/>
                </a:solidFill>
                <a:latin typeface="Courier New"/>
              </a:rPr>
              <a:t>        </a:t>
            </a:r>
            <a:r>
              <a:rPr b="0" lang="en-US" sz="2800" spc="-1" strike="noStrike">
                <a:solidFill>
                  <a:srgbClr val="6aa94f"/>
                </a:solidFill>
                <a:latin typeface="Courier New"/>
              </a:rPr>
              <a:t># (define its layers, etc…)</a:t>
            </a:r>
            <a:endParaRPr b="0" lang="en-US" sz="2800" spc="-1" strike="noStrike">
              <a:solidFill>
                <a:schemeClr val="dk1"/>
              </a:solidFill>
              <a:latin typeface="Calibri"/>
            </a:endParaRPr>
          </a:p>
          <a:p>
            <a:pPr indent="0" defTabSz="914400">
              <a:lnSpc>
                <a:spcPct val="90000"/>
              </a:lnSpc>
              <a:spcBef>
                <a:spcPts val="1001"/>
              </a:spcBef>
              <a:buNone/>
              <a:tabLst>
                <a:tab algn="l" pos="0"/>
              </a:tabLst>
            </a:pPr>
            <a:r>
              <a:rPr b="0" lang="en-US" sz="2800" spc="-1" strike="noStrike">
                <a:solidFill>
                  <a:srgbClr val="d4d4d4"/>
                </a:solidFill>
                <a:latin typeface="Courier New"/>
              </a:rPr>
              <a:t>        </a:t>
            </a:r>
            <a:r>
              <a:rPr b="0" lang="en-US" sz="2800" spc="-1" strike="noStrike">
                <a:solidFill>
                  <a:srgbClr val="d4d4d4"/>
                </a:solidFill>
                <a:latin typeface="Courier New"/>
              </a:rPr>
              <a:t>[…]</a:t>
            </a:r>
            <a:endParaRPr b="0" lang="en-US" sz="2800" spc="-1" strike="noStrike">
              <a:solidFill>
                <a:schemeClr val="dk1"/>
              </a:solidFill>
              <a:latin typeface="Calibri"/>
            </a:endParaRPr>
          </a:p>
          <a:p>
            <a:pPr indent="0" defTabSz="914400">
              <a:lnSpc>
                <a:spcPct val="90000"/>
              </a:lnSpc>
              <a:spcBef>
                <a:spcPts val="1001"/>
              </a:spcBef>
              <a:buNone/>
              <a:tabLst>
                <a:tab algn="l" pos="0"/>
              </a:tabLst>
            </a:pPr>
            <a:r>
              <a:rPr b="0" lang="en-US" sz="2800" spc="-1" strike="noStrike">
                <a:solidFill>
                  <a:srgbClr val="d4d4d4"/>
                </a:solidFill>
                <a:latin typeface="Courier New"/>
              </a:rPr>
              <a:t>        </a:t>
            </a:r>
            <a:endParaRPr b="0" lang="en-US" sz="2800" spc="-1" strike="noStrike">
              <a:solidFill>
                <a:schemeClr val="dk1"/>
              </a:solidFill>
              <a:latin typeface="Calibri"/>
            </a:endParaRPr>
          </a:p>
          <a:p>
            <a:pPr indent="0" defTabSz="914400">
              <a:lnSpc>
                <a:spcPct val="90000"/>
              </a:lnSpc>
              <a:spcBef>
                <a:spcPts val="1001"/>
              </a:spcBef>
              <a:buNone/>
              <a:tabLst>
                <a:tab algn="l" pos="0"/>
              </a:tabLst>
            </a:pPr>
            <a:r>
              <a:rPr b="0" lang="en-US" sz="2800" spc="-1" strike="noStrike">
                <a:solidFill>
                  <a:srgbClr val="d4d4d4"/>
                </a:solidFill>
                <a:latin typeface="Courier New"/>
              </a:rPr>
              <a:t>    </a:t>
            </a:r>
            <a:r>
              <a:rPr b="0" lang="en-US" sz="2800" spc="-1" strike="noStrike">
                <a:solidFill>
                  <a:srgbClr val="569cd6"/>
                </a:solidFill>
                <a:latin typeface="Courier New"/>
              </a:rPr>
              <a:t>def</a:t>
            </a:r>
            <a:r>
              <a:rPr b="0" lang="en-US" sz="2800" spc="-1" strike="noStrike">
                <a:solidFill>
                  <a:srgbClr val="d4d4d4"/>
                </a:solidFill>
                <a:latin typeface="Courier New"/>
              </a:rPr>
              <a:t> </a:t>
            </a:r>
            <a:r>
              <a:rPr b="0" lang="en-US" sz="2800" spc="-1" strike="noStrike">
                <a:solidFill>
                  <a:srgbClr val="dcdcaa"/>
                </a:solidFill>
                <a:latin typeface="Courier New"/>
              </a:rPr>
              <a:t>forward</a:t>
            </a:r>
            <a:r>
              <a:rPr b="0" lang="en-US" sz="2800" spc="-1" strike="noStrike">
                <a:solidFill>
                  <a:srgbClr val="d4d4d4"/>
                </a:solidFill>
                <a:latin typeface="Courier New"/>
              </a:rPr>
              <a:t>(</a:t>
            </a:r>
            <a:r>
              <a:rPr b="0" lang="en-US" sz="2800" spc="-1" strike="noStrike">
                <a:solidFill>
                  <a:srgbClr val="9cdcfe"/>
                </a:solidFill>
                <a:latin typeface="Courier New"/>
              </a:rPr>
              <a:t>self</a:t>
            </a:r>
            <a:r>
              <a:rPr b="0" lang="en-US" sz="2800" spc="-1" strike="noStrike">
                <a:solidFill>
                  <a:srgbClr val="d4d4d4"/>
                </a:solidFill>
                <a:latin typeface="Courier New"/>
              </a:rPr>
              <a:t>, </a:t>
            </a:r>
            <a:r>
              <a:rPr b="0" lang="en-US" sz="2800" spc="-1" strike="noStrike">
                <a:solidFill>
                  <a:srgbClr val="9cdcfe"/>
                </a:solidFill>
                <a:latin typeface="Courier New"/>
              </a:rPr>
              <a:t>x</a:t>
            </a:r>
            <a:r>
              <a:rPr b="0" lang="en-US" sz="2800" spc="-1" strike="noStrike">
                <a:solidFill>
                  <a:srgbClr val="d4d4d4"/>
                </a:solidFill>
                <a:latin typeface="Courier New"/>
              </a:rPr>
              <a:t>)</a:t>
            </a:r>
            <a:r>
              <a:rPr b="0" lang="en-US" sz="2800" spc="-1" strike="noStrike">
                <a:solidFill>
                  <a:srgbClr val="dcdcdc"/>
                </a:solidFill>
                <a:latin typeface="Courier New"/>
              </a:rPr>
              <a:t>:</a:t>
            </a:r>
            <a:endParaRPr b="0" lang="en-US" sz="2800" spc="-1" strike="noStrike">
              <a:solidFill>
                <a:schemeClr val="dk1"/>
              </a:solidFill>
              <a:latin typeface="Calibri"/>
            </a:endParaRPr>
          </a:p>
          <a:p>
            <a:pPr indent="0" defTabSz="914400">
              <a:lnSpc>
                <a:spcPct val="90000"/>
              </a:lnSpc>
              <a:spcBef>
                <a:spcPts val="1001"/>
              </a:spcBef>
              <a:buNone/>
              <a:tabLst>
                <a:tab algn="l" pos="0"/>
              </a:tabLst>
            </a:pPr>
            <a:r>
              <a:rPr b="0" lang="en-US" sz="2800" spc="-1" strike="noStrike">
                <a:solidFill>
                  <a:srgbClr val="d4d4d4"/>
                </a:solidFill>
                <a:latin typeface="Courier New"/>
              </a:rPr>
              <a:t>        </a:t>
            </a:r>
            <a:r>
              <a:rPr b="0" lang="en-US" sz="2800" spc="-1" strike="noStrike">
                <a:solidFill>
                  <a:srgbClr val="6aa94f"/>
                </a:solidFill>
                <a:latin typeface="Courier New"/>
              </a:rPr>
              <a:t># computes the outputs / predictions</a:t>
            </a:r>
            <a:endParaRPr b="0" lang="en-US" sz="2800" spc="-1" strike="noStrike">
              <a:solidFill>
                <a:schemeClr val="dk1"/>
              </a:solidFill>
              <a:latin typeface="Calibri"/>
            </a:endParaRPr>
          </a:p>
          <a:p>
            <a:pPr indent="0" defTabSz="914400">
              <a:lnSpc>
                <a:spcPct val="90000"/>
              </a:lnSpc>
              <a:spcBef>
                <a:spcPts val="1001"/>
              </a:spcBef>
              <a:buNone/>
              <a:tabLst>
                <a:tab algn="l" pos="0"/>
              </a:tabLst>
            </a:pPr>
            <a:r>
              <a:rPr b="0" lang="en-US" sz="2800" spc="-1" strike="noStrike">
                <a:solidFill>
                  <a:srgbClr val="d4d4d4"/>
                </a:solidFill>
                <a:latin typeface="Courier New"/>
              </a:rPr>
              <a:t>        </a:t>
            </a:r>
            <a:r>
              <a:rPr b="0" lang="en-US" sz="2800" spc="-1" strike="noStrike">
                <a:solidFill>
                  <a:srgbClr val="d4d4d4"/>
                </a:solidFill>
                <a:latin typeface="Courier New"/>
              </a:rPr>
              <a:t>[…]</a:t>
            </a:r>
            <a:endParaRPr b="0" lang="en-US" sz="2800" spc="-1" strike="noStrike">
              <a:solidFill>
                <a:schemeClr val="dk1"/>
              </a:solidFill>
              <a:latin typeface="Calibri"/>
            </a:endParaRPr>
          </a:p>
          <a:p>
            <a:pPr indent="0" defTabSz="914400">
              <a:lnSpc>
                <a:spcPct val="90000"/>
              </a:lnSpc>
              <a:spcBef>
                <a:spcPts val="1001"/>
              </a:spcBef>
              <a:buNone/>
              <a:tabLst>
                <a:tab algn="l" pos="0"/>
              </a:tabLst>
            </a:pPr>
            <a:r>
              <a:rPr b="0" lang="en-US" sz="2800" spc="-1" strike="noStrike">
                <a:solidFill>
                  <a:srgbClr val="d4d4d4"/>
                </a:solidFill>
                <a:latin typeface="Courier New"/>
              </a:rPr>
              <a:t>        </a:t>
            </a:r>
            <a:r>
              <a:rPr b="0" lang="en-US" sz="2800" spc="-1" strike="noStrike">
                <a:solidFill>
                  <a:srgbClr val="c586c0"/>
                </a:solidFill>
                <a:latin typeface="Courier New"/>
              </a:rPr>
              <a:t>return</a:t>
            </a:r>
            <a:r>
              <a:rPr b="0" lang="en-US" sz="2800" spc="-1" strike="noStrike">
                <a:solidFill>
                  <a:srgbClr val="d4d4d4"/>
                </a:solidFill>
                <a:latin typeface="Courier New"/>
              </a:rPr>
              <a:t> …</a:t>
            </a: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3"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Neural network module class: an example</a:t>
            </a:r>
            <a:endParaRPr b="0" lang="en-US" sz="4400" spc="-1" strike="noStrike">
              <a:solidFill>
                <a:schemeClr val="dk1"/>
              </a:solidFill>
              <a:latin typeface="Calibri"/>
            </a:endParaRPr>
          </a:p>
        </p:txBody>
      </p:sp>
      <p:sp>
        <p:nvSpPr>
          <p:cNvPr id="124" name="PlaceHolder 2"/>
          <p:cNvSpPr>
            <a:spLocks noGrp="1"/>
          </p:cNvSpPr>
          <p:nvPr>
            <p:ph/>
          </p:nvPr>
        </p:nvSpPr>
        <p:spPr>
          <a:xfrm>
            <a:off x="838080" y="1825560"/>
            <a:ext cx="10515240" cy="4350960"/>
          </a:xfrm>
          <a:prstGeom prst="rect">
            <a:avLst/>
          </a:prstGeom>
          <a:solidFill>
            <a:srgbClr val="000000"/>
          </a:solidFill>
          <a:ln w="0">
            <a:noFill/>
          </a:ln>
        </p:spPr>
        <p:txBody>
          <a:bodyPr lIns="91440" rIns="91440" tIns="45720" bIns="45720" anchor="t">
            <a:normAutofit fontScale="71769"/>
          </a:bodyPr>
          <a:p>
            <a:pPr indent="0" defTabSz="914400">
              <a:lnSpc>
                <a:spcPct val="90000"/>
              </a:lnSpc>
              <a:spcBef>
                <a:spcPts val="1001"/>
              </a:spcBef>
              <a:buNone/>
              <a:tabLst>
                <a:tab algn="l" pos="0"/>
              </a:tabLst>
            </a:pPr>
            <a:r>
              <a:rPr b="0" lang="en-US" sz="2800" spc="-1" strike="noStrike">
                <a:solidFill>
                  <a:srgbClr val="569cd6"/>
                </a:solidFill>
                <a:latin typeface="Courier New"/>
              </a:rPr>
              <a:t>class</a:t>
            </a:r>
            <a:r>
              <a:rPr b="0" lang="en-US" sz="2800" spc="-1" strike="noStrike">
                <a:solidFill>
                  <a:srgbClr val="d4d4d4"/>
                </a:solidFill>
                <a:latin typeface="Courier New"/>
              </a:rPr>
              <a:t> </a:t>
            </a:r>
            <a:r>
              <a:rPr b="0" lang="en-US" sz="2800" spc="-1" strike="noStrike">
                <a:solidFill>
                  <a:srgbClr val="4ec9b0"/>
                </a:solidFill>
                <a:latin typeface="Courier New"/>
              </a:rPr>
              <a:t>Net</a:t>
            </a:r>
            <a:r>
              <a:rPr b="0" lang="en-US" sz="2800" spc="-1" strike="noStrike">
                <a:solidFill>
                  <a:srgbClr val="d4d4d4"/>
                </a:solidFill>
                <a:latin typeface="Courier New"/>
              </a:rPr>
              <a:t>(</a:t>
            </a:r>
            <a:r>
              <a:rPr b="0" lang="en-US" sz="2800" spc="-1" strike="noStrike">
                <a:solidFill>
                  <a:srgbClr val="4ec9b0"/>
                </a:solidFill>
                <a:latin typeface="Courier New"/>
              </a:rPr>
              <a:t>nn</a:t>
            </a:r>
            <a:r>
              <a:rPr b="0" lang="en-US" sz="2800" spc="-1" strike="noStrike">
                <a:solidFill>
                  <a:srgbClr val="d4d4d4"/>
                </a:solidFill>
                <a:latin typeface="Courier New"/>
              </a:rPr>
              <a:t>.</a:t>
            </a:r>
            <a:r>
              <a:rPr b="0" lang="en-US" sz="2800" spc="-1" strike="noStrike">
                <a:solidFill>
                  <a:srgbClr val="4ec9b0"/>
                </a:solidFill>
                <a:latin typeface="Courier New"/>
              </a:rPr>
              <a:t>Module</a:t>
            </a:r>
            <a:r>
              <a:rPr b="0" lang="en-US" sz="2800" spc="-1" strike="noStrike">
                <a:solidFill>
                  <a:srgbClr val="d4d4d4"/>
                </a:solidFill>
                <a:latin typeface="Courier New"/>
              </a:rPr>
              <a:t>)</a:t>
            </a:r>
            <a:r>
              <a:rPr b="0" lang="en-US" sz="2800" spc="-1" strike="noStrike">
                <a:solidFill>
                  <a:srgbClr val="dcdcdc"/>
                </a:solidFill>
                <a:latin typeface="Courier New"/>
              </a:rPr>
              <a:t>:</a:t>
            </a:r>
            <a:endParaRPr b="0" lang="en-US" sz="2800" spc="-1" strike="noStrike">
              <a:solidFill>
                <a:schemeClr val="dk1"/>
              </a:solidFill>
              <a:latin typeface="Calibri"/>
            </a:endParaRPr>
          </a:p>
          <a:p>
            <a:pPr indent="0" defTabSz="914400">
              <a:lnSpc>
                <a:spcPct val="90000"/>
              </a:lnSpc>
              <a:spcBef>
                <a:spcPts val="1001"/>
              </a:spcBef>
              <a:buNone/>
              <a:tabLst>
                <a:tab algn="l" pos="0"/>
              </a:tabLst>
            </a:pPr>
            <a:r>
              <a:rPr b="0" lang="en-US" sz="2800" spc="-1" strike="noStrike">
                <a:solidFill>
                  <a:srgbClr val="d4d4d4"/>
                </a:solidFill>
                <a:latin typeface="Courier New"/>
              </a:rPr>
              <a:t>    </a:t>
            </a:r>
            <a:r>
              <a:rPr b="0" lang="en-US" sz="2800" spc="-1" strike="noStrike">
                <a:solidFill>
                  <a:srgbClr val="569cd6"/>
                </a:solidFill>
                <a:latin typeface="Courier New"/>
              </a:rPr>
              <a:t>def</a:t>
            </a:r>
            <a:r>
              <a:rPr b="0" lang="en-US" sz="2800" spc="-1" strike="noStrike">
                <a:solidFill>
                  <a:srgbClr val="d4d4d4"/>
                </a:solidFill>
                <a:latin typeface="Courier New"/>
              </a:rPr>
              <a:t> </a:t>
            </a:r>
            <a:r>
              <a:rPr b="0" lang="en-US" sz="2800" spc="-1" strike="noStrike">
                <a:solidFill>
                  <a:srgbClr val="dcdcaa"/>
                </a:solidFill>
                <a:latin typeface="Courier New"/>
              </a:rPr>
              <a:t>__init__</a:t>
            </a:r>
            <a:r>
              <a:rPr b="0" lang="en-US" sz="2800" spc="-1" strike="noStrike">
                <a:solidFill>
                  <a:srgbClr val="d4d4d4"/>
                </a:solidFill>
                <a:latin typeface="Courier New"/>
              </a:rPr>
              <a:t>(</a:t>
            </a:r>
            <a:r>
              <a:rPr b="0" lang="en-US" sz="2800" spc="-1" strike="noStrike">
                <a:solidFill>
                  <a:srgbClr val="9cdcfe"/>
                </a:solidFill>
                <a:latin typeface="Courier New"/>
              </a:rPr>
              <a:t>self</a:t>
            </a:r>
            <a:r>
              <a:rPr b="0" lang="en-US" sz="2800" spc="-1" strike="noStrike">
                <a:solidFill>
                  <a:srgbClr val="d4d4d4"/>
                </a:solidFill>
                <a:latin typeface="Courier New"/>
              </a:rPr>
              <a:t>)</a:t>
            </a:r>
            <a:r>
              <a:rPr b="0" lang="en-US" sz="2800" spc="-1" strike="noStrike">
                <a:solidFill>
                  <a:srgbClr val="dcdcdc"/>
                </a:solidFill>
                <a:latin typeface="Courier New"/>
              </a:rPr>
              <a:t>:</a:t>
            </a:r>
            <a:endParaRPr b="0" lang="en-US" sz="2800" spc="-1" strike="noStrike">
              <a:solidFill>
                <a:schemeClr val="dk1"/>
              </a:solidFill>
              <a:latin typeface="Calibri"/>
            </a:endParaRPr>
          </a:p>
          <a:p>
            <a:pPr indent="0" defTabSz="914400">
              <a:lnSpc>
                <a:spcPct val="90000"/>
              </a:lnSpc>
              <a:spcBef>
                <a:spcPts val="1001"/>
              </a:spcBef>
              <a:buNone/>
              <a:tabLst>
                <a:tab algn="l" pos="0"/>
              </a:tabLst>
            </a:pPr>
            <a:r>
              <a:rPr b="0" lang="en-US" sz="2800" spc="-1" strike="noStrike">
                <a:solidFill>
                  <a:srgbClr val="d4d4d4"/>
                </a:solidFill>
                <a:latin typeface="Courier New"/>
              </a:rPr>
              <a:t>        </a:t>
            </a:r>
            <a:r>
              <a:rPr b="0" lang="en-US" sz="2800" spc="-1" strike="noStrike">
                <a:solidFill>
                  <a:srgbClr val="d4d4d4"/>
                </a:solidFill>
                <a:latin typeface="Courier New"/>
              </a:rPr>
              <a:t>super</a:t>
            </a:r>
            <a:r>
              <a:rPr b="0" lang="en-US" sz="2800" spc="-1" strike="noStrike">
                <a:solidFill>
                  <a:srgbClr val="dcdcdc"/>
                </a:solidFill>
                <a:latin typeface="Courier New"/>
              </a:rPr>
              <a:t>(</a:t>
            </a:r>
            <a:r>
              <a:rPr b="0" lang="en-US" sz="2800" spc="-1" strike="noStrike">
                <a:solidFill>
                  <a:srgbClr val="d4d4d4"/>
                </a:solidFill>
                <a:latin typeface="Courier New"/>
              </a:rPr>
              <a:t>Net</a:t>
            </a:r>
            <a:r>
              <a:rPr b="0" lang="en-US" sz="2800" spc="-1" strike="noStrike">
                <a:solidFill>
                  <a:srgbClr val="dcdcdc"/>
                </a:solidFill>
                <a:latin typeface="Courier New"/>
              </a:rPr>
              <a:t>,</a:t>
            </a:r>
            <a:r>
              <a:rPr b="0" lang="en-US" sz="2800" spc="-1" strike="noStrike">
                <a:solidFill>
                  <a:srgbClr val="d4d4d4"/>
                </a:solidFill>
                <a:latin typeface="Courier New"/>
              </a:rPr>
              <a:t> </a:t>
            </a:r>
            <a:r>
              <a:rPr b="0" lang="en-US" sz="2800" spc="-1" strike="noStrike">
                <a:solidFill>
                  <a:srgbClr val="9cdcfe"/>
                </a:solidFill>
                <a:latin typeface="Courier New"/>
              </a:rPr>
              <a:t>self</a:t>
            </a:r>
            <a:r>
              <a:rPr b="0" lang="en-US" sz="2800" spc="-1" strike="noStrike">
                <a:solidFill>
                  <a:srgbClr val="dcdcdc"/>
                </a:solidFill>
                <a:latin typeface="Courier New"/>
              </a:rPr>
              <a:t>)</a:t>
            </a:r>
            <a:r>
              <a:rPr b="0" lang="en-US" sz="2800" spc="-1" strike="noStrike">
                <a:solidFill>
                  <a:srgbClr val="d4d4d4"/>
                </a:solidFill>
                <a:latin typeface="Courier New"/>
              </a:rPr>
              <a:t>.</a:t>
            </a:r>
            <a:r>
              <a:rPr b="0" lang="en-US" sz="2800" spc="-1" strike="noStrike">
                <a:solidFill>
                  <a:srgbClr val="dcdcaa"/>
                </a:solidFill>
                <a:latin typeface="Courier New"/>
              </a:rPr>
              <a:t>__init__</a:t>
            </a:r>
            <a:r>
              <a:rPr b="0" lang="en-US" sz="2800" spc="-1" strike="noStrike">
                <a:solidFill>
                  <a:srgbClr val="dcdcdc"/>
                </a:solidFill>
                <a:latin typeface="Courier New"/>
              </a:rPr>
              <a:t>()</a:t>
            </a:r>
            <a:endParaRPr b="0" lang="en-US" sz="2800" spc="-1" strike="noStrike">
              <a:solidFill>
                <a:schemeClr val="dk1"/>
              </a:solidFill>
              <a:latin typeface="Calibri"/>
            </a:endParaRPr>
          </a:p>
          <a:p>
            <a:pPr indent="0" defTabSz="914400">
              <a:lnSpc>
                <a:spcPct val="90000"/>
              </a:lnSpc>
              <a:spcBef>
                <a:spcPts val="1001"/>
              </a:spcBef>
              <a:buNone/>
              <a:tabLst>
                <a:tab algn="l" pos="0"/>
              </a:tabLst>
            </a:pPr>
            <a:r>
              <a:rPr b="0" lang="en-US" sz="2800" spc="-1" strike="noStrike">
                <a:solidFill>
                  <a:srgbClr val="d4d4d4"/>
                </a:solidFill>
                <a:latin typeface="Courier New"/>
              </a:rPr>
              <a:t>        </a:t>
            </a:r>
            <a:r>
              <a:rPr b="0" lang="en-US" sz="2800" spc="-1" strike="noStrike">
                <a:solidFill>
                  <a:srgbClr val="9cdcfe"/>
                </a:solidFill>
                <a:latin typeface="Courier New"/>
              </a:rPr>
              <a:t>self</a:t>
            </a:r>
            <a:r>
              <a:rPr b="0" lang="en-US" sz="2800" spc="-1" strike="noStrike">
                <a:solidFill>
                  <a:srgbClr val="d4d4d4"/>
                </a:solidFill>
                <a:latin typeface="Courier New"/>
              </a:rPr>
              <a:t>.fc1 = nn.Linear</a:t>
            </a:r>
            <a:r>
              <a:rPr b="0" lang="en-US" sz="2800" spc="-1" strike="noStrike">
                <a:solidFill>
                  <a:srgbClr val="dcdcdc"/>
                </a:solidFill>
                <a:latin typeface="Courier New"/>
              </a:rPr>
              <a:t>(</a:t>
            </a:r>
            <a:r>
              <a:rPr b="0" lang="en-US" sz="2800" spc="-1" strike="noStrike">
                <a:solidFill>
                  <a:srgbClr val="d4d4d4"/>
                </a:solidFill>
                <a:latin typeface="Courier New"/>
              </a:rPr>
              <a:t>1</a:t>
            </a:r>
            <a:r>
              <a:rPr b="0" lang="en-US" sz="2800" spc="-1" strike="noStrike">
                <a:solidFill>
                  <a:srgbClr val="dcdcdc"/>
                </a:solidFill>
                <a:latin typeface="Courier New"/>
              </a:rPr>
              <a:t>,</a:t>
            </a:r>
            <a:r>
              <a:rPr b="0" lang="en-US" sz="2800" spc="-1" strike="noStrike">
                <a:solidFill>
                  <a:srgbClr val="d4d4d4"/>
                </a:solidFill>
                <a:latin typeface="Courier New"/>
              </a:rPr>
              <a:t> 10</a:t>
            </a:r>
            <a:r>
              <a:rPr b="0" lang="en-US" sz="2800" spc="-1" strike="noStrike">
                <a:solidFill>
                  <a:srgbClr val="dcdcdc"/>
                </a:solidFill>
                <a:latin typeface="Courier New"/>
              </a:rPr>
              <a:t>)</a:t>
            </a:r>
            <a:endParaRPr b="0" lang="en-US" sz="2800" spc="-1" strike="noStrike">
              <a:solidFill>
                <a:schemeClr val="dk1"/>
              </a:solidFill>
              <a:latin typeface="Calibri"/>
            </a:endParaRPr>
          </a:p>
          <a:p>
            <a:pPr indent="0" defTabSz="914400">
              <a:lnSpc>
                <a:spcPct val="90000"/>
              </a:lnSpc>
              <a:spcBef>
                <a:spcPts val="1001"/>
              </a:spcBef>
              <a:buNone/>
              <a:tabLst>
                <a:tab algn="l" pos="0"/>
              </a:tabLst>
            </a:pPr>
            <a:r>
              <a:rPr b="0" lang="en-US" sz="2800" spc="-1" strike="noStrike">
                <a:solidFill>
                  <a:srgbClr val="d4d4d4"/>
                </a:solidFill>
                <a:latin typeface="Courier New"/>
              </a:rPr>
              <a:t>        </a:t>
            </a:r>
            <a:r>
              <a:rPr b="0" lang="en-US" sz="2800" spc="-1" strike="noStrike">
                <a:solidFill>
                  <a:srgbClr val="9cdcfe"/>
                </a:solidFill>
                <a:latin typeface="Courier New"/>
              </a:rPr>
              <a:t>self</a:t>
            </a:r>
            <a:r>
              <a:rPr b="0" lang="en-US" sz="2800" spc="-1" strike="noStrike">
                <a:solidFill>
                  <a:srgbClr val="d4d4d4"/>
                </a:solidFill>
                <a:latin typeface="Courier New"/>
              </a:rPr>
              <a:t>.fc2 = nn.Linear</a:t>
            </a:r>
            <a:r>
              <a:rPr b="0" lang="en-US" sz="2800" spc="-1" strike="noStrike">
                <a:solidFill>
                  <a:srgbClr val="dcdcdc"/>
                </a:solidFill>
                <a:latin typeface="Courier New"/>
              </a:rPr>
              <a:t>(</a:t>
            </a:r>
            <a:r>
              <a:rPr b="0" lang="en-US" sz="2800" spc="-1" strike="noStrike">
                <a:solidFill>
                  <a:srgbClr val="d4d4d4"/>
                </a:solidFill>
                <a:latin typeface="Courier New"/>
              </a:rPr>
              <a:t>10, 1</a:t>
            </a:r>
            <a:r>
              <a:rPr b="0" lang="en-US" sz="2800" spc="-1" strike="noStrike">
                <a:solidFill>
                  <a:srgbClr val="dcdcdc"/>
                </a:solidFill>
                <a:latin typeface="Courier New"/>
              </a:rPr>
              <a:t>)</a:t>
            </a:r>
            <a:endParaRPr b="0" lang="en-US" sz="2800" spc="-1" strike="noStrike">
              <a:solidFill>
                <a:schemeClr val="dk1"/>
              </a:solidFill>
              <a:latin typeface="Calibri"/>
            </a:endParaRPr>
          </a:p>
          <a:p>
            <a:pPr indent="0" defTabSz="914400">
              <a:lnSpc>
                <a:spcPct val="90000"/>
              </a:lnSpc>
              <a:spcBef>
                <a:spcPts val="1001"/>
              </a:spcBef>
              <a:buNone/>
              <a:tabLst>
                <a:tab algn="l" pos="0"/>
              </a:tabLst>
            </a:pPr>
            <a:br>
              <a:rPr sz="2800"/>
            </a:br>
            <a:r>
              <a:rPr b="0" lang="en-US" sz="2800" spc="-1" strike="noStrike">
                <a:solidFill>
                  <a:srgbClr val="d4d4d4"/>
                </a:solidFill>
                <a:latin typeface="Courier New"/>
              </a:rPr>
              <a:t>    </a:t>
            </a:r>
            <a:r>
              <a:rPr b="0" lang="en-US" sz="2800" spc="-1" strike="noStrike">
                <a:solidFill>
                  <a:srgbClr val="569cd6"/>
                </a:solidFill>
                <a:latin typeface="Courier New"/>
              </a:rPr>
              <a:t>def</a:t>
            </a:r>
            <a:r>
              <a:rPr b="0" lang="en-US" sz="2800" spc="-1" strike="noStrike">
                <a:solidFill>
                  <a:srgbClr val="d4d4d4"/>
                </a:solidFill>
                <a:latin typeface="Courier New"/>
              </a:rPr>
              <a:t> </a:t>
            </a:r>
            <a:r>
              <a:rPr b="0" lang="en-US" sz="2800" spc="-1" strike="noStrike">
                <a:solidFill>
                  <a:srgbClr val="dcdcaa"/>
                </a:solidFill>
                <a:latin typeface="Courier New"/>
              </a:rPr>
              <a:t>forward</a:t>
            </a:r>
            <a:r>
              <a:rPr b="0" lang="en-US" sz="2800" spc="-1" strike="noStrike">
                <a:solidFill>
                  <a:srgbClr val="d4d4d4"/>
                </a:solidFill>
                <a:latin typeface="Courier New"/>
              </a:rPr>
              <a:t>(</a:t>
            </a:r>
            <a:r>
              <a:rPr b="0" lang="en-US" sz="2800" spc="-1" strike="noStrike">
                <a:solidFill>
                  <a:srgbClr val="9cdcfe"/>
                </a:solidFill>
                <a:latin typeface="Courier New"/>
              </a:rPr>
              <a:t>self</a:t>
            </a:r>
            <a:r>
              <a:rPr b="0" lang="en-US" sz="2800" spc="-1" strike="noStrike">
                <a:solidFill>
                  <a:srgbClr val="d4d4d4"/>
                </a:solidFill>
                <a:latin typeface="Courier New"/>
              </a:rPr>
              <a:t>, </a:t>
            </a:r>
            <a:r>
              <a:rPr b="0" lang="en-US" sz="2800" spc="-1" strike="noStrike">
                <a:solidFill>
                  <a:srgbClr val="9cdcfe"/>
                </a:solidFill>
                <a:latin typeface="Courier New"/>
              </a:rPr>
              <a:t>x</a:t>
            </a:r>
            <a:r>
              <a:rPr b="0" lang="en-US" sz="2800" spc="-1" strike="noStrike">
                <a:solidFill>
                  <a:srgbClr val="d4d4d4"/>
                </a:solidFill>
                <a:latin typeface="Courier New"/>
              </a:rPr>
              <a:t>)</a:t>
            </a:r>
            <a:r>
              <a:rPr b="0" lang="en-US" sz="2800" spc="-1" strike="noStrike">
                <a:solidFill>
                  <a:srgbClr val="dcdcdc"/>
                </a:solidFill>
                <a:latin typeface="Courier New"/>
              </a:rPr>
              <a:t>:</a:t>
            </a:r>
            <a:endParaRPr b="0" lang="en-US" sz="2800" spc="-1" strike="noStrike">
              <a:solidFill>
                <a:schemeClr val="dk1"/>
              </a:solidFill>
              <a:latin typeface="Calibri"/>
            </a:endParaRPr>
          </a:p>
          <a:p>
            <a:pPr indent="0" defTabSz="914400">
              <a:lnSpc>
                <a:spcPct val="90000"/>
              </a:lnSpc>
              <a:spcBef>
                <a:spcPts val="1001"/>
              </a:spcBef>
              <a:buNone/>
              <a:tabLst>
                <a:tab algn="l" pos="0"/>
              </a:tabLst>
            </a:pPr>
            <a:r>
              <a:rPr b="0" lang="en-US" sz="2800" spc="-1" strike="noStrike">
                <a:solidFill>
                  <a:srgbClr val="d4d4d4"/>
                </a:solidFill>
                <a:latin typeface="Courier New"/>
              </a:rPr>
              <a:t>        </a:t>
            </a:r>
            <a:r>
              <a:rPr b="0" lang="en-US" sz="2800" spc="-1" strike="noStrike">
                <a:solidFill>
                  <a:srgbClr val="d4d4d4"/>
                </a:solidFill>
                <a:latin typeface="Courier New"/>
              </a:rPr>
              <a:t>x = </a:t>
            </a:r>
            <a:r>
              <a:rPr b="0" lang="en-US" sz="2800" spc="-1" strike="noStrike">
                <a:solidFill>
                  <a:srgbClr val="9cdcfe"/>
                </a:solidFill>
                <a:latin typeface="Courier New"/>
              </a:rPr>
              <a:t>self</a:t>
            </a:r>
            <a:r>
              <a:rPr b="0" lang="en-US" sz="2800" spc="-1" strike="noStrike">
                <a:solidFill>
                  <a:srgbClr val="d4d4d4"/>
                </a:solidFill>
                <a:latin typeface="Courier New"/>
              </a:rPr>
              <a:t>.fc1</a:t>
            </a:r>
            <a:r>
              <a:rPr b="0" lang="en-US" sz="2800" spc="-1" strike="noStrike">
                <a:solidFill>
                  <a:srgbClr val="dcdcdc"/>
                </a:solidFill>
                <a:latin typeface="Courier New"/>
              </a:rPr>
              <a:t>(</a:t>
            </a:r>
            <a:r>
              <a:rPr b="0" lang="en-US" sz="2800" spc="-1" strike="noStrike">
                <a:solidFill>
                  <a:srgbClr val="d4d4d4"/>
                </a:solidFill>
                <a:latin typeface="Courier New"/>
              </a:rPr>
              <a:t>x</a:t>
            </a:r>
            <a:r>
              <a:rPr b="0" lang="en-US" sz="2800" spc="-1" strike="noStrike">
                <a:solidFill>
                  <a:srgbClr val="dcdcdc"/>
                </a:solidFill>
                <a:latin typeface="Courier New"/>
              </a:rPr>
              <a:t>)</a:t>
            </a:r>
            <a:endParaRPr b="0" lang="en-US" sz="2800" spc="-1" strike="noStrike">
              <a:solidFill>
                <a:schemeClr val="dk1"/>
              </a:solidFill>
              <a:latin typeface="Calibri"/>
            </a:endParaRPr>
          </a:p>
          <a:p>
            <a:pPr indent="0" defTabSz="914400">
              <a:lnSpc>
                <a:spcPct val="90000"/>
              </a:lnSpc>
              <a:spcBef>
                <a:spcPts val="1001"/>
              </a:spcBef>
              <a:buNone/>
              <a:tabLst>
                <a:tab algn="l" pos="0"/>
              </a:tabLst>
            </a:pPr>
            <a:r>
              <a:rPr b="0" lang="en-US" sz="2800" spc="-1" strike="noStrike">
                <a:solidFill>
                  <a:srgbClr val="d4d4d4"/>
                </a:solidFill>
                <a:latin typeface="Courier New"/>
              </a:rPr>
              <a:t>        </a:t>
            </a:r>
            <a:r>
              <a:rPr b="0" lang="en-US" sz="2800" spc="-1" strike="noStrike">
                <a:solidFill>
                  <a:srgbClr val="d4d4d4"/>
                </a:solidFill>
                <a:latin typeface="Courier New"/>
              </a:rPr>
              <a:t>x = nn.ReLU</a:t>
            </a:r>
            <a:r>
              <a:rPr b="0" lang="en-US" sz="2800" spc="-1" strike="noStrike">
                <a:solidFill>
                  <a:srgbClr val="dcdcdc"/>
                </a:solidFill>
                <a:latin typeface="Courier New"/>
              </a:rPr>
              <a:t>()(</a:t>
            </a:r>
            <a:r>
              <a:rPr b="0" lang="en-US" sz="2800" spc="-1" strike="noStrike">
                <a:solidFill>
                  <a:srgbClr val="d4d4d4"/>
                </a:solidFill>
                <a:latin typeface="Courier New"/>
              </a:rPr>
              <a:t>x</a:t>
            </a:r>
            <a:r>
              <a:rPr b="0" lang="en-US" sz="2800" spc="-1" strike="noStrike">
                <a:solidFill>
                  <a:srgbClr val="dcdcdc"/>
                </a:solidFill>
                <a:latin typeface="Courier New"/>
              </a:rPr>
              <a:t>)</a:t>
            </a:r>
            <a:endParaRPr b="0" lang="en-US" sz="2800" spc="-1" strike="noStrike">
              <a:solidFill>
                <a:schemeClr val="dk1"/>
              </a:solidFill>
              <a:latin typeface="Calibri"/>
            </a:endParaRPr>
          </a:p>
          <a:p>
            <a:pPr indent="0" defTabSz="914400">
              <a:lnSpc>
                <a:spcPct val="90000"/>
              </a:lnSpc>
              <a:spcBef>
                <a:spcPts val="1001"/>
              </a:spcBef>
              <a:buNone/>
              <a:tabLst>
                <a:tab algn="l" pos="0"/>
              </a:tabLst>
            </a:pPr>
            <a:r>
              <a:rPr b="0" lang="en-US" sz="2800" spc="-1" strike="noStrike">
                <a:solidFill>
                  <a:srgbClr val="d4d4d4"/>
                </a:solidFill>
                <a:latin typeface="Courier New"/>
              </a:rPr>
              <a:t>        </a:t>
            </a:r>
            <a:r>
              <a:rPr b="0" lang="en-US" sz="2800" spc="-1" strike="noStrike">
                <a:solidFill>
                  <a:srgbClr val="d4d4d4"/>
                </a:solidFill>
                <a:latin typeface="Courier New"/>
              </a:rPr>
              <a:t>x = </a:t>
            </a:r>
            <a:r>
              <a:rPr b="0" lang="en-US" sz="2800" spc="-1" strike="noStrike">
                <a:solidFill>
                  <a:srgbClr val="9cdcfe"/>
                </a:solidFill>
                <a:latin typeface="Courier New"/>
              </a:rPr>
              <a:t>self</a:t>
            </a:r>
            <a:r>
              <a:rPr b="0" lang="en-US" sz="2800" spc="-1" strike="noStrike">
                <a:solidFill>
                  <a:srgbClr val="d4d4d4"/>
                </a:solidFill>
                <a:latin typeface="Courier New"/>
              </a:rPr>
              <a:t>.fc2</a:t>
            </a:r>
            <a:r>
              <a:rPr b="0" lang="en-US" sz="2800" spc="-1" strike="noStrike">
                <a:solidFill>
                  <a:srgbClr val="dcdcdc"/>
                </a:solidFill>
                <a:latin typeface="Courier New"/>
              </a:rPr>
              <a:t>(</a:t>
            </a:r>
            <a:r>
              <a:rPr b="0" lang="en-US" sz="2800" spc="-1" strike="noStrike">
                <a:solidFill>
                  <a:srgbClr val="d4d4d4"/>
                </a:solidFill>
                <a:latin typeface="Courier New"/>
              </a:rPr>
              <a:t>x</a:t>
            </a:r>
            <a:r>
              <a:rPr b="0" lang="en-US" sz="2800" spc="-1" strike="noStrike">
                <a:solidFill>
                  <a:srgbClr val="dcdcdc"/>
                </a:solidFill>
                <a:latin typeface="Courier New"/>
              </a:rPr>
              <a:t>)</a:t>
            </a:r>
            <a:endParaRPr b="0" lang="en-US" sz="2800" spc="-1" strike="noStrike">
              <a:solidFill>
                <a:schemeClr val="dk1"/>
              </a:solidFill>
              <a:latin typeface="Calibri"/>
            </a:endParaRPr>
          </a:p>
          <a:p>
            <a:pPr indent="0" defTabSz="914400">
              <a:lnSpc>
                <a:spcPct val="90000"/>
              </a:lnSpc>
              <a:spcBef>
                <a:spcPts val="1001"/>
              </a:spcBef>
              <a:buNone/>
              <a:tabLst>
                <a:tab algn="l" pos="0"/>
              </a:tabLst>
            </a:pPr>
            <a:r>
              <a:rPr b="0" lang="en-US" sz="2800" spc="-1" strike="noStrike">
                <a:solidFill>
                  <a:srgbClr val="d4d4d4"/>
                </a:solidFill>
                <a:latin typeface="Courier New"/>
              </a:rPr>
              <a:t>        </a:t>
            </a:r>
            <a:r>
              <a:rPr b="0" lang="en-US" sz="2800" spc="-1" strike="noStrike">
                <a:solidFill>
                  <a:srgbClr val="c586c0"/>
                </a:solidFill>
                <a:latin typeface="Courier New"/>
              </a:rPr>
              <a:t>return</a:t>
            </a:r>
            <a:r>
              <a:rPr b="0" lang="en-US" sz="2800" spc="-1" strike="noStrike">
                <a:solidFill>
                  <a:srgbClr val="d4d4d4"/>
                </a:solidFill>
                <a:latin typeface="Courier New"/>
              </a:rPr>
              <a:t> x</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5"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Optimizer</a:t>
            </a:r>
            <a:endParaRPr b="0" lang="en-US" sz="4400" spc="-1" strike="noStrike">
              <a:solidFill>
                <a:schemeClr val="dk1"/>
              </a:solidFill>
              <a:latin typeface="Calibri"/>
            </a:endParaRPr>
          </a:p>
        </p:txBody>
      </p:sp>
      <p:sp>
        <p:nvSpPr>
          <p:cNvPr id="126" name="PlaceHolder 2"/>
          <p:cNvSpPr>
            <a:spLocks noGrp="1"/>
          </p:cNvSpPr>
          <p:nvPr>
            <p:ph/>
          </p:nvPr>
        </p:nvSpPr>
        <p:spPr>
          <a:xfrm>
            <a:off x="838080" y="1825560"/>
            <a:ext cx="10515240" cy="4350960"/>
          </a:xfrm>
          <a:prstGeom prst="rect">
            <a:avLst/>
          </a:prstGeom>
          <a:noFill/>
          <a:ln w="0">
            <a:noFill/>
          </a:ln>
        </p:spPr>
        <p:txBody>
          <a:bodyPr lIns="91440" rIns="91440" tIns="45720" bIns="45720" anchor="t">
            <a:normAutofit/>
          </a:bodyPr>
          <a:p>
            <a:pPr indent="0" algn="just" defTabSz="914400">
              <a:lnSpc>
                <a:spcPct val="90000"/>
              </a:lnSpc>
              <a:spcBef>
                <a:spcPts val="1001"/>
              </a:spcBef>
              <a:buNone/>
              <a:tabLst>
                <a:tab algn="l" pos="0"/>
              </a:tabLst>
            </a:pPr>
            <a:r>
              <a:rPr b="0" lang="en-US" sz="2800" spc="-1" strike="noStrike">
                <a:solidFill>
                  <a:schemeClr val="dk1"/>
                </a:solidFill>
                <a:latin typeface="Calibri"/>
              </a:rPr>
              <a:t>All optimizers used in this course are variations of gradient descent:</a:t>
            </a:r>
            <a:endParaRPr b="0" lang="en-US" sz="2800" spc="-1" strike="noStrike">
              <a:solidFill>
                <a:schemeClr val="dk1"/>
              </a:solidFill>
              <a:latin typeface="Calibri"/>
            </a:endParaRPr>
          </a:p>
          <a:p>
            <a:pPr lvl="1" marL="685800" indent="-228600" algn="just" defTabSz="914400">
              <a:lnSpc>
                <a:spcPct val="90000"/>
              </a:lnSpc>
              <a:spcBef>
                <a:spcPts val="499"/>
              </a:spcBef>
              <a:buClr>
                <a:srgbClr val="000000"/>
              </a:buClr>
              <a:buFont typeface="Arial"/>
              <a:buChar char="•"/>
              <a:tabLst>
                <a:tab algn="l" pos="0"/>
              </a:tabLst>
            </a:pPr>
            <a:r>
              <a:rPr b="0" lang="en-US" sz="2400" spc="-1" strike="noStrike">
                <a:solidFill>
                  <a:schemeClr val="dk1"/>
                </a:solidFill>
                <a:latin typeface="Calibri"/>
              </a:rPr>
              <a:t>Stochastic Gradient Descent (</a:t>
            </a:r>
            <a:r>
              <a:rPr b="1" lang="en-US" sz="2400" spc="-1" strike="noStrike">
                <a:solidFill>
                  <a:schemeClr val="dk1"/>
                </a:solidFill>
                <a:latin typeface="Calibri"/>
              </a:rPr>
              <a:t>SGD</a:t>
            </a:r>
            <a:r>
              <a:rPr b="0" lang="en-US" sz="2400" spc="-1" strike="noStrike">
                <a:solidFill>
                  <a:schemeClr val="dk1"/>
                </a:solidFill>
                <a:latin typeface="Calibri"/>
              </a:rPr>
              <a:t>): simple gradient descent aggregated by batches</a:t>
            </a:r>
            <a:endParaRPr b="0" lang="en-US" sz="2400" spc="-1" strike="noStrike">
              <a:solidFill>
                <a:schemeClr val="dk1"/>
              </a:solidFill>
              <a:latin typeface="Calibri"/>
            </a:endParaRPr>
          </a:p>
          <a:p>
            <a:pPr lvl="1" marL="685800" indent="-228600" algn="just" defTabSz="914400">
              <a:lnSpc>
                <a:spcPct val="90000"/>
              </a:lnSpc>
              <a:spcBef>
                <a:spcPts val="499"/>
              </a:spcBef>
              <a:buClr>
                <a:srgbClr val="000000"/>
              </a:buClr>
              <a:buFont typeface="Arial"/>
              <a:buChar char="•"/>
              <a:tabLst>
                <a:tab algn="l" pos="0"/>
              </a:tabLst>
            </a:pPr>
            <a:r>
              <a:rPr b="0" lang="en-US" sz="2400" spc="-1" strike="noStrike">
                <a:solidFill>
                  <a:schemeClr val="dk1"/>
                </a:solidFill>
                <a:latin typeface="Calibri"/>
              </a:rPr>
              <a:t>Adaptive Moment Estimation (</a:t>
            </a:r>
            <a:r>
              <a:rPr b="1" lang="en-US" sz="2400" spc="-1" strike="noStrike">
                <a:solidFill>
                  <a:schemeClr val="dk1"/>
                </a:solidFill>
                <a:latin typeface="Calibri"/>
              </a:rPr>
              <a:t>Adam</a:t>
            </a:r>
            <a:r>
              <a:rPr b="0" lang="en-US" sz="2400" spc="-1" strike="noStrike">
                <a:solidFill>
                  <a:schemeClr val="dk1"/>
                </a:solidFill>
                <a:latin typeface="Calibri"/>
              </a:rPr>
              <a:t>): extension of SGD with </a:t>
            </a:r>
            <a:r>
              <a:rPr b="1" lang="en-US" sz="2400" spc="-1" strike="noStrike">
                <a:solidFill>
                  <a:schemeClr val="dk1"/>
                </a:solidFill>
                <a:latin typeface="Calibri"/>
              </a:rPr>
              <a:t>momentum</a:t>
            </a:r>
            <a:r>
              <a:rPr b="0" lang="en-US" sz="2400" spc="-1" strike="noStrike">
                <a:solidFill>
                  <a:schemeClr val="dk1"/>
                </a:solidFill>
                <a:latin typeface="Calibri"/>
              </a:rPr>
              <a:t> and </a:t>
            </a:r>
            <a:r>
              <a:rPr b="1" lang="en-US" sz="2400" spc="-1" strike="noStrike">
                <a:solidFill>
                  <a:schemeClr val="dk1"/>
                </a:solidFill>
                <a:latin typeface="Calibri"/>
              </a:rPr>
              <a:t>moving average</a:t>
            </a:r>
            <a:r>
              <a:rPr b="0" lang="en-US" sz="2400" spc="-1" strike="noStrike">
                <a:solidFill>
                  <a:schemeClr val="dk1"/>
                </a:solidFill>
                <a:latin typeface="Calibri"/>
              </a:rPr>
              <a:t> of the </a:t>
            </a:r>
            <a:r>
              <a:rPr b="1" lang="en-US" sz="2400" spc="-1" strike="noStrike">
                <a:solidFill>
                  <a:schemeClr val="dk1"/>
                </a:solidFill>
                <a:latin typeface="Calibri"/>
              </a:rPr>
              <a:t>gradients </a:t>
            </a:r>
            <a:r>
              <a:rPr b="0" lang="en-US" sz="2400" spc="-1" strike="noStrike">
                <a:solidFill>
                  <a:schemeClr val="dk1"/>
                </a:solidFill>
                <a:latin typeface="Calibri"/>
              </a:rPr>
              <a:t>to accelerate the training process and prevent oscillations.</a:t>
            </a:r>
            <a:endParaRPr b="0" lang="en-US" sz="2400" spc="-1" strike="noStrike">
              <a:solidFill>
                <a:schemeClr val="dk1"/>
              </a:solidFill>
              <a:latin typeface="Calibri"/>
            </a:endParaRPr>
          </a:p>
          <a:p>
            <a:pPr lvl="1" marL="685800" indent="-228600" algn="just" defTabSz="914400">
              <a:lnSpc>
                <a:spcPct val="90000"/>
              </a:lnSpc>
              <a:spcBef>
                <a:spcPts val="499"/>
              </a:spcBef>
              <a:buClr>
                <a:srgbClr val="000000"/>
              </a:buClr>
              <a:buFont typeface="Arial"/>
              <a:buChar char="•"/>
              <a:tabLst>
                <a:tab algn="l" pos="0"/>
              </a:tabLst>
            </a:pPr>
            <a:r>
              <a:rPr b="0" lang="en-US" sz="2400" spc="-1" strike="noStrike">
                <a:solidFill>
                  <a:schemeClr val="dk1"/>
                </a:solidFill>
                <a:latin typeface="Calibri"/>
              </a:rPr>
              <a:t>Root Mean Squared Propagation (</a:t>
            </a:r>
            <a:r>
              <a:rPr b="1" lang="en-US" sz="2400" spc="-1" strike="noStrike">
                <a:solidFill>
                  <a:schemeClr val="dk1"/>
                </a:solidFill>
                <a:latin typeface="Calibri"/>
              </a:rPr>
              <a:t>RMSProp</a:t>
            </a:r>
            <a:r>
              <a:rPr b="0" lang="en-US" sz="2400" spc="-1" strike="noStrike">
                <a:solidFill>
                  <a:schemeClr val="dk1"/>
                </a:solidFill>
                <a:latin typeface="Calibri"/>
              </a:rPr>
              <a:t>): extension of SGD that is </a:t>
            </a:r>
            <a:r>
              <a:rPr b="1" lang="en-US" sz="2400" spc="-1" strike="noStrike">
                <a:solidFill>
                  <a:schemeClr val="dk1"/>
                </a:solidFill>
                <a:latin typeface="Calibri"/>
              </a:rPr>
              <a:t>designed to deal with </a:t>
            </a:r>
            <a:r>
              <a:rPr b="0" lang="en-US" sz="2400" spc="-1" strike="noStrike">
                <a:solidFill>
                  <a:schemeClr val="dk1"/>
                </a:solidFill>
                <a:latin typeface="Calibri"/>
              </a:rPr>
              <a:t>the issue of </a:t>
            </a:r>
            <a:r>
              <a:rPr b="1" lang="en-US" sz="2400" spc="-1" strike="noStrike">
                <a:solidFill>
                  <a:schemeClr val="dk1"/>
                </a:solidFill>
                <a:latin typeface="Calibri"/>
              </a:rPr>
              <a:t>vanishing gradients</a:t>
            </a:r>
            <a:r>
              <a:rPr b="0" lang="en-US" sz="2400" spc="-1" strike="noStrike">
                <a:solidFill>
                  <a:schemeClr val="dk1"/>
                </a:solidFill>
                <a:latin typeface="Calibri"/>
              </a:rPr>
              <a:t>. It </a:t>
            </a:r>
            <a:r>
              <a:rPr b="1" lang="en-US" sz="2400" spc="-1" strike="noStrike">
                <a:solidFill>
                  <a:schemeClr val="dk1"/>
                </a:solidFill>
                <a:latin typeface="Calibri"/>
              </a:rPr>
              <a:t>normalizes the gradients </a:t>
            </a:r>
            <a:r>
              <a:rPr b="0" lang="en-US" sz="2400" spc="-1" strike="noStrike">
                <a:solidFill>
                  <a:schemeClr val="dk1"/>
                </a:solidFill>
                <a:latin typeface="Calibri"/>
              </a:rPr>
              <a:t>by the root mean square of their recent magnitudes.</a:t>
            </a:r>
            <a:endParaRPr b="0" lang="en-US" sz="2400" spc="-1" strike="noStrike">
              <a:solidFill>
                <a:schemeClr val="dk1"/>
              </a:solidFill>
              <a:latin typeface="Calibri"/>
            </a:endParaRPr>
          </a:p>
          <a:p>
            <a:pPr indent="0" algn="just" defTabSz="914400">
              <a:lnSpc>
                <a:spcPct val="90000"/>
              </a:lnSpc>
              <a:spcBef>
                <a:spcPts val="1001"/>
              </a:spcBef>
              <a:buNone/>
              <a:tabLst>
                <a:tab algn="l" pos="0"/>
              </a:tabLst>
            </a:pPr>
            <a:endParaRPr b="0" lang="en-US" sz="2800" spc="-1" strike="noStrike">
              <a:solidFill>
                <a:schemeClr val="dk1"/>
              </a:solidFill>
              <a:latin typeface="Calibri"/>
            </a:endParaRPr>
          </a:p>
          <a:p>
            <a:pPr indent="0" algn="just" defTabSz="914400">
              <a:lnSpc>
                <a:spcPct val="90000"/>
              </a:lnSpc>
              <a:spcBef>
                <a:spcPts val="1001"/>
              </a:spcBef>
              <a:buNone/>
              <a:tabLst>
                <a:tab algn="l" pos="0"/>
              </a:tabLst>
            </a:pPr>
            <a:r>
              <a:rPr b="0" lang="en-US" sz="2800" spc="-1" strike="noStrike">
                <a:solidFill>
                  <a:schemeClr val="dk1"/>
                </a:solidFill>
                <a:latin typeface="Calibri"/>
              </a:rPr>
              <a:t>It is easy to switch from one optimizer to another with PyTorch*.</a:t>
            </a:r>
            <a:endParaRPr b="0" lang="en-US" sz="2800" spc="-1" strike="noStrike">
              <a:solidFill>
                <a:schemeClr val="dk1"/>
              </a:solidFill>
              <a:latin typeface="Calibri"/>
            </a:endParaRPr>
          </a:p>
        </p:txBody>
      </p:sp>
      <p:sp>
        <p:nvSpPr>
          <p:cNvPr id="127" name="TextBox 4"/>
          <p:cNvSpPr/>
          <p:nvPr/>
        </p:nvSpPr>
        <p:spPr>
          <a:xfrm>
            <a:off x="7689240" y="6519960"/>
            <a:ext cx="4472640" cy="333360"/>
          </a:xfrm>
          <a:prstGeom prst="rect">
            <a:avLst/>
          </a:prstGeom>
          <a:noFill/>
          <a:ln w="0">
            <a:noFill/>
          </a:ln>
        </p:spPr>
        <p:style>
          <a:lnRef idx="0"/>
          <a:fillRef idx="0"/>
          <a:effectRef idx="0"/>
          <a:fontRef idx="minor"/>
        </p:style>
        <p:txBody>
          <a:bodyPr wrap="none" lIns="90000" rIns="90000" tIns="45000" bIns="45000" anchor="t">
            <a:spAutoFit/>
          </a:bodyPr>
          <a:p>
            <a:pPr defTabSz="914400">
              <a:lnSpc>
                <a:spcPct val="100000"/>
              </a:lnSpc>
            </a:pPr>
            <a:r>
              <a:rPr b="0" i="1" lang="en-US" sz="1600" spc="-1" strike="noStrike">
                <a:solidFill>
                  <a:schemeClr val="dk1"/>
                </a:solidFill>
                <a:latin typeface="Calibri"/>
              </a:rPr>
              <a:t>* We will see more on optimizers later in this course.</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8"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Dataset &amp; Dataloader</a:t>
            </a:r>
            <a:endParaRPr b="0" lang="en-US" sz="4400" spc="-1" strike="noStrike">
              <a:solidFill>
                <a:schemeClr val="dk1"/>
              </a:solidFill>
              <a:latin typeface="Calibri"/>
            </a:endParaRPr>
          </a:p>
        </p:txBody>
      </p:sp>
      <p:sp>
        <p:nvSpPr>
          <p:cNvPr id="129" name="PlaceHolder 2"/>
          <p:cNvSpPr>
            <a:spLocks noGrp="1"/>
          </p:cNvSpPr>
          <p:nvPr>
            <p:ph/>
          </p:nvPr>
        </p:nvSpPr>
        <p:spPr>
          <a:xfrm>
            <a:off x="838080" y="1825560"/>
            <a:ext cx="10515240" cy="4350960"/>
          </a:xfrm>
          <a:prstGeom prst="rect">
            <a:avLst/>
          </a:prstGeom>
          <a:noFill/>
          <a:ln w="0">
            <a:noFill/>
          </a:ln>
        </p:spPr>
        <p:txBody>
          <a:bodyPr lIns="91440" rIns="91440" tIns="45720" bIns="45720" anchor="t">
            <a:noAutofit/>
          </a:bodyPr>
          <a:p>
            <a:pPr indent="0" algn="just" defTabSz="914400">
              <a:lnSpc>
                <a:spcPct val="90000"/>
              </a:lnSpc>
              <a:spcBef>
                <a:spcPts val="1001"/>
              </a:spcBef>
              <a:buNone/>
              <a:tabLst>
                <a:tab algn="l" pos="0"/>
              </a:tabLst>
            </a:pPr>
            <a:r>
              <a:rPr b="0" lang="en-US" sz="2800" spc="-1" strike="noStrike">
                <a:solidFill>
                  <a:schemeClr val="dk1"/>
                </a:solidFill>
                <a:latin typeface="Calibri"/>
              </a:rPr>
              <a:t>To handle custom datasets, create a dataset class, and use a Dataloader to iterate through it.</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
        <p:nvSpPr>
          <p:cNvPr id="130" name="TextBox 3"/>
          <p:cNvSpPr/>
          <p:nvPr/>
        </p:nvSpPr>
        <p:spPr>
          <a:xfrm>
            <a:off x="5395320" y="2483640"/>
            <a:ext cx="5941800" cy="3655800"/>
          </a:xfrm>
          <a:prstGeom prst="rect">
            <a:avLst/>
          </a:prstGeom>
          <a:solidFill>
            <a:schemeClr val="tx1"/>
          </a:solidFill>
          <a:ln w="0">
            <a:noFill/>
          </a:ln>
        </p:spPr>
        <p:style>
          <a:lnRef idx="0"/>
          <a:fillRef idx="0"/>
          <a:effectRef idx="0"/>
          <a:fontRef idx="minor"/>
        </p:style>
        <p:txBody>
          <a:bodyPr wrap="none" lIns="90000" rIns="90000" tIns="45000" bIns="45000" anchor="t">
            <a:spAutoFit/>
          </a:bodyPr>
          <a:p>
            <a:pPr defTabSz="914400">
              <a:lnSpc>
                <a:spcPct val="100000"/>
              </a:lnSpc>
            </a:pPr>
            <a:r>
              <a:rPr b="0" lang="en-US" sz="1800" spc="-1" strike="noStrike">
                <a:solidFill>
                  <a:srgbClr val="569cd6"/>
                </a:solidFill>
                <a:latin typeface="Courier New"/>
              </a:rPr>
              <a:t>class</a:t>
            </a:r>
            <a:r>
              <a:rPr b="0" lang="en-US" sz="1800" spc="-1" strike="noStrike">
                <a:solidFill>
                  <a:srgbClr val="d4d4d4"/>
                </a:solidFill>
                <a:latin typeface="Courier New"/>
              </a:rPr>
              <a:t> </a:t>
            </a:r>
            <a:r>
              <a:rPr b="0" lang="en-US" sz="1800" spc="-1" strike="noStrike">
                <a:solidFill>
                  <a:srgbClr val="4ec9b0"/>
                </a:solidFill>
                <a:latin typeface="Courier New"/>
              </a:rPr>
              <a:t>CustomDataset</a:t>
            </a:r>
            <a:r>
              <a:rPr b="0" lang="en-US" sz="1800" spc="-1" strike="noStrike">
                <a:solidFill>
                  <a:srgbClr val="d4d4d4"/>
                </a:solidFill>
                <a:latin typeface="Courier New"/>
              </a:rPr>
              <a:t>(</a:t>
            </a:r>
            <a:r>
              <a:rPr b="0" lang="en-US" sz="1800" spc="-1" strike="noStrike">
                <a:solidFill>
                  <a:srgbClr val="4ec9b0"/>
                </a:solidFill>
                <a:latin typeface="Courier New"/>
              </a:rPr>
              <a:t>Dataset</a:t>
            </a:r>
            <a:r>
              <a:rPr b="0" lang="en-US" sz="1800" spc="-1" strike="noStrike">
                <a:solidFill>
                  <a:srgbClr val="d4d4d4"/>
                </a:solidFill>
                <a:latin typeface="Courier New"/>
              </a:rPr>
              <a:t>)</a:t>
            </a:r>
            <a:r>
              <a:rPr b="0" lang="en-US" sz="1800" spc="-1" strike="noStrike">
                <a:solidFill>
                  <a:srgbClr val="dcdcdc"/>
                </a:solidFill>
                <a:latin typeface="Courier New"/>
              </a:rPr>
              <a:t>:</a:t>
            </a:r>
            <a:endParaRPr b="0" lang="en-US" sz="1800" spc="-1" strike="noStrike">
              <a:solidFill>
                <a:srgbClr val="ffffff"/>
              </a:solidFill>
              <a:latin typeface="Arial"/>
            </a:endParaRPr>
          </a:p>
          <a:p>
            <a:pPr defTabSz="914400">
              <a:lnSpc>
                <a:spcPct val="100000"/>
              </a:lnSpc>
            </a:pPr>
            <a:r>
              <a:rPr b="0" lang="en-US" sz="1800" spc="-1" strike="noStrike">
                <a:solidFill>
                  <a:srgbClr val="d4d4d4"/>
                </a:solidFill>
                <a:latin typeface="Courier New"/>
              </a:rPr>
              <a:t>    </a:t>
            </a:r>
            <a:r>
              <a:rPr b="0" lang="en-US" sz="1800" spc="-1" strike="noStrike">
                <a:solidFill>
                  <a:srgbClr val="569cd6"/>
                </a:solidFill>
                <a:latin typeface="Courier New"/>
              </a:rPr>
              <a:t>def</a:t>
            </a:r>
            <a:r>
              <a:rPr b="0" lang="en-US" sz="1800" spc="-1" strike="noStrike">
                <a:solidFill>
                  <a:srgbClr val="d4d4d4"/>
                </a:solidFill>
                <a:latin typeface="Courier New"/>
              </a:rPr>
              <a:t> </a:t>
            </a:r>
            <a:r>
              <a:rPr b="0" lang="en-US" sz="1800" spc="-1" strike="noStrike">
                <a:solidFill>
                  <a:srgbClr val="dcdcaa"/>
                </a:solidFill>
                <a:latin typeface="Courier New"/>
              </a:rPr>
              <a:t>__init__</a:t>
            </a:r>
            <a:r>
              <a:rPr b="0" lang="en-US" sz="1800" spc="-1" strike="noStrike">
                <a:solidFill>
                  <a:srgbClr val="d4d4d4"/>
                </a:solidFill>
                <a:latin typeface="Courier New"/>
              </a:rPr>
              <a:t>(</a:t>
            </a:r>
            <a:r>
              <a:rPr b="0" lang="en-US" sz="1800" spc="-1" strike="noStrike">
                <a:solidFill>
                  <a:srgbClr val="9cdcfe"/>
                </a:solidFill>
                <a:latin typeface="Courier New"/>
              </a:rPr>
              <a:t>self</a:t>
            </a:r>
            <a:r>
              <a:rPr b="0" lang="en-US" sz="1800" spc="-1" strike="noStrike">
                <a:solidFill>
                  <a:srgbClr val="d4d4d4"/>
                </a:solidFill>
                <a:latin typeface="Courier New"/>
              </a:rPr>
              <a:t>)</a:t>
            </a:r>
            <a:r>
              <a:rPr b="0" lang="en-US" sz="1800" spc="-1" strike="noStrike">
                <a:solidFill>
                  <a:srgbClr val="dcdcdc"/>
                </a:solidFill>
                <a:latin typeface="Courier New"/>
              </a:rPr>
              <a:t>:</a:t>
            </a:r>
            <a:endParaRPr b="0" lang="en-US" sz="1800" spc="-1" strike="noStrike">
              <a:solidFill>
                <a:srgbClr val="ffffff"/>
              </a:solidFill>
              <a:latin typeface="Arial"/>
            </a:endParaRPr>
          </a:p>
          <a:p>
            <a:pPr defTabSz="914400">
              <a:lnSpc>
                <a:spcPct val="100000"/>
              </a:lnSpc>
              <a:tabLst>
                <a:tab algn="l" pos="0"/>
              </a:tabLst>
            </a:pPr>
            <a:r>
              <a:rPr b="0" lang="en-US" sz="1800" spc="-1" strike="noStrike">
                <a:solidFill>
                  <a:srgbClr val="dcdcdc"/>
                </a:solidFill>
                <a:latin typeface="Courier New"/>
              </a:rPr>
              <a:t>        </a:t>
            </a:r>
            <a:r>
              <a:rPr b="0" lang="en-US" sz="1800" spc="-1" strike="noStrike">
                <a:solidFill>
                  <a:srgbClr val="6aa94f"/>
                </a:solidFill>
                <a:latin typeface="Courier New"/>
              </a:rPr>
              <a:t># initialize your dataset</a:t>
            </a:r>
            <a:endParaRPr b="0" lang="en-US" sz="1800" spc="-1" strike="noStrike">
              <a:solidFill>
                <a:srgbClr val="ffffff"/>
              </a:solidFill>
              <a:latin typeface="Arial"/>
            </a:endParaRPr>
          </a:p>
          <a:p>
            <a:pPr defTabSz="914400">
              <a:lnSpc>
                <a:spcPct val="100000"/>
              </a:lnSpc>
              <a:tabLst>
                <a:tab algn="l" pos="0"/>
              </a:tabLst>
            </a:pPr>
            <a:r>
              <a:rPr b="0" lang="en-US" sz="1800" spc="-1" strike="noStrike">
                <a:solidFill>
                  <a:srgbClr val="6aa94f"/>
                </a:solidFill>
                <a:latin typeface="Courier New"/>
              </a:rPr>
              <a:t>        </a:t>
            </a:r>
            <a:r>
              <a:rPr b="0" lang="en-US" sz="1800" spc="-1" strike="noStrike">
                <a:solidFill>
                  <a:srgbClr val="6aa94f"/>
                </a:solidFill>
                <a:latin typeface="Courier New"/>
              </a:rPr>
              <a:t># (define the path, etc…)</a:t>
            </a:r>
            <a:endParaRPr b="0" lang="en-US" sz="1800" spc="-1" strike="noStrike">
              <a:solidFill>
                <a:srgbClr val="ffffff"/>
              </a:solidFill>
              <a:latin typeface="Arial"/>
            </a:endParaRPr>
          </a:p>
          <a:p>
            <a:pPr defTabSz="914400">
              <a:lnSpc>
                <a:spcPct val="100000"/>
              </a:lnSpc>
              <a:tabLst>
                <a:tab algn="l" pos="0"/>
              </a:tabLst>
            </a:pPr>
            <a:r>
              <a:rPr b="0" lang="en-US" sz="1800" spc="-1" strike="noStrike">
                <a:solidFill>
                  <a:srgbClr val="d4d4d4"/>
                </a:solidFill>
                <a:latin typeface="Courier New"/>
              </a:rPr>
              <a:t>        </a:t>
            </a:r>
            <a:endParaRPr b="0" lang="en-US" sz="1800" spc="-1" strike="noStrike">
              <a:solidFill>
                <a:srgbClr val="ffffff"/>
              </a:solidFill>
              <a:latin typeface="Arial"/>
            </a:endParaRPr>
          </a:p>
          <a:p>
            <a:pPr defTabSz="914400">
              <a:lnSpc>
                <a:spcPct val="100000"/>
              </a:lnSpc>
              <a:tabLst>
                <a:tab algn="l" pos="0"/>
              </a:tabLst>
            </a:pPr>
            <a:r>
              <a:rPr b="0" lang="en-US" sz="1800" spc="-1" strike="noStrike">
                <a:solidFill>
                  <a:srgbClr val="d4d4d4"/>
                </a:solidFill>
                <a:latin typeface="Courier New"/>
              </a:rPr>
              <a:t>    </a:t>
            </a:r>
            <a:r>
              <a:rPr b="0" lang="en-US" sz="1800" spc="-1" strike="noStrike">
                <a:solidFill>
                  <a:srgbClr val="569cd6"/>
                </a:solidFill>
                <a:latin typeface="Courier New"/>
              </a:rPr>
              <a:t>def</a:t>
            </a:r>
            <a:r>
              <a:rPr b="0" lang="en-US" sz="1800" spc="-1" strike="noStrike">
                <a:solidFill>
                  <a:srgbClr val="d4d4d4"/>
                </a:solidFill>
                <a:latin typeface="Courier New"/>
              </a:rPr>
              <a:t> </a:t>
            </a:r>
            <a:r>
              <a:rPr b="0" lang="en-US" sz="1800" spc="-1" strike="noStrike">
                <a:solidFill>
                  <a:srgbClr val="dcdcaa"/>
                </a:solidFill>
                <a:latin typeface="Courier New"/>
              </a:rPr>
              <a:t>__getitem__</a:t>
            </a:r>
            <a:r>
              <a:rPr b="0" lang="en-US" sz="1800" spc="-1" strike="noStrike">
                <a:solidFill>
                  <a:srgbClr val="d4d4d4"/>
                </a:solidFill>
                <a:latin typeface="Courier New"/>
              </a:rPr>
              <a:t>(</a:t>
            </a:r>
            <a:r>
              <a:rPr b="0" lang="en-US" sz="1800" spc="-1" strike="noStrike">
                <a:solidFill>
                  <a:srgbClr val="9cdcfe"/>
                </a:solidFill>
                <a:latin typeface="Courier New"/>
              </a:rPr>
              <a:t>self</a:t>
            </a:r>
            <a:r>
              <a:rPr b="0" lang="en-US" sz="1800" spc="-1" strike="noStrike">
                <a:solidFill>
                  <a:srgbClr val="d4d4d4"/>
                </a:solidFill>
                <a:latin typeface="Courier New"/>
              </a:rPr>
              <a:t>, </a:t>
            </a:r>
            <a:r>
              <a:rPr b="0" lang="en-US" sz="1800" spc="-1" strike="noStrike">
                <a:solidFill>
                  <a:srgbClr val="9cdcfe"/>
                </a:solidFill>
                <a:latin typeface="Courier New"/>
              </a:rPr>
              <a:t>index</a:t>
            </a:r>
            <a:r>
              <a:rPr b="0" lang="en-US" sz="1800" spc="-1" strike="noStrike">
                <a:solidFill>
                  <a:srgbClr val="d4d4d4"/>
                </a:solidFill>
                <a:latin typeface="Courier New"/>
              </a:rPr>
              <a:t>)</a:t>
            </a:r>
            <a:r>
              <a:rPr b="0" lang="en-US" sz="1800" spc="-1" strike="noStrike">
                <a:solidFill>
                  <a:srgbClr val="dcdcdc"/>
                </a:solidFill>
                <a:latin typeface="Courier New"/>
              </a:rPr>
              <a:t>:</a:t>
            </a:r>
            <a:endParaRPr b="0" lang="en-US" sz="1800" spc="-1" strike="noStrike">
              <a:solidFill>
                <a:srgbClr val="ffffff"/>
              </a:solidFill>
              <a:latin typeface="Arial"/>
            </a:endParaRPr>
          </a:p>
          <a:p>
            <a:pPr defTabSz="914400">
              <a:lnSpc>
                <a:spcPct val="100000"/>
              </a:lnSpc>
              <a:tabLst>
                <a:tab algn="l" pos="0"/>
              </a:tabLst>
            </a:pPr>
            <a:r>
              <a:rPr b="0" lang="en-US" sz="1800" spc="-1" strike="noStrike">
                <a:solidFill>
                  <a:srgbClr val="dcdcdc"/>
                </a:solidFill>
                <a:latin typeface="Courier New"/>
              </a:rPr>
              <a:t>        </a:t>
            </a:r>
            <a:r>
              <a:rPr b="0" lang="en-US" sz="1800" spc="-1" strike="noStrike">
                <a:solidFill>
                  <a:srgbClr val="6aa94f"/>
                </a:solidFill>
                <a:latin typeface="Courier New"/>
              </a:rPr>
              <a:t># return one item of data</a:t>
            </a:r>
            <a:endParaRPr b="0" lang="en-US" sz="1800" spc="-1" strike="noStrike">
              <a:solidFill>
                <a:srgbClr val="ffffff"/>
              </a:solidFill>
              <a:latin typeface="Arial"/>
            </a:endParaRPr>
          </a:p>
          <a:p>
            <a:pPr defTabSz="914400">
              <a:lnSpc>
                <a:spcPct val="100000"/>
              </a:lnSpc>
              <a:tabLst>
                <a:tab algn="l" pos="0"/>
              </a:tabLst>
            </a:pPr>
            <a:r>
              <a:rPr b="0" lang="en-US" sz="1800" spc="-1" strike="noStrike">
                <a:solidFill>
                  <a:srgbClr val="d4d4d4"/>
                </a:solidFill>
                <a:latin typeface="Courier New"/>
              </a:rPr>
              <a:t>        </a:t>
            </a:r>
            <a:r>
              <a:rPr b="0" lang="en-US" sz="1800" spc="-1" strike="noStrike">
                <a:solidFill>
                  <a:srgbClr val="d4d4d4"/>
                </a:solidFill>
                <a:latin typeface="Courier New"/>
              </a:rPr>
              <a:t>[…]</a:t>
            </a:r>
            <a:endParaRPr b="0" lang="en-US" sz="1800" spc="-1" strike="noStrike">
              <a:solidFill>
                <a:srgbClr val="ffffff"/>
              </a:solidFill>
              <a:latin typeface="Arial"/>
            </a:endParaRPr>
          </a:p>
          <a:p>
            <a:pPr defTabSz="914400">
              <a:lnSpc>
                <a:spcPct val="100000"/>
              </a:lnSpc>
              <a:tabLst>
                <a:tab algn="l" pos="0"/>
              </a:tabLst>
            </a:pPr>
            <a:r>
              <a:rPr b="0" lang="en-US" sz="1800" spc="-1" strike="noStrike">
                <a:solidFill>
                  <a:srgbClr val="d4d4d4"/>
                </a:solidFill>
                <a:latin typeface="Courier New"/>
              </a:rPr>
              <a:t>        </a:t>
            </a:r>
            <a:r>
              <a:rPr b="0" lang="en-US" sz="1800" spc="-1" strike="noStrike">
                <a:solidFill>
                  <a:srgbClr val="c586c0"/>
                </a:solidFill>
                <a:latin typeface="Courier New"/>
              </a:rPr>
              <a:t>return</a:t>
            </a:r>
            <a:r>
              <a:rPr b="0" lang="en-US" sz="1800" spc="-1" strike="noStrike">
                <a:solidFill>
                  <a:srgbClr val="d4d4d4"/>
                </a:solidFill>
                <a:latin typeface="Courier New"/>
              </a:rPr>
              <a:t> …</a:t>
            </a:r>
            <a:endParaRPr b="0" lang="en-US" sz="1800" spc="-1" strike="noStrike">
              <a:solidFill>
                <a:srgbClr val="ffffff"/>
              </a:solidFill>
              <a:latin typeface="Arial"/>
            </a:endParaRPr>
          </a:p>
          <a:p>
            <a:pPr defTabSz="914400">
              <a:lnSpc>
                <a:spcPct val="100000"/>
              </a:lnSpc>
              <a:tabLst>
                <a:tab algn="l" pos="0"/>
              </a:tabLst>
            </a:pPr>
            <a:br>
              <a:rPr sz="1800"/>
            </a:br>
            <a:r>
              <a:rPr b="0" lang="en-US" sz="1800" spc="-1" strike="noStrike">
                <a:solidFill>
                  <a:srgbClr val="d4d4d4"/>
                </a:solidFill>
                <a:latin typeface="Courier New"/>
              </a:rPr>
              <a:t>    </a:t>
            </a:r>
            <a:r>
              <a:rPr b="0" lang="en-US" sz="1800" spc="-1" strike="noStrike">
                <a:solidFill>
                  <a:srgbClr val="569cd6"/>
                </a:solidFill>
                <a:latin typeface="Courier New"/>
              </a:rPr>
              <a:t>def</a:t>
            </a:r>
            <a:r>
              <a:rPr b="0" lang="en-US" sz="1800" spc="-1" strike="noStrike">
                <a:solidFill>
                  <a:srgbClr val="d4d4d4"/>
                </a:solidFill>
                <a:latin typeface="Courier New"/>
              </a:rPr>
              <a:t> </a:t>
            </a:r>
            <a:r>
              <a:rPr b="0" lang="en-US" sz="1800" spc="-1" strike="noStrike">
                <a:solidFill>
                  <a:srgbClr val="dcdcaa"/>
                </a:solidFill>
                <a:latin typeface="Courier New"/>
              </a:rPr>
              <a:t>__len__</a:t>
            </a:r>
            <a:r>
              <a:rPr b="0" lang="en-US" sz="1800" spc="-1" strike="noStrike">
                <a:solidFill>
                  <a:srgbClr val="d4d4d4"/>
                </a:solidFill>
                <a:latin typeface="Courier New"/>
              </a:rPr>
              <a:t>(</a:t>
            </a:r>
            <a:r>
              <a:rPr b="0" lang="en-US" sz="1800" spc="-1" strike="noStrike">
                <a:solidFill>
                  <a:srgbClr val="9cdcfe"/>
                </a:solidFill>
                <a:latin typeface="Courier New"/>
              </a:rPr>
              <a:t>self</a:t>
            </a:r>
            <a:r>
              <a:rPr b="0" lang="en-US" sz="1800" spc="-1" strike="noStrike">
                <a:solidFill>
                  <a:srgbClr val="d4d4d4"/>
                </a:solidFill>
                <a:latin typeface="Courier New"/>
              </a:rPr>
              <a:t>)</a:t>
            </a:r>
            <a:r>
              <a:rPr b="0" lang="en-US" sz="1800" spc="-1" strike="noStrike">
                <a:solidFill>
                  <a:srgbClr val="dcdcdc"/>
                </a:solidFill>
                <a:latin typeface="Courier New"/>
              </a:rPr>
              <a:t>:</a:t>
            </a:r>
            <a:endParaRPr b="0" lang="en-US" sz="1800" spc="-1" strike="noStrike">
              <a:solidFill>
                <a:srgbClr val="ffffff"/>
              </a:solidFill>
              <a:latin typeface="Arial"/>
            </a:endParaRPr>
          </a:p>
          <a:p>
            <a:pPr defTabSz="914400">
              <a:lnSpc>
                <a:spcPct val="100000"/>
              </a:lnSpc>
              <a:tabLst>
                <a:tab algn="l" pos="0"/>
              </a:tabLst>
            </a:pPr>
            <a:r>
              <a:rPr b="0" lang="en-US" sz="1800" spc="-1" strike="noStrike">
                <a:solidFill>
                  <a:srgbClr val="6aa94f"/>
                </a:solidFill>
                <a:latin typeface="Courier New"/>
              </a:rPr>
              <a:t>        </a:t>
            </a:r>
            <a:r>
              <a:rPr b="0" lang="en-US" sz="1800" spc="-1" strike="noStrike">
                <a:solidFill>
                  <a:srgbClr val="6aa94f"/>
                </a:solidFill>
                <a:latin typeface="Courier New"/>
              </a:rPr>
              <a:t># return the length of the dataset</a:t>
            </a:r>
            <a:endParaRPr b="0" lang="en-US" sz="1800" spc="-1" strike="noStrike">
              <a:solidFill>
                <a:srgbClr val="ffffff"/>
              </a:solidFill>
              <a:latin typeface="Arial"/>
            </a:endParaRPr>
          </a:p>
          <a:p>
            <a:pPr defTabSz="914400">
              <a:lnSpc>
                <a:spcPct val="100000"/>
              </a:lnSpc>
              <a:tabLst>
                <a:tab algn="l" pos="0"/>
              </a:tabLst>
            </a:pPr>
            <a:r>
              <a:rPr b="0" lang="en-US" sz="1800" spc="-1" strike="noStrike">
                <a:solidFill>
                  <a:srgbClr val="d4d4d4"/>
                </a:solidFill>
                <a:latin typeface="Courier New"/>
              </a:rPr>
              <a:t>        </a:t>
            </a:r>
            <a:r>
              <a:rPr b="0" lang="en-US" sz="1800" spc="-1" strike="noStrike">
                <a:solidFill>
                  <a:srgbClr val="c586c0"/>
                </a:solidFill>
                <a:latin typeface="Courier New"/>
              </a:rPr>
              <a:t>return</a:t>
            </a:r>
            <a:r>
              <a:rPr b="0" lang="en-US" sz="1800" spc="-1" strike="noStrike">
                <a:solidFill>
                  <a:srgbClr val="d4d4d4"/>
                </a:solidFill>
                <a:latin typeface="Courier New"/>
              </a:rPr>
              <a:t> …</a:t>
            </a:r>
            <a:endParaRPr b="0" lang="en-US" sz="1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1"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algn="ctr" defTabSz="914400">
              <a:lnSpc>
                <a:spcPct val="90000"/>
              </a:lnSpc>
              <a:buNone/>
            </a:pPr>
            <a:r>
              <a:rPr b="0" lang="en-US" sz="4400" spc="-1" strike="noStrike">
                <a:solidFill>
                  <a:schemeClr val="dk1"/>
                </a:solidFill>
                <a:latin typeface="Calibri Light"/>
              </a:rPr>
              <a:t>Now it’s time to torch!</a:t>
            </a:r>
            <a:endParaRPr b="0" lang="en-US" sz="4400" spc="-1" strike="noStrike">
              <a:solidFill>
                <a:schemeClr val="dk1"/>
              </a:solidFill>
              <a:latin typeface="Calibri"/>
            </a:endParaRPr>
          </a:p>
        </p:txBody>
      </p:sp>
      <p:pic>
        <p:nvPicPr>
          <p:cNvPr id="132" name="Content Placeholder 5" descr="Icon&#10;&#10;Description automatically generated"/>
          <p:cNvPicPr/>
          <p:nvPr/>
        </p:nvPicPr>
        <p:blipFill>
          <a:blip r:embed="rId1"/>
          <a:stretch/>
        </p:blipFill>
        <p:spPr>
          <a:xfrm>
            <a:off x="3920400" y="1825560"/>
            <a:ext cx="4350960" cy="4350960"/>
          </a:xfrm>
          <a:prstGeom prst="rect">
            <a:avLst/>
          </a:prstGeom>
          <a:ln w="0">
            <a:noFill/>
          </a:ln>
        </p:spPr>
      </p:pic>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TotalTime>
  <Application>LibreOffice/24.2.7.2$Linux_X86_64 LibreOffice_project/420$Build-2</Application>
  <AppVersion>15.0000</AppVersion>
  <Words>1177</Words>
  <Paragraphs>120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2023-01-03T10:31:33Z</dcterms:created>
  <dc:creator>Paul Dubois</dc:creator>
  <dc:description/>
  <dc:language>en-US</dc:language>
  <cp:lastModifiedBy/>
  <dcterms:modified xsi:type="dcterms:W3CDTF">2026-09-24T10:08:25Z</dcterms:modified>
  <cp:revision>36</cp:revision>
  <dc:subject/>
  <dc:title>PyTorch</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Office Theme:8</vt:lpwstr>
  </property>
  <property fmtid="{D5CDD505-2E9C-101B-9397-08002B2CF9AE}" pid="3" name="ClassificationContentMarkingFooterText">
    <vt:lpwstr>Internal</vt:lpwstr>
  </property>
  <property fmtid="{D5CDD505-2E9C-101B-9397-08002B2CF9AE}" pid="4" name="MSIP_Label_df116e0e-72df-4d64-8d95-ec79a49a5ebe_ActionId">
    <vt:lpwstr>93f3e1e4-4f1b-432b-99f3-9423208b0951</vt:lpwstr>
  </property>
  <property fmtid="{D5CDD505-2E9C-101B-9397-08002B2CF9AE}" pid="5" name="MSIP_Label_df116e0e-72df-4d64-8d95-ec79a49a5ebe_ContentBits">
    <vt:lpwstr>2</vt:lpwstr>
  </property>
  <property fmtid="{D5CDD505-2E9C-101B-9397-08002B2CF9AE}" pid="6" name="MSIP_Label_df116e0e-72df-4d64-8d95-ec79a49a5ebe_Enabled">
    <vt:lpwstr>true</vt:lpwstr>
  </property>
  <property fmtid="{D5CDD505-2E9C-101B-9397-08002B2CF9AE}" pid="7" name="MSIP_Label_df116e0e-72df-4d64-8d95-ec79a49a5ebe_Method">
    <vt:lpwstr>Standard</vt:lpwstr>
  </property>
  <property fmtid="{D5CDD505-2E9C-101B-9397-08002B2CF9AE}" pid="8" name="MSIP_Label_df116e0e-72df-4d64-8d95-ec79a49a5ebe_Name">
    <vt:lpwstr>Internal</vt:lpwstr>
  </property>
  <property fmtid="{D5CDD505-2E9C-101B-9397-08002B2CF9AE}" pid="9" name="MSIP_Label_df116e0e-72df-4d64-8d95-ec79a49a5ebe_SetDate">
    <vt:lpwstr>2024-01-09T14:21:18Z</vt:lpwstr>
  </property>
  <property fmtid="{D5CDD505-2E9C-101B-9397-08002B2CF9AE}" pid="10" name="MSIP_Label_df116e0e-72df-4d64-8d95-ec79a49a5ebe_SiteId">
    <vt:lpwstr>efa39904-64bd-4449-9e11-a0567cf564b6</vt:lpwstr>
  </property>
  <property fmtid="{D5CDD505-2E9C-101B-9397-08002B2CF9AE}" pid="11" name="Notes">
    <vt:i4>5</vt:i4>
  </property>
  <property fmtid="{D5CDD505-2E9C-101B-9397-08002B2CF9AE}" pid="12" name="PresentationFormat">
    <vt:lpwstr>Widescreen</vt:lpwstr>
  </property>
  <property fmtid="{D5CDD505-2E9C-101B-9397-08002B2CF9AE}" pid="13" name="Slides">
    <vt:i4>16</vt:i4>
  </property>
</Properties>
</file>