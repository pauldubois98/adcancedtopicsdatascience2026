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1.xml.rels" ContentType="application/vnd.openxmlformats-package.relationships+xml"/>
  <Override PartName="/ppt/slideMasters/_rels/slideMaster5.xml.rels" ContentType="application/vnd.openxmlformats-package.relationships+xml"/>
  <Override PartName="/ppt/slideMasters/_rels/slideMaster10.xml.rels" ContentType="application/vnd.openxmlformats-package.relationships+xml"/>
  <Override PartName="/ppt/slideMasters/_rels/slideMaster4.xml.rels" ContentType="application/vnd.openxmlformats-package.relationships+xml"/>
  <Override PartName="/ppt/slideMasters/_rels/slideMaster9.xml.rels" ContentType="application/vnd.openxmlformats-package.relationships+xml"/>
  <Override PartName="/ppt/slideMasters/_rels/slideMaster8.xml.rels" ContentType="application/vnd.openxmlformats-package.relationships+xml"/>
  <Override PartName="/ppt/slideMasters/_rels/slideMaster7.xml.rels" ContentType="application/vnd.openxmlformats-package.relationships+xml"/>
  <Override PartName="/ppt/slideMasters/_rels/slideMaster6.xml.rels" ContentType="application/vnd.openxmlformats-package.relationships+xml"/>
  <Override PartName="/ppt/slideMasters/_rels/slideMaster3.xml.rels" ContentType="application/vnd.openxmlformats-package.relationships+xml"/>
  <Override PartName="/ppt/slideMasters/_rels/slideMaster2.xml.rels" ContentType="application/vnd.openxmlformats-package.relationships+xml"/>
  <Override PartName="/ppt/slideMasters/_rels/slideMaster1.xml.rels" ContentType="application/vnd.openxmlformats-package.relationship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11.xml" ContentType="application/vnd.openxmlformats-officedocument.theme+xml"/>
  <Override PartName="/ppt/theme/theme2.xml" ContentType="application/vnd.openxmlformats-officedocument.theme+xml"/>
  <Override PartName="/ppt/theme/theme1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theme/theme10.xml" ContentType="application/vnd.openxmlformats-officedocument.theme+xml"/>
  <Override PartName="/ppt/slideLayouts/_rels/slideLayout9.xml.rels" ContentType="application/vnd.openxmlformats-package.relationships+xml"/>
  <Override PartName="/ppt/slideLayouts/_rels/slideLayout8.xml.rels" ContentType="application/vnd.openxmlformats-package.relationships+xml"/>
  <Override PartName="/ppt/slideLayouts/_rels/slideLayout7.xml.rels" ContentType="application/vnd.openxmlformats-package.relationships+xml"/>
  <Override PartName="/ppt/slideLayouts/_rels/slideLayout11.xml.rels" ContentType="application/vnd.openxmlformats-package.relationships+xml"/>
  <Override PartName="/ppt/slideLayouts/_rels/slideLayout3.xml.rels" ContentType="application/vnd.openxmlformats-package.relationships+xml"/>
  <Override PartName="/ppt/slideLayouts/_rels/slideLayout6.xml.rels" ContentType="application/vnd.openxmlformats-package.relationships+xml"/>
  <Override PartName="/ppt/slideLayouts/_rels/slideLayout10.xml.rels" ContentType="application/vnd.openxmlformats-package.relationships+xml"/>
  <Override PartName="/ppt/slideLayouts/_rels/slideLayout2.xml.rels" ContentType="application/vnd.openxmlformats-package.relationships+xml"/>
  <Override PartName="/ppt/slideLayouts/_rels/slideLayout5.xml.rels" ContentType="application/vnd.openxmlformats-package.relationships+xml"/>
  <Override PartName="/ppt/slideLayouts/_rels/slideLayout4.xml.rels" ContentType="application/vnd.openxmlformats-package.relationships+xml"/>
  <Override PartName="/ppt/slideLayouts/_rels/slideLayout1.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10.xml" ContentType="application/vnd.openxmlformats-officedocument.presentationml.slideLayout+xml"/>
  <Override PartName="/ppt/slideLayouts/slideLayout6.xml" ContentType="application/vnd.openxmlformats-officedocument.presentationml.slideLayout+xml"/>
  <Override PartName="/ppt/slideLayouts/slideLayout11.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_rels/presentation.xml.rels" ContentType="application/vnd.openxmlformats-package.relationships+xml"/>
  <Override PartName="/ppt/notesMasters/_rels/notesMaster1.xml.rels" ContentType="application/vnd.openxmlformats-package.relationships+xml"/>
  <Override PartName="/ppt/notesMasters/notesMaster1.xml" ContentType="application/vnd.openxmlformats-officedocument.presentationml.notesMaster+xml"/>
  <Override PartName="/ppt/media/image10.jpeg" ContentType="image/jpeg"/>
  <Override PartName="/ppt/media/image7.jpeg" ContentType="image/jpeg"/>
  <Override PartName="/ppt/media/image15.jpeg" ContentType="image/jpeg"/>
  <Override PartName="/ppt/media/image14.jpeg" ContentType="image/jpeg"/>
  <Override PartName="/ppt/media/image3.png" ContentType="image/png"/>
  <Override PartName="/ppt/media/image2.png" ContentType="image/png"/>
  <Override PartName="/ppt/media/image5.png" ContentType="image/png"/>
  <Override PartName="/ppt/media/image13.jpeg" ContentType="image/jpeg"/>
  <Override PartName="/ppt/media/image4.png" ContentType="image/png"/>
  <Override PartName="/ppt/media/image1.png" ContentType="image/png"/>
  <Override PartName="/ppt/media/image6.jpeg" ContentType="image/jpeg"/>
  <Override PartName="/ppt/media/image8.jpeg" ContentType="image/jpeg"/>
  <Override PartName="/ppt/media/image11.jpeg" ContentType="image/jpeg"/>
  <Override PartName="/ppt/media/image9.jpeg" ContentType="image/jpeg"/>
  <Override PartName="/ppt/media/image12.jpeg" ContentType="image/jpeg"/>
  <Override PartName="/ppt/slides/_rels/slide6.xml.rels" ContentType="application/vnd.openxmlformats-package.relationships+xml"/>
  <Override PartName="/ppt/slides/_rels/slide23.xml.rels" ContentType="application/vnd.openxmlformats-package.relationships+xml"/>
  <Override PartName="/ppt/slides/_rels/slide15.xml.rels" ContentType="application/vnd.openxmlformats-package.relationships+xml"/>
  <Override PartName="/ppt/slides/_rels/slide7.xml.rels" ContentType="application/vnd.openxmlformats-package.relationships+xml"/>
  <Override PartName="/ppt/slides/_rels/slide24.xml.rels" ContentType="application/vnd.openxmlformats-package.relationships+xml"/>
  <Override PartName="/ppt/slides/_rels/slide34.xml.rels" ContentType="application/vnd.openxmlformats-package.relationships+xml"/>
  <Override PartName="/ppt/slides/_rels/slide33.xml.rels" ContentType="application/vnd.openxmlformats-package.relationships+xml"/>
  <Override PartName="/ppt/slides/_rels/slide32.xml.rels" ContentType="application/vnd.openxmlformats-package.relationships+xml"/>
  <Override PartName="/ppt/slides/_rels/slide22.xml.rels" ContentType="application/vnd.openxmlformats-package.relationships+xml"/>
  <Override PartName="/ppt/slides/_rels/slide5.xml.rels" ContentType="application/vnd.openxmlformats-package.relationships+xml"/>
  <Override PartName="/ppt/slides/_rels/slide31.xml.rels" ContentType="application/vnd.openxmlformats-package.relationships+xml"/>
  <Override PartName="/ppt/slides/_rels/slide29.xml.rels" ContentType="application/vnd.openxmlformats-package.relationships+xml"/>
  <Override PartName="/ppt/slides/_rels/slide30.xml.rels" ContentType="application/vnd.openxmlformats-package.relationships+xml"/>
  <Override PartName="/ppt/slides/_rels/slide28.xml.rels" ContentType="application/vnd.openxmlformats-package.relationships+xml"/>
  <Override PartName="/ppt/slides/_rels/slide19.xml.rels" ContentType="application/vnd.openxmlformats-package.relationships+xml"/>
  <Override PartName="/ppt/slides/_rels/slide13.xml.rels" ContentType="application/vnd.openxmlformats-package.relationships+xml"/>
  <Override PartName="/ppt/slides/_rels/slide14.xml.rels" ContentType="application/vnd.openxmlformats-package.relationships+xml"/>
  <Override PartName="/ppt/slides/_rels/slide27.xml.rels" ContentType="application/vnd.openxmlformats-package.relationships+xml"/>
  <Override PartName="/ppt/slides/_rels/slide12.xml.rels" ContentType="application/vnd.openxmlformats-package.relationships+xml"/>
  <Override PartName="/ppt/slides/_rels/slide21.xml.rels" ContentType="application/vnd.openxmlformats-package.relationships+xml"/>
  <Override PartName="/ppt/slides/_rels/slide4.xml.rels" ContentType="application/vnd.openxmlformats-package.relationships+xml"/>
  <Override PartName="/ppt/slides/_rels/slide18.xml.rels" ContentType="application/vnd.openxmlformats-package.relationships+xml"/>
  <Override PartName="/ppt/slides/_rels/slide11.xml.rels" ContentType="application/vnd.openxmlformats-package.relationships+xml"/>
  <Override PartName="/ppt/slides/_rels/slide9.xml.rels" ContentType="application/vnd.openxmlformats-package.relationships+xml"/>
  <Override PartName="/ppt/slides/_rels/slide26.xml.rels" ContentType="application/vnd.openxmlformats-package.relationships+xml"/>
  <Override PartName="/ppt/slides/_rels/slide20.xml.rels" ContentType="application/vnd.openxmlformats-package.relationships+xml"/>
  <Override PartName="/ppt/slides/_rels/slide3.xml.rels" ContentType="application/vnd.openxmlformats-package.relationships+xml"/>
  <Override PartName="/ppt/slides/_rels/slide17.xml.rels" ContentType="application/vnd.openxmlformats-package.relationships+xml"/>
  <Override PartName="/ppt/slides/_rels/slide10.xml.rels" ContentType="application/vnd.openxmlformats-package.relationships+xml"/>
  <Override PartName="/ppt/slides/_rels/slide8.xml.rels" ContentType="application/vnd.openxmlformats-package.relationships+xml"/>
  <Override PartName="/ppt/slides/_rels/slide25.xml.rels" ContentType="application/vnd.openxmlformats-package.relationships+xml"/>
  <Override PartName="/ppt/slides/_rels/slide2.xml.rels" ContentType="application/vnd.openxmlformats-package.relationships+xml"/>
  <Override PartName="/ppt/slides/_rels/slide16.xml.rels" ContentType="application/vnd.openxmlformats-package.relationships+xml"/>
  <Override PartName="/ppt/slides/_rels/slide1.xml.rels" ContentType="application/vnd.openxmlformats-package.relationships+xml"/>
  <Override PartName="/ppt/slides/slide29.xml" ContentType="application/vnd.openxmlformats-officedocument.presentationml.slide+xml"/>
  <Override PartName="/ppt/slides/slide28.xml" ContentType="application/vnd.openxmlformats-officedocument.presentationml.slide+xml"/>
  <Override PartName="/ppt/slides/slide27.xml" ContentType="application/vnd.openxmlformats-officedocument.presentationml.slide+xml"/>
  <Override PartName="/ppt/slides/slide26.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19.xml" ContentType="application/vnd.openxmlformats-officedocument.presentationml.slide+xml"/>
  <Override PartName="/ppt/slides/slide13.xml" ContentType="application/vnd.openxmlformats-officedocument.presentationml.slide+xml"/>
  <Override PartName="/ppt/slides/slide5.xml" ContentType="application/vnd.openxmlformats-officedocument.presentationml.slide+xml"/>
  <Override PartName="/ppt/slides/slide21.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22.xml" ContentType="application/vnd.openxmlformats-officedocument.presentationml.slide+xml"/>
  <Override PartName="/ppt/slides/slide14.xml" ContentType="application/vnd.openxmlformats-officedocument.presentationml.slide+xml"/>
  <Override PartName="/ppt/slides/slide6.xml" ContentType="application/vnd.openxmlformats-officedocument.presentationml.slide+xml"/>
  <Override PartName="/ppt/slides/slide34.xml" ContentType="application/vnd.openxmlformats-officedocument.presentationml.slide+xml"/>
  <Override PartName="/ppt/slides/slide12.xml" ContentType="application/vnd.openxmlformats-officedocument.presentationml.slide+xml"/>
  <Override PartName="/ppt/slides/slide4.xml" ContentType="application/vnd.openxmlformats-officedocument.presentationml.slide+xml"/>
  <Override PartName="/ppt/slides/slide18.xml" ContentType="application/vnd.openxmlformats-officedocument.presentationml.slide+xml"/>
  <Override PartName="/ppt/slides/slide20.xml" ContentType="application/vnd.openxmlformats-officedocument.presentationml.slide+xml"/>
  <Override PartName="/ppt/slides/slide11.xml" ContentType="application/vnd.openxmlformats-officedocument.presentationml.slide+xml"/>
  <Override PartName="/ppt/slides/slide3.xml" ContentType="application/vnd.openxmlformats-officedocument.presentationml.slide+xml"/>
  <Override PartName="/ppt/slides/slide9.xml" ContentType="application/vnd.openxmlformats-officedocument.presentationml.slide+xml"/>
  <Override PartName="/ppt/slides/slide17.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8.xml" ContentType="application/vnd.openxmlformats-officedocument.presentationml.slide+xml"/>
  <Override PartName="/ppt/slides/slide16.xml" ContentType="application/vnd.openxmlformats-officedocument.presentationml.slide+xml"/>
  <Override PartName="/ppt/slides/slide1.xml" ContentType="application/vnd.openxmlformats-officedocument.presentationml.slide+xml"/>
  <Override PartName="/ppt/slides/slide7.xml" ContentType="application/vnd.openxmlformats-officedocument.presentationml.slide+xml"/>
  <Override PartName="/ppt/slides/slide15.xml" ContentType="application/vnd.openxmlformats-officedocument.presentationml.slide+xml"/>
  <Override PartName="/ppt/notesSlides/notesSlide28.xml" ContentType="application/vnd.openxmlformats-officedocument.presentationml.notesSlide+xml"/>
  <Override PartName="/ppt/notesSlides/notesSlide30.xml" ContentType="application/vnd.openxmlformats-officedocument.presentationml.notesSlide+xml"/>
  <Override PartName="/ppt/notesSlides/notesSlide5.xml" ContentType="application/vnd.openxmlformats-officedocument.presentationml.notesSlide+xml"/>
  <Override PartName="/ppt/notesSlides/notesSlide12.xml" ContentType="application/vnd.openxmlformats-officedocument.presentationml.notesSlide+xml"/>
  <Override PartName="/ppt/notesSlides/_rels/notesSlide23.xml.rels" ContentType="application/vnd.openxmlformats-package.relationships+xml"/>
  <Override PartName="/ppt/notesSlides/_rels/notesSlide22.xml.rels" ContentType="application/vnd.openxmlformats-package.relationships+xml"/>
  <Override PartName="/ppt/notesSlides/_rels/notesSlide28.xml.rels" ContentType="application/vnd.openxmlformats-package.relationships+xml"/>
  <Override PartName="/ppt/notesSlides/_rels/notesSlide30.xml.rels" ContentType="application/vnd.openxmlformats-package.relationships+xml"/>
  <Override PartName="/ppt/notesSlides/_rels/notesSlide5.xml.rels" ContentType="application/vnd.openxmlformats-package.relationships+xml"/>
  <Override PartName="/ppt/notesSlides/_rels/notesSlide12.xml.rels" ContentType="application/vnd.openxmlformats-package.relationships+xml"/>
  <Override PartName="/ppt/notesSlides/_rels/notesSlide13.xml.rels" ContentType="application/vnd.openxmlformats-package.relationships+xml"/>
  <Override PartName="/ppt/notesSlides/_rels/notesSlide25.xml.rels" ContentType="application/vnd.openxmlformats-package.relationships+xml"/>
  <Override PartName="/ppt/notesSlides/_rels/notesSlide15.xml.rels" ContentType="application/vnd.openxmlformats-package.relationships+xml"/>
  <Override PartName="/ppt/notesSlides/_rels/notesSlide27.xml.rels" ContentType="application/vnd.openxmlformats-package.relationships+xml"/>
  <Override PartName="/ppt/notesSlides/_rels/notesSlide17.xml.rels" ContentType="application/vnd.openxmlformats-package.relationships+xml"/>
  <Override PartName="/ppt/notesSlides/_rels/notesSlide29.xml.rels" ContentType="application/vnd.openxmlformats-package.relationships+xml"/>
  <Override PartName="/ppt/notesSlides/_rels/notesSlide31.xml.rels" ContentType="application/vnd.openxmlformats-package.relationships+xml"/>
  <Override PartName="/ppt/notesSlides/_rels/notesSlide19.xml.rels" ContentType="application/vnd.openxmlformats-package.relationships+xml"/>
  <Override PartName="/ppt/notesSlides/_rels/notesSlide21.xml.rels" ContentType="application/vnd.openxmlformats-package.relationships+xml"/>
  <Override PartName="/ppt/notesSlides/notesSlide13.xml" ContentType="application/vnd.openxmlformats-officedocument.presentationml.notesSlide+xml"/>
  <Override PartName="/ppt/notesSlides/notesSlide25.xml" ContentType="application/vnd.openxmlformats-officedocument.presentationml.notesSlide+xml"/>
  <Override PartName="/ppt/notesSlides/notesSlide15.xml" ContentType="application/vnd.openxmlformats-officedocument.presentationml.notesSlide+xml"/>
  <Override PartName="/ppt/notesSlides/notesSlide27.xml" ContentType="application/vnd.openxmlformats-officedocument.presentationml.notesSlide+xml"/>
  <Override PartName="/ppt/notesSlides/notesSlide17.xml" ContentType="application/vnd.openxmlformats-officedocument.presentationml.notesSlide+xml"/>
  <Override PartName="/ppt/notesSlides/notesSlide31.xml" ContentType="application/vnd.openxmlformats-officedocument.presentationml.notesSlide+xml"/>
  <Override PartName="/ppt/notesSlides/notesSlide29.xml" ContentType="application/vnd.openxmlformats-officedocument.presentationml.notesSlide+xml"/>
  <Override PartName="/ppt/notesSlides/notesSlide19.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4" r:id="rId5"/>
    <p:sldMasterId id="2147483656" r:id="rId6"/>
    <p:sldMasterId id="2147483658" r:id="rId7"/>
    <p:sldMasterId id="2147483660" r:id="rId8"/>
    <p:sldMasterId id="2147483662" r:id="rId9"/>
    <p:sldMasterId id="2147483664" r:id="rId10"/>
    <p:sldMasterId id="2147483666" r:id="rId11"/>
    <p:sldMasterId id="2147483668" r:id="rId12"/>
  </p:sldMasterIdLst>
  <p:notesMasterIdLst>
    <p:notesMasterId r:id="rId13"/>
  </p:notesMasterIdLst>
  <p:sldIdLst>
    <p:sldId id="256" r:id="rId14"/>
    <p:sldId id="257" r:id="rId15"/>
    <p:sldId id="258" r:id="rId16"/>
    <p:sldId id="259" r:id="rId17"/>
    <p:sldId id="260" r:id="rId18"/>
    <p:sldId id="261" r:id="rId19"/>
    <p:sldId id="262" r:id="rId20"/>
    <p:sldId id="263" r:id="rId21"/>
    <p:sldId id="264" r:id="rId22"/>
    <p:sldId id="265" r:id="rId23"/>
    <p:sldId id="266" r:id="rId24"/>
    <p:sldId id="267" r:id="rId25"/>
    <p:sldId id="268" r:id="rId26"/>
    <p:sldId id="269" r:id="rId27"/>
    <p:sldId id="270" r:id="rId28"/>
    <p:sldId id="271" r:id="rId29"/>
    <p:sldId id="272" r:id="rId30"/>
    <p:sldId id="273" r:id="rId31"/>
    <p:sldId id="274" r:id="rId32"/>
    <p:sldId id="275" r:id="rId33"/>
    <p:sldId id="276" r:id="rId34"/>
    <p:sldId id="277" r:id="rId35"/>
    <p:sldId id="278" r:id="rId36"/>
    <p:sldId id="279" r:id="rId37"/>
    <p:sldId id="280" r:id="rId38"/>
    <p:sldId id="281" r:id="rId39"/>
    <p:sldId id="282" r:id="rId40"/>
    <p:sldId id="283" r:id="rId41"/>
    <p:sldId id="284" r:id="rId42"/>
    <p:sldId id="285" r:id="rId43"/>
    <p:sldId id="286" r:id="rId44"/>
    <p:sldId id="287" r:id="rId45"/>
    <p:sldId id="288" r:id="rId46"/>
    <p:sldId id="289" r:id="rId47"/>
  </p:sldIdLst>
  <p:sldSz cx="9144000" cy="51435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Master" Target="slideMasters/slideMaster11.xml"/><Relationship Id="rId13" Type="http://schemas.openxmlformats.org/officeDocument/2006/relationships/notesMaster" Target="notesMasters/notesMaster1.xml"/><Relationship Id="rId14" Type="http://schemas.openxmlformats.org/officeDocument/2006/relationships/slide" Target="slides/slide1.xml"/><Relationship Id="rId15" Type="http://schemas.openxmlformats.org/officeDocument/2006/relationships/slide" Target="slides/slide2.xml"/><Relationship Id="rId16" Type="http://schemas.openxmlformats.org/officeDocument/2006/relationships/slide" Target="slides/slide3.xml"/><Relationship Id="rId17" Type="http://schemas.openxmlformats.org/officeDocument/2006/relationships/slide" Target="slides/slide4.xml"/><Relationship Id="rId18" Type="http://schemas.openxmlformats.org/officeDocument/2006/relationships/slide" Target="slides/slide5.xml"/><Relationship Id="rId19" Type="http://schemas.openxmlformats.org/officeDocument/2006/relationships/slide" Target="slides/slide6.xml"/><Relationship Id="rId20" Type="http://schemas.openxmlformats.org/officeDocument/2006/relationships/slide" Target="slides/slide7.xml"/><Relationship Id="rId21" Type="http://schemas.openxmlformats.org/officeDocument/2006/relationships/slide" Target="slides/slide8.xml"/><Relationship Id="rId22" Type="http://schemas.openxmlformats.org/officeDocument/2006/relationships/slide" Target="slides/slide9.xml"/><Relationship Id="rId23" Type="http://schemas.openxmlformats.org/officeDocument/2006/relationships/slide" Target="slides/slide10.xml"/><Relationship Id="rId24" Type="http://schemas.openxmlformats.org/officeDocument/2006/relationships/slide" Target="slides/slide11.xml"/><Relationship Id="rId25" Type="http://schemas.openxmlformats.org/officeDocument/2006/relationships/slide" Target="slides/slide12.xml"/><Relationship Id="rId26" Type="http://schemas.openxmlformats.org/officeDocument/2006/relationships/slide" Target="slides/slide13.xml"/><Relationship Id="rId27" Type="http://schemas.openxmlformats.org/officeDocument/2006/relationships/slide" Target="slides/slide14.xml"/><Relationship Id="rId28" Type="http://schemas.openxmlformats.org/officeDocument/2006/relationships/slide" Target="slides/slide15.xml"/><Relationship Id="rId29" Type="http://schemas.openxmlformats.org/officeDocument/2006/relationships/slide" Target="slides/slide16.xml"/><Relationship Id="rId30" Type="http://schemas.openxmlformats.org/officeDocument/2006/relationships/slide" Target="slides/slide17.xml"/><Relationship Id="rId31" Type="http://schemas.openxmlformats.org/officeDocument/2006/relationships/slide" Target="slides/slide18.xml"/><Relationship Id="rId32" Type="http://schemas.openxmlformats.org/officeDocument/2006/relationships/slide" Target="slides/slide19.xml"/><Relationship Id="rId33" Type="http://schemas.openxmlformats.org/officeDocument/2006/relationships/slide" Target="slides/slide20.xml"/><Relationship Id="rId34" Type="http://schemas.openxmlformats.org/officeDocument/2006/relationships/slide" Target="slides/slide21.xml"/><Relationship Id="rId35" Type="http://schemas.openxmlformats.org/officeDocument/2006/relationships/slide" Target="slides/slide22.xml"/><Relationship Id="rId36" Type="http://schemas.openxmlformats.org/officeDocument/2006/relationships/slide" Target="slides/slide23.xml"/><Relationship Id="rId37" Type="http://schemas.openxmlformats.org/officeDocument/2006/relationships/slide" Target="slides/slide24.xml"/><Relationship Id="rId38" Type="http://schemas.openxmlformats.org/officeDocument/2006/relationships/slide" Target="slides/slide25.xml"/><Relationship Id="rId39" Type="http://schemas.openxmlformats.org/officeDocument/2006/relationships/slide" Target="slides/slide26.xml"/><Relationship Id="rId40" Type="http://schemas.openxmlformats.org/officeDocument/2006/relationships/slide" Target="slides/slide27.xml"/><Relationship Id="rId41" Type="http://schemas.openxmlformats.org/officeDocument/2006/relationships/slide" Target="slides/slide28.xml"/><Relationship Id="rId42" Type="http://schemas.openxmlformats.org/officeDocument/2006/relationships/slide" Target="slides/slide29.xml"/><Relationship Id="rId43" Type="http://schemas.openxmlformats.org/officeDocument/2006/relationships/slide" Target="slides/slide30.xml"/><Relationship Id="rId44" Type="http://schemas.openxmlformats.org/officeDocument/2006/relationships/slide" Target="slides/slide31.xml"/><Relationship Id="rId45" Type="http://schemas.openxmlformats.org/officeDocument/2006/relationships/slide" Target="slides/slide32.xml"/><Relationship Id="rId46" Type="http://schemas.openxmlformats.org/officeDocument/2006/relationships/slide" Target="slides/slide33.xml"/><Relationship Id="rId47" Type="http://schemas.openxmlformats.org/officeDocument/2006/relationships/slide" Target="slides/slide34.xml"/><Relationship Id="rId48"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1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6" name="PlaceHolder 1"/>
          <p:cNvSpPr>
            <a:spLocks noGrp="1"/>
          </p:cNvSpPr>
          <p:nvPr>
            <p:ph type="sldImg"/>
          </p:nvPr>
        </p:nvSpPr>
        <p:spPr>
          <a:xfrm>
            <a:off x="216000" y="812520"/>
            <a:ext cx="7127280" cy="4008960"/>
          </a:xfrm>
          <a:prstGeom prst="rect">
            <a:avLst/>
          </a:prstGeom>
          <a:noFill/>
          <a:ln w="0">
            <a:noFill/>
          </a:ln>
        </p:spPr>
        <p:txBody>
          <a:bodyPr lIns="0" rIns="0" tIns="0" bIns="0" anchor="ctr">
            <a:noAutofit/>
          </a:bodyPr>
          <a:p>
            <a:r>
              <a:rPr b="0" lang="en-US" sz="1800" spc="-1" strike="noStrike">
                <a:solidFill>
                  <a:schemeClr val="dk1"/>
                </a:solidFill>
                <a:latin typeface="Calibri"/>
              </a:rPr>
              <a:t>Click to move the slide</a:t>
            </a:r>
            <a:endParaRPr b="0" lang="en-US" sz="1800" spc="-1" strike="noStrike">
              <a:solidFill>
                <a:schemeClr val="dk1"/>
              </a:solidFill>
              <a:latin typeface="Calibri"/>
            </a:endParaRPr>
          </a:p>
        </p:txBody>
      </p:sp>
      <p:sp>
        <p:nvSpPr>
          <p:cNvPr id="67"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Click to edit the notes format</a:t>
            </a:r>
            <a:endParaRPr b="0" lang="en-US" sz="2000" spc="-1" strike="noStrike">
              <a:solidFill>
                <a:srgbClr val="000000"/>
              </a:solidFill>
              <a:latin typeface="Arial"/>
            </a:endParaRPr>
          </a:p>
        </p:txBody>
      </p:sp>
      <p:sp>
        <p:nvSpPr>
          <p:cNvPr id="68" name="PlaceHolder 3"/>
          <p:cNvSpPr>
            <a:spLocks noGrp="1"/>
          </p:cNvSpPr>
          <p:nvPr>
            <p:ph type="hdr"/>
          </p:nvPr>
        </p:nvSpPr>
        <p:spPr>
          <a:xfrm>
            <a:off x="0" y="0"/>
            <a:ext cx="3280680" cy="534240"/>
          </a:xfrm>
          <a:prstGeom prst="rect">
            <a:avLst/>
          </a:prstGeom>
          <a:noFill/>
          <a:ln w="0">
            <a:noFill/>
          </a:ln>
        </p:spPr>
        <p:txBody>
          <a:bodyPr lIns="0" rIns="0" tIns="0" bIns="0" anchor="t">
            <a:noAutofit/>
          </a:bodyPr>
          <a:p>
            <a:pPr indent="0">
              <a:buNone/>
            </a:pPr>
            <a:r>
              <a:rPr b="0" lang="en-US" sz="1400" spc="-1" strike="noStrike">
                <a:solidFill>
                  <a:srgbClr val="000000"/>
                </a:solidFill>
                <a:latin typeface="Times New Roman"/>
              </a:rPr>
              <a:t>&lt;header&gt;</a:t>
            </a:r>
            <a:endParaRPr b="0" lang="en-US" sz="1400" spc="-1" strike="noStrike">
              <a:solidFill>
                <a:srgbClr val="000000"/>
              </a:solidFill>
              <a:latin typeface="Times New Roman"/>
            </a:endParaRPr>
          </a:p>
        </p:txBody>
      </p:sp>
      <p:sp>
        <p:nvSpPr>
          <p:cNvPr id="69" name="PlaceHolder 4"/>
          <p:cNvSpPr>
            <a:spLocks noGrp="1"/>
          </p:cNvSpPr>
          <p:nvPr>
            <p:ph type="dt" idx="34"/>
          </p:nvPr>
        </p:nvSpPr>
        <p:spPr>
          <a:xfrm>
            <a:off x="4278960" y="0"/>
            <a:ext cx="3280680" cy="534240"/>
          </a:xfrm>
          <a:prstGeom prst="rect">
            <a:avLst/>
          </a:prstGeom>
          <a:noFill/>
          <a:ln w="0">
            <a:noFill/>
          </a:ln>
        </p:spPr>
        <p:txBody>
          <a:bodyPr lIns="0" rIns="0" tIns="0" bIns="0" anchor="t">
            <a:noAutofit/>
          </a:bodyPr>
          <a:lstStyle>
            <a:lvl1pPr indent="0" algn="r">
              <a:buNone/>
              <a:defRPr b="0" lang="en-US" sz="1400" spc="-1" strike="noStrike">
                <a:solidFill>
                  <a:srgbClr val="000000"/>
                </a:solidFill>
                <a:latin typeface="Times New Roman"/>
              </a:defRPr>
            </a:lvl1pPr>
          </a:lstStyle>
          <a:p>
            <a:pPr indent="0" algn="r">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70" name="PlaceHolder 5"/>
          <p:cNvSpPr>
            <a:spLocks noGrp="1"/>
          </p:cNvSpPr>
          <p:nvPr>
            <p:ph type="ftr" idx="35"/>
          </p:nvPr>
        </p:nvSpPr>
        <p:spPr>
          <a:xfrm>
            <a:off x="0" y="10157400"/>
            <a:ext cx="3280680" cy="534240"/>
          </a:xfrm>
          <a:prstGeom prst="rect">
            <a:avLst/>
          </a:prstGeom>
          <a:noFill/>
          <a:ln w="0">
            <a:noFill/>
          </a:ln>
        </p:spPr>
        <p:txBody>
          <a:bodyPr lIns="0" rIns="0" tIns="0" bIns="0" anchor="b">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71" name="PlaceHolder 6"/>
          <p:cNvSpPr>
            <a:spLocks noGrp="1"/>
          </p:cNvSpPr>
          <p:nvPr>
            <p:ph type="sldNum" idx="36"/>
          </p:nvPr>
        </p:nvSpPr>
        <p:spPr>
          <a:xfrm>
            <a:off x="4278960" y="10157400"/>
            <a:ext cx="3280680" cy="534240"/>
          </a:xfrm>
          <a:prstGeom prst="rect">
            <a:avLst/>
          </a:prstGeom>
          <a:noFill/>
          <a:ln w="0">
            <a:noFill/>
          </a:ln>
        </p:spPr>
        <p:txBody>
          <a:bodyPr lIns="0" rIns="0" tIns="0" bIns="0" anchor="b">
            <a:noAutofit/>
          </a:bodyPr>
          <a:lstStyle>
            <a:lvl1pPr indent="0" algn="r">
              <a:buNone/>
              <a:defRPr b="0" lang="en-US" sz="1400" spc="-1" strike="noStrike">
                <a:solidFill>
                  <a:srgbClr val="000000"/>
                </a:solidFill>
                <a:latin typeface="Times New Roman"/>
              </a:defRPr>
            </a:lvl1pPr>
          </a:lstStyle>
          <a:p>
            <a:pPr indent="0" algn="r">
              <a:buNone/>
            </a:pPr>
            <a:fld id="{F74A49DA-35DC-4282-8328-B3074E6B270F}" type="slidenum">
              <a:rPr b="0" lang="en-US" sz="1400" spc="-1" strike="noStrike">
                <a:solidFill>
                  <a:srgbClr val="000000"/>
                </a:solidFill>
                <a:latin typeface="Times New Roman"/>
              </a:rPr>
              <a:t>&lt;number&gt;</a:t>
            </a:fld>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_rels/notesSlide21.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
</Relationships>
</file>

<file path=ppt/notesSlides/_rels/notesSlide22.xml.rels><?xml version="1.0" encoding="UTF-8"?>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
</Relationships>
</file>

<file path=ppt/notesSlides/_rels/notesSlide23.xml.rels><?xml version="1.0" encoding="UTF-8"?>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
</Relationships>
</file>

<file path=ppt/notesSlides/_rels/notesSlide25.xml.rels><?xml version="1.0" encoding="UTF-8"?>
<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
</Relationships>
</file>

<file path=ppt/notesSlides/_rels/notesSlide27.xml.rels><?xml version="1.0" encoding="UTF-8"?>
<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
</Relationships>
</file>

<file path=ppt/notesSlides/_rels/notesSlide28.xml.rels><?xml version="1.0" encoding="UTF-8"?>
<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
</Relationships>
</file>

<file path=ppt/notesSlides/_rels/notesSlide29.xml.rels><?xml version="1.0" encoding="UTF-8"?>
<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
</Relationships>
</file>

<file path=ppt/notesSlides/_rels/notesSlide30.xml.rels><?xml version="1.0" encoding="UTF-8"?>
<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
</Relationships>
</file>

<file path=ppt/notesSlides/_rels/notesSlide31.xml.rels><?xml version="1.0" encoding="UTF-8"?>
<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
</Relationship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4" name="PlaceHolder 1"/>
          <p:cNvSpPr>
            <a:spLocks noGrp="1"/>
          </p:cNvSpPr>
          <p:nvPr>
            <p:ph type="sldImg"/>
          </p:nvPr>
        </p:nvSpPr>
        <p:spPr>
          <a:xfrm>
            <a:off x="685800" y="1143000"/>
            <a:ext cx="5486040" cy="3085920"/>
          </a:xfrm>
          <a:prstGeom prst="rect">
            <a:avLst/>
          </a:prstGeom>
          <a:ln w="0">
            <a:noFill/>
          </a:ln>
        </p:spPr>
      </p:sp>
      <p:sp>
        <p:nvSpPr>
          <p:cNvPr id="155"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Set expectations early: a model with 0.95 AUC that is useless in the clinic is a failed project in this course.</a:t>
            </a:r>
            <a:endParaRPr b="0" lang="en-US" sz="2000" spc="-1" strike="noStrike">
              <a:solidFill>
                <a:srgbClr val="000000"/>
              </a:solidFill>
              <a:latin typeface="Arial"/>
            </a:endParaRPr>
          </a:p>
        </p:txBody>
      </p:sp>
      <p:sp>
        <p:nvSpPr>
          <p:cNvPr id="156" name="PlaceHolder 3"/>
          <p:cNvSpPr>
            <a:spLocks noGrp="1"/>
          </p:cNvSpPr>
          <p:nvPr>
            <p:ph type="sldNum" idx="38"/>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E49B12A3-6BF3-4D77-8C47-6F9A0AE8A983}" type="slidenum">
              <a:rPr b="0" lang="en-US" sz="1200" spc="-1" strike="noStrike">
                <a:solidFill>
                  <a:schemeClr val="dk1"/>
                </a:solidFill>
                <a:latin typeface="+mn-lt"/>
                <a:ea typeface="+mn-ea"/>
              </a:rPr>
              <a:t>34</a:t>
            </a:fld>
            <a:endParaRPr b="0" lang="en-US" sz="1200" spc="-1" strike="noStrike">
              <a:solidFill>
                <a:srgbClr val="000000"/>
              </a:solidFill>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7" name="PlaceHolder 1"/>
          <p:cNvSpPr>
            <a:spLocks noGrp="1"/>
          </p:cNvSpPr>
          <p:nvPr>
            <p:ph type="sldImg"/>
          </p:nvPr>
        </p:nvSpPr>
        <p:spPr>
          <a:xfrm>
            <a:off x="685800" y="1143000"/>
            <a:ext cx="5486040" cy="3085920"/>
          </a:xfrm>
          <a:prstGeom prst="rect">
            <a:avLst/>
          </a:prstGeom>
          <a:ln w="0">
            <a:noFill/>
          </a:ln>
        </p:spPr>
      </p:sp>
      <p:sp>
        <p:nvSpPr>
          <p:cNvPr id="158"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Ask: if two experts only agree 70% of the time, what does 95% accuracy mean?</a:t>
            </a:r>
            <a:endParaRPr b="0" lang="en-US" sz="2000" spc="-1" strike="noStrike">
              <a:solidFill>
                <a:srgbClr val="000000"/>
              </a:solidFill>
              <a:latin typeface="Arial"/>
            </a:endParaRPr>
          </a:p>
        </p:txBody>
      </p:sp>
      <p:sp>
        <p:nvSpPr>
          <p:cNvPr id="159" name="PlaceHolder 3"/>
          <p:cNvSpPr>
            <a:spLocks noGrp="1"/>
          </p:cNvSpPr>
          <p:nvPr>
            <p:ph type="sldNum" idx="39"/>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7AA99C6B-C61E-4A02-A779-62D568956CB8}" type="slidenum">
              <a:rPr b="0" lang="en-US" sz="1200" spc="-1" strike="noStrike">
                <a:solidFill>
                  <a:schemeClr val="dk1"/>
                </a:solidFill>
                <a:latin typeface="+mn-lt"/>
                <a:ea typeface="+mn-ea"/>
              </a:rPr>
              <a:t>34</a:t>
            </a:fld>
            <a:endParaRPr b="0" lang="en-US" sz="1200" spc="-1" strike="noStrike">
              <a:solidFill>
                <a:srgbClr val="000000"/>
              </a:solidFill>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0" name="PlaceHolder 1"/>
          <p:cNvSpPr>
            <a:spLocks noGrp="1"/>
          </p:cNvSpPr>
          <p:nvPr>
            <p:ph type="sldImg"/>
          </p:nvPr>
        </p:nvSpPr>
        <p:spPr>
          <a:xfrm>
            <a:off x="685800" y="1143000"/>
            <a:ext cx="5486040" cy="3085920"/>
          </a:xfrm>
          <a:prstGeom prst="rect">
            <a:avLst/>
          </a:prstGeom>
          <a:ln w="0">
            <a:noFill/>
          </a:ln>
        </p:spPr>
      </p:sp>
      <p:sp>
        <p:nvSpPr>
          <p:cNvPr id="161"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Left: the labels you wish you had. Right: the same 600 points, but the annotator is cautious and calls 35% of the negatives positive. The grey line is the truth, the amber line is what least squares gives you. Ask the room: which way did it move, and why is that worse than random flipping?</a:t>
            </a:r>
            <a:endParaRPr b="0" lang="en-US" sz="2000" spc="-1" strike="noStrike">
              <a:solidFill>
                <a:srgbClr val="000000"/>
              </a:solidFill>
              <a:latin typeface="Arial"/>
            </a:endParaRPr>
          </a:p>
        </p:txBody>
      </p:sp>
      <p:sp>
        <p:nvSpPr>
          <p:cNvPr id="162" name="PlaceHolder 3"/>
          <p:cNvSpPr>
            <a:spLocks noGrp="1"/>
          </p:cNvSpPr>
          <p:nvPr>
            <p:ph type="sldNum" idx="40"/>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5D934AF9-420D-408E-B89B-8B23F267DCFC}" type="slidenum">
              <a:rPr b="0" lang="en-US" sz="1200" spc="-1" strike="noStrike">
                <a:solidFill>
                  <a:schemeClr val="dk1"/>
                </a:solidFill>
                <a:latin typeface="+mn-lt"/>
                <a:ea typeface="+mn-ea"/>
              </a:rPr>
              <a:t>34</a:t>
            </a:fld>
            <a:endParaRPr b="0" lang="en-US" sz="1200" spc="-1" strike="noStrike">
              <a:solidFill>
                <a:srgbClr val="000000"/>
              </a:solidFill>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3" name="PlaceHolder 1"/>
          <p:cNvSpPr>
            <a:spLocks noGrp="1"/>
          </p:cNvSpPr>
          <p:nvPr>
            <p:ph type="sldImg"/>
          </p:nvPr>
        </p:nvSpPr>
        <p:spPr>
          <a:xfrm>
            <a:off x="685800" y="1143000"/>
            <a:ext cx="5486040" cy="3085920"/>
          </a:xfrm>
          <a:prstGeom prst="rect">
            <a:avLst/>
          </a:prstGeom>
          <a:ln w="0">
            <a:noFill/>
          </a:ln>
        </p:spPr>
      </p:sp>
      <p:sp>
        <p:nvSpPr>
          <p:cNvPr id="164"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Run these three before anything else. </a:t>
            </a:r>
            <a:r>
              <a:rPr b="0" lang="en-US" sz="2000" spc="-1" strike="noStrike">
                <a:solidFill>
                  <a:srgbClr val="000000"/>
                </a:solidFill>
                <a:latin typeface="Courier New"/>
              </a:rPr>
              <a:t>min/max catch impossible values, a histogram catches mixed units far faster than reading a data dictionary, and grouping by unit catches the column that was silently concatenated from two sites.</a:t>
            </a:r>
            <a:endParaRPr b="0" lang="en-US" sz="2000" spc="-1" strike="noStrike">
              <a:solidFill>
                <a:srgbClr val="000000"/>
              </a:solidFill>
              <a:latin typeface="Arial"/>
            </a:endParaRPr>
          </a:p>
        </p:txBody>
      </p:sp>
      <p:sp>
        <p:nvSpPr>
          <p:cNvPr id="165" name="PlaceHolder 3"/>
          <p:cNvSpPr>
            <a:spLocks noGrp="1"/>
          </p:cNvSpPr>
          <p:nvPr>
            <p:ph type="sldNum" idx="41"/>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BF206639-2277-4BD9-A7BC-ED65282256E0}" type="slidenum">
              <a:rPr b="0" lang="en-US" sz="1200" spc="-1" strike="noStrike">
                <a:solidFill>
                  <a:schemeClr val="dk1"/>
                </a:solidFill>
                <a:latin typeface="+mn-lt"/>
                <a:ea typeface="+mn-ea"/>
              </a:rPr>
              <a:t>34</a:t>
            </a:fld>
            <a:endParaRPr b="0" lang="en-US" sz="1200" spc="-1" strike="noStrike">
              <a:solidFill>
                <a:srgbClr val="000000"/>
              </a:solidFill>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6" name="PlaceHolder 1"/>
          <p:cNvSpPr>
            <a:spLocks noGrp="1"/>
          </p:cNvSpPr>
          <p:nvPr>
            <p:ph type="sldImg"/>
          </p:nvPr>
        </p:nvSpPr>
        <p:spPr>
          <a:xfrm>
            <a:off x="685800" y="1143000"/>
            <a:ext cx="5486040" cy="3085920"/>
          </a:xfrm>
          <a:prstGeom prst="rect">
            <a:avLst/>
          </a:prstGeom>
          <a:ln w="0">
            <a:noFill/>
          </a:ln>
        </p:spPr>
      </p:sp>
      <p:sp>
        <p:nvSpPr>
          <p:cNvPr id="167"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Left, patients sorted by how unwell they are: routine observations are almost always there, the specialised ones only for the sick. Right: the patients who had a lactate drawn died five times more often — and that is before anyone looked at the number. Impute it away and you delete the strongest signal in the table.</a:t>
            </a:r>
            <a:endParaRPr b="0" lang="en-US" sz="2000" spc="-1" strike="noStrike">
              <a:solidFill>
                <a:srgbClr val="000000"/>
              </a:solidFill>
              <a:latin typeface="Arial"/>
            </a:endParaRPr>
          </a:p>
        </p:txBody>
      </p:sp>
      <p:sp>
        <p:nvSpPr>
          <p:cNvPr id="168" name="PlaceHolder 3"/>
          <p:cNvSpPr>
            <a:spLocks noGrp="1"/>
          </p:cNvSpPr>
          <p:nvPr>
            <p:ph type="sldNum" idx="42"/>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5A557CCC-327C-4349-AD1B-AD3D33661006}" type="slidenum">
              <a:rPr b="0" lang="en-US" sz="1200" spc="-1" strike="noStrike">
                <a:solidFill>
                  <a:schemeClr val="dk1"/>
                </a:solidFill>
                <a:latin typeface="+mn-lt"/>
                <a:ea typeface="+mn-ea"/>
              </a:rPr>
              <a:t>34</a:t>
            </a:fld>
            <a:endParaRPr b="0" lang="en-US" sz="1200" spc="-1" strike="noStrike">
              <a:solidFill>
                <a:srgbClr val="000000"/>
              </a:solidFill>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9" name="PlaceHolder 1"/>
          <p:cNvSpPr>
            <a:spLocks noGrp="1"/>
          </p:cNvSpPr>
          <p:nvPr>
            <p:ph type="sldImg"/>
          </p:nvPr>
        </p:nvSpPr>
        <p:spPr>
          <a:xfrm>
            <a:off x="685800" y="1143000"/>
            <a:ext cx="5486040" cy="3085920"/>
          </a:xfrm>
          <a:prstGeom prst="rect">
            <a:avLst/>
          </a:prstGeom>
          <a:ln w="0">
            <a:noFill/>
          </a:ln>
        </p:spPr>
      </p:sp>
      <p:sp>
        <p:nvSpPr>
          <p:cNvPr id="170"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This model has no parameters — it is </a:t>
            </a:r>
            <a:r>
              <a:rPr b="0" lang="en-US" sz="2000" spc="-1" strike="noStrike">
                <a:solidFill>
                  <a:srgbClr val="000000"/>
                </a:solidFill>
                <a:latin typeface="Courier New"/>
              </a:rPr>
              <a:t>return 0. It beats most first attempts on accuracy and it would kill everyone it was meant to save. Every metric we use from Week 3 onwards exists to make this model score zero.</a:t>
            </a:r>
            <a:endParaRPr b="0" lang="en-US" sz="2000" spc="-1" strike="noStrike">
              <a:solidFill>
                <a:srgbClr val="000000"/>
              </a:solidFill>
              <a:latin typeface="Arial"/>
            </a:endParaRPr>
          </a:p>
        </p:txBody>
      </p:sp>
      <p:sp>
        <p:nvSpPr>
          <p:cNvPr id="171" name="PlaceHolder 3"/>
          <p:cNvSpPr>
            <a:spLocks noGrp="1"/>
          </p:cNvSpPr>
          <p:nvPr>
            <p:ph type="sldNum" idx="43"/>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9F997011-8DF7-4462-A336-A116BCD98115}" type="slidenum">
              <a:rPr b="0" lang="en-US" sz="1200" spc="-1" strike="noStrike">
                <a:solidFill>
                  <a:schemeClr val="dk1"/>
                </a:solidFill>
                <a:latin typeface="+mn-lt"/>
                <a:ea typeface="+mn-ea"/>
              </a:rPr>
              <a:t>34</a:t>
            </a:fld>
            <a:endParaRPr b="0" lang="en-US" sz="1200" spc="-1" strike="noStrike">
              <a:solidFill>
                <a:srgbClr val="000000"/>
              </a:solidFill>
              <a:latin typeface="Times New Roman"/>
            </a:endParaRPr>
          </a:p>
        </p:txBody>
      </p:sp>
    </p:spTree>
  </p:cSld>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2" name="PlaceHolder 1"/>
          <p:cNvSpPr>
            <a:spLocks noGrp="1"/>
          </p:cNvSpPr>
          <p:nvPr>
            <p:ph type="sldImg"/>
          </p:nvPr>
        </p:nvSpPr>
        <p:spPr>
          <a:xfrm>
            <a:off x="685800" y="1143000"/>
            <a:ext cx="5486040" cy="3085920"/>
          </a:xfrm>
          <a:prstGeom prst="rect">
            <a:avLst/>
          </a:prstGeom>
          <a:ln w="0">
            <a:noFill/>
          </a:ln>
        </p:spPr>
      </p:sp>
      <p:sp>
        <p:nvSpPr>
          <p:cNvPr id="173"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Nothing was retrained, no code changed. The deployment hospital simply admits older patients, and the case mix kept drifting. Without a monitoring dashboard you find out from a complaint, not from a metric. Week 14.</a:t>
            </a:r>
            <a:endParaRPr b="0" lang="en-US" sz="2000" spc="-1" strike="noStrike">
              <a:solidFill>
                <a:srgbClr val="000000"/>
              </a:solidFill>
              <a:latin typeface="Arial"/>
            </a:endParaRPr>
          </a:p>
        </p:txBody>
      </p:sp>
      <p:sp>
        <p:nvSpPr>
          <p:cNvPr id="174" name="PlaceHolder 3"/>
          <p:cNvSpPr>
            <a:spLocks noGrp="1"/>
          </p:cNvSpPr>
          <p:nvPr>
            <p:ph type="sldNum" idx="44"/>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EF7A0CC5-75B9-4372-BD8C-C733E1960F0C}" type="slidenum">
              <a:rPr b="0" lang="en-US" sz="1200" spc="-1" strike="noStrike">
                <a:solidFill>
                  <a:schemeClr val="dk1"/>
                </a:solidFill>
                <a:latin typeface="+mn-lt"/>
                <a:ea typeface="+mn-ea"/>
              </a:rPr>
              <a:t>34</a:t>
            </a:fld>
            <a:endParaRPr b="0" lang="en-US" sz="1200" spc="-1" strike="noStrike">
              <a:solidFill>
                <a:srgbClr val="000000"/>
              </a:solidFill>
              <a:latin typeface="Times New Roman"/>
            </a:endParaRPr>
          </a:p>
        </p:txBody>
      </p:sp>
    </p:spTree>
  </p:cSld>
</p:notes>
</file>

<file path=ppt/notesSlides/notesSlide2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5" name="PlaceHolder 1"/>
          <p:cNvSpPr>
            <a:spLocks noGrp="1"/>
          </p:cNvSpPr>
          <p:nvPr>
            <p:ph type="sldImg"/>
          </p:nvPr>
        </p:nvSpPr>
        <p:spPr>
          <a:xfrm>
            <a:off x="685800" y="1143000"/>
            <a:ext cx="5486040" cy="3085920"/>
          </a:xfrm>
          <a:prstGeom prst="rect">
            <a:avLst/>
          </a:prstGeom>
          <a:ln w="0">
            <a:noFill/>
          </a:ln>
        </p:spPr>
      </p:sp>
      <p:sp>
        <p:nvSpPr>
          <p:cNvPr id="176"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Zech et al. 2018 (cross-site CNN generalisation); Esteva/ISIC ruler artefact. These come back in Week 7.</a:t>
            </a:r>
            <a:endParaRPr b="0" lang="en-US" sz="2000" spc="-1" strike="noStrike">
              <a:solidFill>
                <a:srgbClr val="000000"/>
              </a:solidFill>
              <a:latin typeface="Arial"/>
            </a:endParaRPr>
          </a:p>
        </p:txBody>
      </p:sp>
      <p:sp>
        <p:nvSpPr>
          <p:cNvPr id="177" name="PlaceHolder 3"/>
          <p:cNvSpPr>
            <a:spLocks noGrp="1"/>
          </p:cNvSpPr>
          <p:nvPr>
            <p:ph type="sldNum" idx="45"/>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272B77B7-2CD0-4311-853A-C5AA578604D8}" type="slidenum">
              <a:rPr b="0" lang="en-US" sz="1200" spc="-1" strike="noStrike">
                <a:solidFill>
                  <a:schemeClr val="dk1"/>
                </a:solidFill>
                <a:latin typeface="+mn-lt"/>
                <a:ea typeface="+mn-ea"/>
              </a:rPr>
              <a:t>34</a:t>
            </a:fld>
            <a:endParaRPr b="0" lang="en-US" sz="1200" spc="-1" strike="noStrike">
              <a:solidFill>
                <a:srgbClr val="000000"/>
              </a:solidFill>
              <a:latin typeface="Times New Roman"/>
            </a:endParaRPr>
          </a:p>
        </p:txBody>
      </p:sp>
    </p:spTree>
  </p:cSld>
</p:notes>
</file>

<file path=ppt/notesSlides/notesSlide2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8" name="PlaceHolder 1"/>
          <p:cNvSpPr>
            <a:spLocks noGrp="1"/>
          </p:cNvSpPr>
          <p:nvPr>
            <p:ph type="sldImg"/>
          </p:nvPr>
        </p:nvSpPr>
        <p:spPr>
          <a:xfrm>
            <a:off x="685800" y="1143000"/>
            <a:ext cx="5486040" cy="3085920"/>
          </a:xfrm>
          <a:prstGeom prst="rect">
            <a:avLst/>
          </a:prstGeom>
          <a:ln w="0">
            <a:noFill/>
          </a:ln>
        </p:spPr>
      </p:sp>
      <p:sp>
        <p:nvSpPr>
          <p:cNvPr id="179"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Every “pneumonia” scan in this hospital was shot at the bedside, so the portable unit’s marker is in the corner of every positive. The model finds it in one epoch, scores perfectly, and collapses the moment you deploy it anywhere else. The marker here is drawn on — the phenomenon is Zech et al. 2018.</a:t>
            </a:r>
            <a:endParaRPr b="0" lang="en-US" sz="2000" spc="-1" strike="noStrike">
              <a:solidFill>
                <a:srgbClr val="000000"/>
              </a:solidFill>
              <a:latin typeface="Arial"/>
            </a:endParaRPr>
          </a:p>
        </p:txBody>
      </p:sp>
      <p:sp>
        <p:nvSpPr>
          <p:cNvPr id="180" name="PlaceHolder 3"/>
          <p:cNvSpPr>
            <a:spLocks noGrp="1"/>
          </p:cNvSpPr>
          <p:nvPr>
            <p:ph type="sldNum" idx="46"/>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5AB255B1-4611-4D0D-BBBB-348380CADAAB}" type="slidenum">
              <a:rPr b="0" lang="en-US" sz="1200" spc="-1" strike="noStrike">
                <a:solidFill>
                  <a:schemeClr val="dk1"/>
                </a:solidFill>
                <a:latin typeface="+mn-lt"/>
                <a:ea typeface="+mn-ea"/>
              </a:rPr>
              <a:t>34</a:t>
            </a:fld>
            <a:endParaRPr b="0" lang="en-US" sz="1200" spc="-1" strike="noStrike">
              <a:solidFill>
                <a:srgbClr val="000000"/>
              </a:solidFill>
              <a:latin typeface="Times New Roman"/>
            </a:endParaRPr>
          </a:p>
        </p:txBody>
      </p:sp>
    </p:spTree>
  </p:cSld>
</p:notes>
</file>

<file path=ppt/notesSlides/notesSlide2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1" name="PlaceHolder 1"/>
          <p:cNvSpPr>
            <a:spLocks noGrp="1"/>
          </p:cNvSpPr>
          <p:nvPr>
            <p:ph type="sldImg"/>
          </p:nvPr>
        </p:nvSpPr>
        <p:spPr>
          <a:xfrm>
            <a:off x="685800" y="1143000"/>
            <a:ext cx="5486040" cy="3085920"/>
          </a:xfrm>
          <a:prstGeom prst="rect">
            <a:avLst/>
          </a:prstGeom>
          <a:ln w="0">
            <a:noFill/>
          </a:ln>
        </p:spPr>
      </p:sp>
      <p:sp>
        <p:nvSpPr>
          <p:cNvPr id="182"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The first bug leaks the test distribution through the mean and variance. The second leaks the patient. Both look like excellent results, which is exactly why they survive code review. You will write the third version in today’s recitation.</a:t>
            </a:r>
            <a:endParaRPr b="0" lang="en-US" sz="2000" spc="-1" strike="noStrike">
              <a:solidFill>
                <a:srgbClr val="000000"/>
              </a:solidFill>
              <a:latin typeface="Arial"/>
            </a:endParaRPr>
          </a:p>
        </p:txBody>
      </p:sp>
      <p:sp>
        <p:nvSpPr>
          <p:cNvPr id="183" name="PlaceHolder 3"/>
          <p:cNvSpPr>
            <a:spLocks noGrp="1"/>
          </p:cNvSpPr>
          <p:nvPr>
            <p:ph type="sldNum" idx="47"/>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EBCF3AC6-79A3-4A3B-9EF2-19F714E3B384}" type="slidenum">
              <a:rPr b="0" lang="en-US" sz="1200" spc="-1" strike="noStrike">
                <a:solidFill>
                  <a:schemeClr val="dk1"/>
                </a:solidFill>
                <a:latin typeface="+mn-lt"/>
                <a:ea typeface="+mn-ea"/>
              </a:rPr>
              <a:t>34</a:t>
            </a:fld>
            <a:endParaRPr b="0" lang="en-US" sz="1200" spc="-1" strike="noStrike">
              <a:solidFill>
                <a:srgbClr val="000000"/>
              </a:solidFill>
              <a:latin typeface="Times New Roman"/>
            </a:endParaRPr>
          </a:p>
        </p:txBody>
      </p:sp>
    </p:spTree>
  </p:cSld>
</p:notes>
</file>

<file path=ppt/notesSlides/notesSlide2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4" name="PlaceHolder 1"/>
          <p:cNvSpPr>
            <a:spLocks noGrp="1"/>
          </p:cNvSpPr>
          <p:nvPr>
            <p:ph type="sldImg"/>
          </p:nvPr>
        </p:nvSpPr>
        <p:spPr>
          <a:xfrm>
            <a:off x="685800" y="1143000"/>
            <a:ext cx="5486040" cy="3085920"/>
          </a:xfrm>
          <a:prstGeom prst="rect">
            <a:avLst/>
          </a:prstGeom>
          <a:ln w="0">
            <a:noFill/>
          </a:ln>
        </p:spPr>
      </p:sp>
      <p:sp>
        <p:nvSpPr>
          <p:cNvPr id="185"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The workhorse: gradient boosting still wins here more often than deep learning. The hard part is never the model, it is deciding what one row </a:t>
            </a:r>
            <a:r>
              <a:rPr b="0" i="1" lang="en-US" sz="2000" spc="-1" strike="noStrike">
                <a:solidFill>
                  <a:srgbClr val="000000"/>
                </a:solidFill>
                <a:latin typeface="Arial"/>
              </a:rPr>
              <a:t>is</a:t>
            </a:r>
            <a:r>
              <a:rPr b="0" lang="en-US" sz="2000" spc="-1" strike="noStrike">
                <a:solidFill>
                  <a:srgbClr val="000000"/>
                </a:solidFill>
                <a:latin typeface="Arial"/>
              </a:rPr>
              <a:t>. Left: Cortejoso et al., Clin Interv Aging (CC BY 3.0). Right: US Bureau of Immigration, 1912 (CC0) — the Titanic dataset you have all seen.</a:t>
            </a:r>
            <a:endParaRPr b="0" lang="en-US" sz="2000" spc="-1" strike="noStrike">
              <a:solidFill>
                <a:srgbClr val="000000"/>
              </a:solidFill>
              <a:latin typeface="Arial"/>
            </a:endParaRPr>
          </a:p>
        </p:txBody>
      </p:sp>
      <p:sp>
        <p:nvSpPr>
          <p:cNvPr id="186" name="PlaceHolder 3"/>
          <p:cNvSpPr>
            <a:spLocks noGrp="1"/>
          </p:cNvSpPr>
          <p:nvPr>
            <p:ph type="sldNum" idx="48"/>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3606B28A-8FE9-4BB1-929D-2D09B9E565A8}" type="slidenum">
              <a:rPr b="0" lang="en-US" sz="1200" spc="-1" strike="noStrike">
                <a:solidFill>
                  <a:schemeClr val="dk1"/>
                </a:solidFill>
                <a:latin typeface="+mn-lt"/>
                <a:ea typeface="+mn-ea"/>
              </a:rPr>
              <a:t>&lt;number&gt;</a:t>
            </a:fld>
            <a:endParaRPr b="0" lang="en-US" sz="1200" spc="-1" strike="noStrike">
              <a:solidFill>
                <a:srgbClr val="000000"/>
              </a:solidFill>
              <a:latin typeface="Times New Roman"/>
            </a:endParaRPr>
          </a:p>
        </p:txBody>
      </p:sp>
    </p:spTree>
  </p:cSld>
</p:notes>
</file>

<file path=ppt/notesSlides/notesSlide2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7" name="PlaceHolder 1"/>
          <p:cNvSpPr>
            <a:spLocks noGrp="1"/>
          </p:cNvSpPr>
          <p:nvPr>
            <p:ph type="sldImg"/>
          </p:nvPr>
        </p:nvSpPr>
        <p:spPr>
          <a:xfrm>
            <a:off x="685800" y="1143000"/>
            <a:ext cx="5486040" cy="3085920"/>
          </a:xfrm>
          <a:prstGeom prst="rect">
            <a:avLst/>
          </a:prstGeom>
          <a:ln w="0">
            <a:noFill/>
          </a:ln>
        </p:spPr>
      </p:sp>
      <p:sp>
        <p:nvSpPr>
          <p:cNvPr id="188"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Same object: a regularly sampled sequence. Same toolbox: filtering, spectrograms, 1D convolutions, transformers. The ECG is 500 Hz, the audio 44.1 kHz — three orders of magnitude apart, identical methods. Left: Glenlarson (public domain). Right: Em3rgent0rdr (CC BY-SA 4.0).</a:t>
            </a:r>
            <a:endParaRPr b="0" lang="en-US" sz="2000" spc="-1" strike="noStrike">
              <a:solidFill>
                <a:srgbClr val="000000"/>
              </a:solidFill>
              <a:latin typeface="Arial"/>
            </a:endParaRPr>
          </a:p>
        </p:txBody>
      </p:sp>
      <p:sp>
        <p:nvSpPr>
          <p:cNvPr id="189" name="PlaceHolder 3"/>
          <p:cNvSpPr>
            <a:spLocks noGrp="1"/>
          </p:cNvSpPr>
          <p:nvPr>
            <p:ph type="sldNum" idx="49"/>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8BF8AA0F-E4BB-42A7-A140-F7780B5DBE97}" type="slidenum">
              <a:rPr b="0" lang="en-US" sz="1200" spc="-1" strike="noStrike">
                <a:solidFill>
                  <a:schemeClr val="dk1"/>
                </a:solidFill>
                <a:latin typeface="+mn-lt"/>
                <a:ea typeface="+mn-ea"/>
              </a:rPr>
              <a:t>&lt;number&gt;</a:t>
            </a:fld>
            <a:endParaRPr b="0" lang="en-US" sz="1200" spc="-1" strike="noStrike">
              <a:solidFill>
                <a:srgbClr val="000000"/>
              </a:solidFill>
              <a:latin typeface="Times New Roman"/>
            </a:endParaRPr>
          </a:p>
        </p:txBody>
      </p:sp>
    </p:spTree>
  </p:cSld>
</p:notes>
</file>

<file path=ppt/notesSlides/notesSlide2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0" name="PlaceHolder 1"/>
          <p:cNvSpPr>
            <a:spLocks noGrp="1"/>
          </p:cNvSpPr>
          <p:nvPr>
            <p:ph type="sldImg"/>
          </p:nvPr>
        </p:nvSpPr>
        <p:spPr>
          <a:xfrm>
            <a:off x="685800" y="1143000"/>
            <a:ext cx="5486040" cy="3085920"/>
          </a:xfrm>
          <a:prstGeom prst="rect">
            <a:avLst/>
          </a:prstGeom>
          <a:ln w="0">
            <a:noFill/>
          </a:ln>
        </p:spPr>
      </p:sp>
      <p:sp>
        <p:nvSpPr>
          <p:cNvPr id="191"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Both are arrays of numbers on a grid, and a CNN or a ViT does not know the difference. What differs is the </a:t>
            </a:r>
            <a:r>
              <a:rPr b="0" i="1" lang="en-US" sz="2000" spc="-1" strike="noStrike">
                <a:solidFill>
                  <a:srgbClr val="000000"/>
                </a:solidFill>
                <a:latin typeface="Arial"/>
              </a:rPr>
              <a:t>label</a:t>
            </a:r>
            <a:r>
              <a:rPr b="0" lang="en-US" sz="2000" spc="-1" strike="noStrike">
                <a:solidFill>
                  <a:srgbClr val="000000"/>
                </a:solidFill>
                <a:latin typeface="Arial"/>
              </a:rPr>
              <a:t>: “pneumonia” is one radiologist’s opinion, “wheat” is ground truth you can go and check. Left: Mikael Häggström (CC0). Right: NASA/ASTER, Kansas (public domain).</a:t>
            </a:r>
            <a:endParaRPr b="0" lang="en-US" sz="2000" spc="-1" strike="noStrike">
              <a:solidFill>
                <a:srgbClr val="000000"/>
              </a:solidFill>
              <a:latin typeface="Arial"/>
            </a:endParaRPr>
          </a:p>
        </p:txBody>
      </p:sp>
      <p:sp>
        <p:nvSpPr>
          <p:cNvPr id="192" name="PlaceHolder 3"/>
          <p:cNvSpPr>
            <a:spLocks noGrp="1"/>
          </p:cNvSpPr>
          <p:nvPr>
            <p:ph type="sldNum" idx="50"/>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C5842306-AC62-43E0-BCA0-3C0386B10E06}" type="slidenum">
              <a:rPr b="0" lang="en-US" sz="1200" spc="-1" strike="noStrike">
                <a:solidFill>
                  <a:schemeClr val="dk1"/>
                </a:solidFill>
                <a:latin typeface="+mn-lt"/>
                <a:ea typeface="+mn-ea"/>
              </a:rPr>
              <a:t>&lt;number&gt;</a:t>
            </a:fld>
            <a:endParaRPr b="0" lang="en-US" sz="1200" spc="-1" strike="noStrike">
              <a:solidFill>
                <a:srgbClr val="000000"/>
              </a:solidFill>
              <a:latin typeface="Times New Roman"/>
            </a:endParaRPr>
          </a:p>
        </p:txBody>
      </p:sp>
    </p:spTree>
  </p:cSld>
</p:notes>
</file>

<file path=ppt/notesSlides/notesSlide3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3" name="PlaceHolder 1"/>
          <p:cNvSpPr>
            <a:spLocks noGrp="1"/>
          </p:cNvSpPr>
          <p:nvPr>
            <p:ph type="sldImg"/>
          </p:nvPr>
        </p:nvSpPr>
        <p:spPr>
          <a:xfrm>
            <a:off x="685800" y="1143000"/>
            <a:ext cx="5486040" cy="3085920"/>
          </a:xfrm>
          <a:prstGeom prst="rect">
            <a:avLst/>
          </a:prstGeom>
          <a:ln w="0">
            <a:noFill/>
          </a:ln>
        </p:spPr>
      </p:sp>
      <p:sp>
        <p:nvSpPr>
          <p:cNvPr id="194"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The third dimension costs you: memory grows cubically, labelled data gets scarcer, and pretrained weights are far rarer than in 2D. Note the two are not the same kind of 3D — the CT is a dense voxel grid, the point cloud is sparse and unordered. Left: Mikael Häggström (CC0). Right: Daniel L. Lu, San Francisco (CC BY 4.0).</a:t>
            </a:r>
            <a:endParaRPr b="0" lang="en-US" sz="2000" spc="-1" strike="noStrike">
              <a:solidFill>
                <a:srgbClr val="000000"/>
              </a:solidFill>
              <a:latin typeface="Arial"/>
            </a:endParaRPr>
          </a:p>
        </p:txBody>
      </p:sp>
      <p:sp>
        <p:nvSpPr>
          <p:cNvPr id="195" name="PlaceHolder 3"/>
          <p:cNvSpPr>
            <a:spLocks noGrp="1"/>
          </p:cNvSpPr>
          <p:nvPr>
            <p:ph type="sldNum" idx="51"/>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269310A1-5942-476E-AD31-60AA4D391EF1}" type="slidenum">
              <a:rPr b="0" lang="en-US" sz="1200" spc="-1" strike="noStrike">
                <a:solidFill>
                  <a:schemeClr val="dk1"/>
                </a:solidFill>
                <a:latin typeface="+mn-lt"/>
                <a:ea typeface="+mn-ea"/>
              </a:rPr>
              <a:t>&lt;number&gt;</a:t>
            </a:fld>
            <a:endParaRPr b="0" lang="en-US" sz="1200" spc="-1" strike="noStrike">
              <a:solidFill>
                <a:srgbClr val="000000"/>
              </a:solidFill>
              <a:latin typeface="Times New Roman"/>
            </a:endParaRPr>
          </a:p>
        </p:txBody>
      </p:sp>
    </p:spTree>
  </p:cSld>
</p:notes>
</file>

<file path=ppt/notesSlides/notesSlide3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6" name="PlaceHolder 1"/>
          <p:cNvSpPr>
            <a:spLocks noGrp="1"/>
          </p:cNvSpPr>
          <p:nvPr>
            <p:ph type="sldImg"/>
          </p:nvPr>
        </p:nvSpPr>
        <p:spPr>
          <a:xfrm>
            <a:off x="685800" y="1143000"/>
            <a:ext cx="5486040" cy="3085920"/>
          </a:xfrm>
          <a:prstGeom prst="rect">
            <a:avLst/>
          </a:prstGeom>
          <a:ln w="0">
            <a:noFill/>
          </a:ln>
        </p:spPr>
      </p:sp>
      <p:sp>
        <p:nvSpPr>
          <p:cNvPr id="197"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Clinical text is its own dialect: abbreviations, negation (“no evidence of hydrocephalus”), copy-paste, and dictation errors. A model trained on newspapers reads “PT” as a person and not as prothrombin time. Weeks 11–12. Left: Tu et al., MultiMedBench (CC BY 4.0). Right: The Echo, 1920 (public domain).</a:t>
            </a:r>
            <a:endParaRPr b="0" lang="en-US" sz="2000" spc="-1" strike="noStrike">
              <a:solidFill>
                <a:srgbClr val="000000"/>
              </a:solidFill>
              <a:latin typeface="Arial"/>
            </a:endParaRPr>
          </a:p>
        </p:txBody>
      </p:sp>
      <p:sp>
        <p:nvSpPr>
          <p:cNvPr id="198" name="PlaceHolder 3"/>
          <p:cNvSpPr>
            <a:spLocks noGrp="1"/>
          </p:cNvSpPr>
          <p:nvPr>
            <p:ph type="sldNum" idx="52"/>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40D143E9-61E7-4588-A441-48D32BAD29F5}" type="slidenum">
              <a:rPr b="0" lang="en-US" sz="1200" spc="-1" strike="noStrike">
                <a:solidFill>
                  <a:schemeClr val="dk1"/>
                </a:solidFill>
                <a:latin typeface="+mn-lt"/>
                <a:ea typeface="+mn-ea"/>
              </a:rPr>
              <a:t>&lt;number&gt;</a:t>
            </a:fld>
            <a:endParaRPr b="0" lang="en-US" sz="1200" spc="-1" strike="noStrike">
              <a:solidFill>
                <a:srgbClr val="000000"/>
              </a:solidFill>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Slide">
    <p:spTree>
      <p:nvGrpSpPr>
        <p:cNvPr id="1" name=""/>
        <p:cNvGrpSpPr/>
        <p:nvPr/>
      </p:nvGrpSpPr>
      <p:grpSpPr>
        <a:xfrm>
          <a:off x="0" y="0"/>
          <a:ext cx="0" cy="0"/>
          <a:chOff x="0" y="0"/>
          <a:chExt cx="0" cy="0"/>
        </a:xfrm>
      </p:grpSpPr>
      <p:sp>
        <p:nvSpPr>
          <p:cNvPr id="5" name="PlaceHolder 1"/>
          <p:cNvSpPr>
            <a:spLocks noGrp="1"/>
          </p:cNvSpPr>
          <p:nvPr>
            <p:ph type="title"/>
          </p:nvPr>
        </p:nvSpPr>
        <p:spPr>
          <a:xfrm>
            <a:off x="457200" y="205920"/>
            <a:ext cx="8229240" cy="85680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6" name="PlaceHolder 2"/>
          <p:cNvSpPr>
            <a:spLocks noGrp="1"/>
          </p:cNvSpPr>
          <p:nvPr>
            <p:ph type="subTitle"/>
          </p:nvPr>
        </p:nvSpPr>
        <p:spPr>
          <a:xfrm>
            <a:off x="457200" y="1200240"/>
            <a:ext cx="8229240" cy="33940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2"/>
          </p:nvPr>
        </p:nvSpPr>
        <p:spPr/>
        <p:txBody>
          <a:bodyPr/>
          <a:p>
            <a:r>
              <a:t>Footer</a:t>
            </a:r>
          </a:p>
        </p:txBody>
      </p:sp>
      <p:sp>
        <p:nvSpPr>
          <p:cNvPr id="5" name="PlaceHolder 4"/>
          <p:cNvSpPr>
            <a:spLocks noGrp="1"/>
          </p:cNvSpPr>
          <p:nvPr>
            <p:ph type="sldNum" idx="3"/>
          </p:nvPr>
        </p:nvSpPr>
        <p:spPr/>
        <p:txBody>
          <a:bodyPr/>
          <a:p>
            <a:fld id="{3B8AC5BF-AEE7-4639-A3C3-23A5B62DD2FB}" type="slidenum">
              <a:t>&lt;#&gt;</a:t>
            </a:fld>
          </a:p>
        </p:txBody>
      </p:sp>
      <p:sp>
        <p:nvSpPr>
          <p:cNvPr id="6" name="PlaceHolder 5"/>
          <p:cNvSpPr>
            <a:spLocks noGrp="1"/>
          </p:cNvSpPr>
          <p:nvPr>
            <p:ph type="dt" idx="1"/>
          </p:nvPr>
        </p:nvSpPr>
        <p:spPr/>
        <p:txBody>
          <a:bodyPr/>
          <a:p>
            <a:r>
              <a:rPr lang="en-US"/>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spTree>
      <p:nvGrpSpPr>
        <p:cNvPr id="1" name=""/>
        <p:cNvGrpSpPr/>
        <p:nvPr/>
      </p:nvGrpSpPr>
      <p:grpSpPr>
        <a:xfrm>
          <a:off x="0" y="0"/>
          <a:ext cx="0" cy="0"/>
          <a:chOff x="0" y="0"/>
          <a:chExt cx="0" cy="0"/>
        </a:xfrm>
      </p:grpSpPr>
      <p:sp>
        <p:nvSpPr>
          <p:cNvPr id="2" name="PlaceHolder 1"/>
          <p:cNvSpPr>
            <a:spLocks noGrp="1"/>
          </p:cNvSpPr>
          <p:nvPr>
            <p:ph type="ftr" idx="5"/>
          </p:nvPr>
        </p:nvSpPr>
        <p:spPr/>
        <p:txBody>
          <a:bodyPr/>
          <a:p>
            <a:r>
              <a:t>Footer</a:t>
            </a:r>
          </a:p>
        </p:txBody>
      </p:sp>
      <p:sp>
        <p:nvSpPr>
          <p:cNvPr id="3" name="PlaceHolder 2"/>
          <p:cNvSpPr>
            <a:spLocks noGrp="1"/>
          </p:cNvSpPr>
          <p:nvPr>
            <p:ph type="sldNum" idx="6"/>
          </p:nvPr>
        </p:nvSpPr>
        <p:spPr/>
        <p:txBody>
          <a:bodyPr/>
          <a:p>
            <a:fld id="{D883E384-511D-43C9-9EC7-7E9790FAFF47}" type="slidenum">
              <a:t>&lt;#&gt;</a:t>
            </a:fld>
          </a:p>
        </p:txBody>
      </p:sp>
      <p:sp>
        <p:nvSpPr>
          <p:cNvPr id="4" name="PlaceHolder 3"/>
          <p:cNvSpPr>
            <a:spLocks noGrp="1"/>
          </p:cNvSpPr>
          <p:nvPr>
            <p:ph type="dt" idx="4"/>
          </p:nvPr>
        </p:nvSpPr>
        <p:spPr/>
        <p:txBody>
          <a:bodyPr/>
          <a:p>
            <a:r>
              <a:rPr lang="en-US"/>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spTree>
      <p:nvGrpSpPr>
        <p:cNvPr id="1" name=""/>
        <p:cNvGrpSpPr/>
        <p:nvPr/>
      </p:nvGrpSpPr>
      <p:grpSpPr>
        <a:xfrm>
          <a:off x="0" y="0"/>
          <a:ext cx="0" cy="0"/>
          <a:chOff x="0" y="0"/>
          <a:chExt cx="0" cy="0"/>
        </a:xfrm>
      </p:grpSpPr>
      <p:sp>
        <p:nvSpPr>
          <p:cNvPr id="2" name="PlaceHolder 1"/>
          <p:cNvSpPr>
            <a:spLocks noGrp="1"/>
          </p:cNvSpPr>
          <p:nvPr>
            <p:ph type="ftr" idx="8"/>
          </p:nvPr>
        </p:nvSpPr>
        <p:spPr/>
        <p:txBody>
          <a:bodyPr/>
          <a:p>
            <a:r>
              <a:t>Footer</a:t>
            </a:r>
          </a:p>
        </p:txBody>
      </p:sp>
      <p:sp>
        <p:nvSpPr>
          <p:cNvPr id="3" name="PlaceHolder 2"/>
          <p:cNvSpPr>
            <a:spLocks noGrp="1"/>
          </p:cNvSpPr>
          <p:nvPr>
            <p:ph type="sldNum" idx="9"/>
          </p:nvPr>
        </p:nvSpPr>
        <p:spPr/>
        <p:txBody>
          <a:bodyPr/>
          <a:p>
            <a:fld id="{0BFF0496-541E-47E8-86A2-E0C6E612F109}" type="slidenum">
              <a:t>&lt;#&gt;</a:t>
            </a:fld>
          </a:p>
        </p:txBody>
      </p:sp>
      <p:sp>
        <p:nvSpPr>
          <p:cNvPr id="4" name="PlaceHolder 3"/>
          <p:cNvSpPr>
            <a:spLocks noGrp="1"/>
          </p:cNvSpPr>
          <p:nvPr>
            <p:ph type="dt" idx="7"/>
          </p:nvPr>
        </p:nvSpPr>
        <p:spPr/>
        <p:txBody>
          <a:bodyPr/>
          <a:p>
            <a:r>
              <a:rPr lang="en-US"/>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spTree>
      <p:nvGrpSpPr>
        <p:cNvPr id="1" name=""/>
        <p:cNvGrpSpPr/>
        <p:nvPr/>
      </p:nvGrpSpPr>
      <p:grpSpPr>
        <a:xfrm>
          <a:off x="0" y="0"/>
          <a:ext cx="0" cy="0"/>
          <a:chOff x="0" y="0"/>
          <a:chExt cx="0" cy="0"/>
        </a:xfrm>
      </p:grpSpPr>
      <p:sp>
        <p:nvSpPr>
          <p:cNvPr id="22" name="PlaceHolder 1"/>
          <p:cNvSpPr>
            <a:spLocks noGrp="1"/>
          </p:cNvSpPr>
          <p:nvPr>
            <p:ph type="title"/>
          </p:nvPr>
        </p:nvSpPr>
        <p:spPr>
          <a:xfrm>
            <a:off x="457200" y="205920"/>
            <a:ext cx="8229240" cy="85680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23" name="PlaceHolder 2"/>
          <p:cNvSpPr>
            <a:spLocks noGrp="1"/>
          </p:cNvSpPr>
          <p:nvPr>
            <p:ph/>
          </p:nvPr>
        </p:nvSpPr>
        <p:spPr>
          <a:xfrm>
            <a:off x="457200" y="1200240"/>
            <a:ext cx="8229240" cy="3394080"/>
          </a:xfrm>
          <a:prstGeom prst="rect">
            <a:avLst/>
          </a:prstGeom>
          <a:noFill/>
          <a:ln w="0">
            <a:noFill/>
          </a:ln>
        </p:spPr>
        <p:txBody>
          <a:bodyPr lIns="0" rIns="0" tIns="0" bIns="0" anchor="t">
            <a:normAutofit/>
          </a:bodyPr>
          <a:p>
            <a:pPr indent="0">
              <a:spcBef>
                <a:spcPts val="1417"/>
              </a:spcBef>
              <a:buNone/>
            </a:pPr>
            <a:endParaRPr b="0" lang="en-US" sz="2400" spc="-1" strike="noStrike">
              <a:solidFill>
                <a:schemeClr val="dk1"/>
              </a:solidFill>
              <a:latin typeface="Calibri"/>
            </a:endParaRPr>
          </a:p>
        </p:txBody>
      </p:sp>
      <p:sp>
        <p:nvSpPr>
          <p:cNvPr id="4" name="PlaceHolder 3"/>
          <p:cNvSpPr>
            <a:spLocks noGrp="1"/>
          </p:cNvSpPr>
          <p:nvPr>
            <p:ph type="ftr" idx="11"/>
          </p:nvPr>
        </p:nvSpPr>
        <p:spPr/>
        <p:txBody>
          <a:bodyPr/>
          <a:p>
            <a:r>
              <a:t>Footer</a:t>
            </a:r>
          </a:p>
        </p:txBody>
      </p:sp>
      <p:sp>
        <p:nvSpPr>
          <p:cNvPr id="5" name="PlaceHolder 4"/>
          <p:cNvSpPr>
            <a:spLocks noGrp="1"/>
          </p:cNvSpPr>
          <p:nvPr>
            <p:ph type="sldNum" idx="12"/>
          </p:nvPr>
        </p:nvSpPr>
        <p:spPr/>
        <p:txBody>
          <a:bodyPr/>
          <a:p>
            <a:fld id="{F6196B5D-8949-46EA-8804-C63C06550C8A}" type="slidenum">
              <a:t>&lt;#&gt;</a:t>
            </a:fld>
          </a:p>
        </p:txBody>
      </p:sp>
      <p:sp>
        <p:nvSpPr>
          <p:cNvPr id="6" name="PlaceHolder 5"/>
          <p:cNvSpPr>
            <a:spLocks noGrp="1"/>
          </p:cNvSpPr>
          <p:nvPr>
            <p:ph type="dt" idx="10"/>
          </p:nvPr>
        </p:nvSpPr>
        <p:spPr/>
        <p:txBody>
          <a:bodyPr/>
          <a:p>
            <a:r>
              <a:rPr lang="en-US"/>
              <a:t/>
            </a: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spTree>
      <p:nvGrpSpPr>
        <p:cNvPr id="1" name=""/>
        <p:cNvGrpSpPr/>
        <p:nvPr/>
      </p:nvGrpSpPr>
      <p:grpSpPr>
        <a:xfrm>
          <a:off x="0" y="0"/>
          <a:ext cx="0" cy="0"/>
          <a:chOff x="0" y="0"/>
          <a:chExt cx="0" cy="0"/>
        </a:xfrm>
      </p:grpSpPr>
      <p:sp>
        <p:nvSpPr>
          <p:cNvPr id="2" name="PlaceHolder 1"/>
          <p:cNvSpPr>
            <a:spLocks noGrp="1"/>
          </p:cNvSpPr>
          <p:nvPr>
            <p:ph type="ftr" idx="14"/>
          </p:nvPr>
        </p:nvSpPr>
        <p:spPr/>
        <p:txBody>
          <a:bodyPr/>
          <a:p>
            <a:r>
              <a:t>Footer</a:t>
            </a:r>
          </a:p>
        </p:txBody>
      </p:sp>
      <p:sp>
        <p:nvSpPr>
          <p:cNvPr id="3" name="PlaceHolder 2"/>
          <p:cNvSpPr>
            <a:spLocks noGrp="1"/>
          </p:cNvSpPr>
          <p:nvPr>
            <p:ph type="sldNum" idx="15"/>
          </p:nvPr>
        </p:nvSpPr>
        <p:spPr/>
        <p:txBody>
          <a:bodyPr/>
          <a:p>
            <a:fld id="{8086FA90-AFB0-4CFB-8475-AABC62B30EBA}" type="slidenum">
              <a:t>&lt;#&gt;</a:t>
            </a:fld>
          </a:p>
        </p:txBody>
      </p:sp>
      <p:sp>
        <p:nvSpPr>
          <p:cNvPr id="4" name="PlaceHolder 3"/>
          <p:cNvSpPr>
            <a:spLocks noGrp="1"/>
          </p:cNvSpPr>
          <p:nvPr>
            <p:ph type="dt" idx="13"/>
          </p:nvPr>
        </p:nvSpPr>
        <p:spPr/>
        <p:txBody>
          <a:bodyPr/>
          <a:p>
            <a:r>
              <a:rPr lang="en-US"/>
              <a:t/>
            </a: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spTree>
      <p:nvGrpSpPr>
        <p:cNvPr id="1" name=""/>
        <p:cNvGrpSpPr/>
        <p:nvPr/>
      </p:nvGrpSpPr>
      <p:grpSpPr>
        <a:xfrm>
          <a:off x="0" y="0"/>
          <a:ext cx="0" cy="0"/>
          <a:chOff x="0" y="0"/>
          <a:chExt cx="0" cy="0"/>
        </a:xfrm>
      </p:grpSpPr>
      <p:sp>
        <p:nvSpPr>
          <p:cNvPr id="35" name="PlaceHolder 1"/>
          <p:cNvSpPr>
            <a:spLocks noGrp="1"/>
          </p:cNvSpPr>
          <p:nvPr>
            <p:ph type="title"/>
          </p:nvPr>
        </p:nvSpPr>
        <p:spPr>
          <a:xfrm>
            <a:off x="457200" y="205920"/>
            <a:ext cx="8229240" cy="85680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36" name="PlaceHolder 2"/>
          <p:cNvSpPr>
            <a:spLocks noGrp="1"/>
          </p:cNvSpPr>
          <p:nvPr>
            <p:ph/>
          </p:nvPr>
        </p:nvSpPr>
        <p:spPr>
          <a:xfrm>
            <a:off x="457200" y="1200240"/>
            <a:ext cx="4015800" cy="3394080"/>
          </a:xfrm>
          <a:prstGeom prst="rect">
            <a:avLst/>
          </a:prstGeom>
          <a:noFill/>
          <a:ln w="0">
            <a:noFill/>
          </a:ln>
        </p:spPr>
        <p:txBody>
          <a:bodyPr lIns="0" rIns="0" tIns="0" bIns="0" anchor="t">
            <a:normAutofit/>
          </a:bodyPr>
          <a:p>
            <a:pPr indent="0">
              <a:spcBef>
                <a:spcPts val="1417"/>
              </a:spcBef>
              <a:buNone/>
            </a:pPr>
            <a:endParaRPr b="0" lang="en-US" sz="2400" spc="-1" strike="noStrike">
              <a:solidFill>
                <a:schemeClr val="dk1"/>
              </a:solidFill>
              <a:latin typeface="Calibri"/>
            </a:endParaRPr>
          </a:p>
        </p:txBody>
      </p:sp>
      <p:sp>
        <p:nvSpPr>
          <p:cNvPr id="37" name="PlaceHolder 3"/>
          <p:cNvSpPr>
            <a:spLocks noGrp="1"/>
          </p:cNvSpPr>
          <p:nvPr>
            <p:ph/>
          </p:nvPr>
        </p:nvSpPr>
        <p:spPr>
          <a:xfrm>
            <a:off x="4674240" y="1200240"/>
            <a:ext cx="4015800" cy="3394080"/>
          </a:xfrm>
          <a:prstGeom prst="rect">
            <a:avLst/>
          </a:prstGeom>
          <a:noFill/>
          <a:ln w="0">
            <a:noFill/>
          </a:ln>
        </p:spPr>
        <p:txBody>
          <a:bodyPr lIns="0" rIns="0" tIns="0" bIns="0" anchor="t">
            <a:normAutofit/>
          </a:bodyPr>
          <a:p>
            <a:pPr indent="0">
              <a:spcBef>
                <a:spcPts val="1417"/>
              </a:spcBef>
              <a:buNone/>
            </a:pPr>
            <a:endParaRPr b="0" lang="en-US" sz="2400" spc="-1" strike="noStrike">
              <a:solidFill>
                <a:schemeClr val="dk1"/>
              </a:solidFill>
              <a:latin typeface="Calibri"/>
            </a:endParaRPr>
          </a:p>
        </p:txBody>
      </p:sp>
      <p:sp>
        <p:nvSpPr>
          <p:cNvPr id="5" name="PlaceHolder 4"/>
          <p:cNvSpPr>
            <a:spLocks noGrp="1"/>
          </p:cNvSpPr>
          <p:nvPr>
            <p:ph type="ftr" idx="17"/>
          </p:nvPr>
        </p:nvSpPr>
        <p:spPr/>
        <p:txBody>
          <a:bodyPr/>
          <a:p>
            <a:r>
              <a:t>Footer</a:t>
            </a:r>
          </a:p>
        </p:txBody>
      </p:sp>
      <p:sp>
        <p:nvSpPr>
          <p:cNvPr id="6" name="PlaceHolder 5"/>
          <p:cNvSpPr>
            <a:spLocks noGrp="1"/>
          </p:cNvSpPr>
          <p:nvPr>
            <p:ph type="sldNum" idx="18"/>
          </p:nvPr>
        </p:nvSpPr>
        <p:spPr/>
        <p:txBody>
          <a:bodyPr/>
          <a:p>
            <a:fld id="{14E67605-0DDE-4689-B5DF-45FCD95262D4}" type="slidenum">
              <a:t>&lt;#&gt;</a:t>
            </a:fld>
          </a:p>
        </p:txBody>
      </p:sp>
      <p:sp>
        <p:nvSpPr>
          <p:cNvPr id="7" name="PlaceHolder 6"/>
          <p:cNvSpPr>
            <a:spLocks noGrp="1"/>
          </p:cNvSpPr>
          <p:nvPr>
            <p:ph type="dt" idx="16"/>
          </p:nvPr>
        </p:nvSpPr>
        <p:spPr/>
        <p:txBody>
          <a:bodyPr/>
          <a:p>
            <a:r>
              <a:rPr lang="en-US"/>
              <a:t/>
            </a: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spTree>
      <p:nvGrpSpPr>
        <p:cNvPr id="1" name=""/>
        <p:cNvGrpSpPr/>
        <p:nvPr/>
      </p:nvGrpSpPr>
      <p:grpSpPr>
        <a:xfrm>
          <a:off x="0" y="0"/>
          <a:ext cx="0" cy="0"/>
          <a:chOff x="0" y="0"/>
          <a:chExt cx="0" cy="0"/>
        </a:xfrm>
      </p:grpSpPr>
      <p:sp>
        <p:nvSpPr>
          <p:cNvPr id="2" name="PlaceHolder 1"/>
          <p:cNvSpPr>
            <a:spLocks noGrp="1"/>
          </p:cNvSpPr>
          <p:nvPr>
            <p:ph type="ftr" idx="20"/>
          </p:nvPr>
        </p:nvSpPr>
        <p:spPr/>
        <p:txBody>
          <a:bodyPr/>
          <a:p>
            <a:r>
              <a:t>Footer</a:t>
            </a:r>
          </a:p>
        </p:txBody>
      </p:sp>
      <p:sp>
        <p:nvSpPr>
          <p:cNvPr id="3" name="PlaceHolder 2"/>
          <p:cNvSpPr>
            <a:spLocks noGrp="1"/>
          </p:cNvSpPr>
          <p:nvPr>
            <p:ph type="sldNum" idx="21"/>
          </p:nvPr>
        </p:nvSpPr>
        <p:spPr/>
        <p:txBody>
          <a:bodyPr/>
          <a:p>
            <a:fld id="{7FD0040E-4AE3-44B1-91E1-CB99F63DBB5F}" type="slidenum">
              <a:t>&lt;#&gt;</a:t>
            </a:fld>
          </a:p>
        </p:txBody>
      </p:sp>
      <p:sp>
        <p:nvSpPr>
          <p:cNvPr id="4" name="PlaceHolder 3"/>
          <p:cNvSpPr>
            <a:spLocks noGrp="1"/>
          </p:cNvSpPr>
          <p:nvPr>
            <p:ph type="dt" idx="19"/>
          </p:nvPr>
        </p:nvSpPr>
        <p:spPr/>
        <p:txBody>
          <a:bodyPr/>
          <a:p>
            <a:r>
              <a:rPr lang="en-US"/>
              <a:t/>
            </a: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50" name="PlaceHolder 1"/>
          <p:cNvSpPr>
            <a:spLocks noGrp="1"/>
          </p:cNvSpPr>
          <p:nvPr>
            <p:ph type="title"/>
          </p:nvPr>
        </p:nvSpPr>
        <p:spPr>
          <a:xfrm>
            <a:off x="457200" y="205920"/>
            <a:ext cx="8229240" cy="85680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3" name="PlaceHolder 2"/>
          <p:cNvSpPr>
            <a:spLocks noGrp="1"/>
          </p:cNvSpPr>
          <p:nvPr>
            <p:ph type="ftr" idx="23"/>
          </p:nvPr>
        </p:nvSpPr>
        <p:spPr/>
        <p:txBody>
          <a:bodyPr/>
          <a:p>
            <a:r>
              <a:t>Footer</a:t>
            </a:r>
          </a:p>
        </p:txBody>
      </p:sp>
      <p:sp>
        <p:nvSpPr>
          <p:cNvPr id="4" name="PlaceHolder 3"/>
          <p:cNvSpPr>
            <a:spLocks noGrp="1"/>
          </p:cNvSpPr>
          <p:nvPr>
            <p:ph type="sldNum" idx="24"/>
          </p:nvPr>
        </p:nvSpPr>
        <p:spPr/>
        <p:txBody>
          <a:bodyPr/>
          <a:p>
            <a:fld id="{6BC1168F-0794-49B9-9A6C-835EF5E352FD}" type="slidenum">
              <a:t>&lt;#&gt;</a:t>
            </a:fld>
          </a:p>
        </p:txBody>
      </p:sp>
      <p:sp>
        <p:nvSpPr>
          <p:cNvPr id="5" name="PlaceHolder 4"/>
          <p:cNvSpPr>
            <a:spLocks noGrp="1"/>
          </p:cNvSpPr>
          <p:nvPr>
            <p:ph type="dt" idx="22"/>
          </p:nvPr>
        </p:nvSpPr>
        <p:spPr/>
        <p:txBody>
          <a:bodyPr/>
          <a:p>
            <a:r>
              <a:rPr lang="en-US"/>
              <a:t/>
            </a: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spTree>
      <p:nvGrpSpPr>
        <p:cNvPr id="1" name=""/>
        <p:cNvGrpSpPr/>
        <p:nvPr/>
      </p:nvGrpSpPr>
      <p:grpSpPr>
        <a:xfrm>
          <a:off x="0" y="0"/>
          <a:ext cx="0" cy="0"/>
          <a:chOff x="0" y="0"/>
          <a:chExt cx="0" cy="0"/>
        </a:xfrm>
      </p:grpSpPr>
      <p:sp>
        <p:nvSpPr>
          <p:cNvPr id="2" name="PlaceHolder 1"/>
          <p:cNvSpPr>
            <a:spLocks noGrp="1"/>
          </p:cNvSpPr>
          <p:nvPr>
            <p:ph type="ftr" idx="26"/>
          </p:nvPr>
        </p:nvSpPr>
        <p:spPr/>
        <p:txBody>
          <a:bodyPr/>
          <a:p>
            <a:r>
              <a:t>Footer</a:t>
            </a:r>
          </a:p>
        </p:txBody>
      </p:sp>
      <p:sp>
        <p:nvSpPr>
          <p:cNvPr id="3" name="PlaceHolder 2"/>
          <p:cNvSpPr>
            <a:spLocks noGrp="1"/>
          </p:cNvSpPr>
          <p:nvPr>
            <p:ph type="sldNum" idx="27"/>
          </p:nvPr>
        </p:nvSpPr>
        <p:spPr/>
        <p:txBody>
          <a:bodyPr/>
          <a:p>
            <a:fld id="{22F9A5FB-C70B-4D1F-9B42-A58EB6D17434}" type="slidenum">
              <a:t>&lt;#&gt;</a:t>
            </a:fld>
          </a:p>
        </p:txBody>
      </p:sp>
      <p:sp>
        <p:nvSpPr>
          <p:cNvPr id="4" name="PlaceHolder 3"/>
          <p:cNvSpPr>
            <a:spLocks noGrp="1"/>
          </p:cNvSpPr>
          <p:nvPr>
            <p:ph type="dt" idx="25"/>
          </p:nvPr>
        </p:nvSpPr>
        <p:spPr/>
        <p:txBody>
          <a:bodyPr/>
          <a:p>
            <a:r>
              <a:rPr lang="en-US"/>
              <a:t/>
            </a: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spTree>
      <p:nvGrpSpPr>
        <p:cNvPr id="1" name=""/>
        <p:cNvGrpSpPr/>
        <p:nvPr/>
      </p:nvGrpSpPr>
      <p:grpSpPr>
        <a:xfrm>
          <a:off x="0" y="0"/>
          <a:ext cx="0" cy="0"/>
          <a:chOff x="0" y="0"/>
          <a:chExt cx="0" cy="0"/>
        </a:xfrm>
      </p:grpSpPr>
      <p:sp>
        <p:nvSpPr>
          <p:cNvPr id="2" name="PlaceHolder 1"/>
          <p:cNvSpPr>
            <a:spLocks noGrp="1"/>
          </p:cNvSpPr>
          <p:nvPr>
            <p:ph type="ftr" idx="29"/>
          </p:nvPr>
        </p:nvSpPr>
        <p:spPr/>
        <p:txBody>
          <a:bodyPr/>
          <a:p>
            <a:r>
              <a:t>Footer</a:t>
            </a:r>
          </a:p>
        </p:txBody>
      </p:sp>
      <p:sp>
        <p:nvSpPr>
          <p:cNvPr id="3" name="PlaceHolder 2"/>
          <p:cNvSpPr>
            <a:spLocks noGrp="1"/>
          </p:cNvSpPr>
          <p:nvPr>
            <p:ph type="sldNum" idx="30"/>
          </p:nvPr>
        </p:nvSpPr>
        <p:spPr/>
        <p:txBody>
          <a:bodyPr/>
          <a:p>
            <a:fld id="{5C5363D2-609D-49B8-943D-916C5BCE3B4D}" type="slidenum">
              <a:t>&lt;#&gt;</a:t>
            </a:fld>
          </a:p>
        </p:txBody>
      </p:sp>
      <p:sp>
        <p:nvSpPr>
          <p:cNvPr id="4" name="PlaceHolder 3"/>
          <p:cNvSpPr>
            <a:spLocks noGrp="1"/>
          </p:cNvSpPr>
          <p:nvPr>
            <p:ph type="dt" idx="28"/>
          </p:nvPr>
        </p:nvSpPr>
        <p:spPr/>
        <p:txBody>
          <a:bodyPr/>
          <a:p>
            <a:r>
              <a:rPr lang="en-US"/>
              <a:t/>
            </a: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spTree>
      <p:nvGrpSpPr>
        <p:cNvPr id="1" name=""/>
        <p:cNvGrpSpPr/>
        <p:nvPr/>
      </p:nvGrpSpPr>
      <p:grpSpPr>
        <a:xfrm>
          <a:off x="0" y="0"/>
          <a:ext cx="0" cy="0"/>
          <a:chOff x="0" y="0"/>
          <a:chExt cx="0" cy="0"/>
        </a:xfrm>
      </p:grpSpPr>
      <p:sp>
        <p:nvSpPr>
          <p:cNvPr id="2" name="PlaceHolder 1"/>
          <p:cNvSpPr>
            <a:spLocks noGrp="1"/>
          </p:cNvSpPr>
          <p:nvPr>
            <p:ph type="ftr" idx="32"/>
          </p:nvPr>
        </p:nvSpPr>
        <p:spPr/>
        <p:txBody>
          <a:bodyPr/>
          <a:p>
            <a:r>
              <a:t>Footer</a:t>
            </a:r>
          </a:p>
        </p:txBody>
      </p:sp>
      <p:sp>
        <p:nvSpPr>
          <p:cNvPr id="3" name="PlaceHolder 2"/>
          <p:cNvSpPr>
            <a:spLocks noGrp="1"/>
          </p:cNvSpPr>
          <p:nvPr>
            <p:ph type="sldNum" idx="33"/>
          </p:nvPr>
        </p:nvSpPr>
        <p:spPr/>
        <p:txBody>
          <a:bodyPr/>
          <a:p>
            <a:fld id="{6CD74291-180E-433C-ACBB-1779CDDE00A0}" type="slidenum">
              <a:t>&lt;#&gt;</a:t>
            </a:fld>
          </a:p>
        </p:txBody>
      </p:sp>
      <p:sp>
        <p:nvSpPr>
          <p:cNvPr id="4" name="PlaceHolder 3"/>
          <p:cNvSpPr>
            <a:spLocks noGrp="1"/>
          </p:cNvSpPr>
          <p:nvPr>
            <p:ph type="dt" idx="31"/>
          </p:nvPr>
        </p:nvSpPr>
        <p:spPr/>
        <p:txBody>
          <a:bodyPr/>
          <a:p>
            <a:r>
              <a:rPr lang="en-US"/>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3.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4.xml"/>
</Relationships>
</file>

<file path=ppt/slideMasters/_rels/slideMaster5.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5.xml"/>
</Relationships>
</file>

<file path=ppt/slideMasters/_rels/slideMaster6.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6.xml"/>
</Relationships>
</file>

<file path=ppt/slideMasters/_rels/slideMaster7.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7.xml"/>
</Relationships>
</file>

<file path=ppt/slideMasters/_rels/slideMaster8.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slideLayout" Target="../slideLayouts/slideLayout8.xml"/>
</Relationships>
</file>

<file path=ppt/slideMasters/_rels/slideMaster9.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slideLayout" Target="../slideLayouts/slideLayout9.xml"/>
</Relationships>
</file>

<file path=ppt/slideMasters/_rels/slideMaster10.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slideLayout" Target="../slideLayouts/slideLayout10.xml"/>
</Relationships>
</file>

<file path=ppt/slideMasters/_rels/slideMaster11.xml.rels><?xml version="1.0" encoding="UTF-8"?>
<Relationships xmlns="http://schemas.openxmlformats.org/package/2006/relationships"><Relationship Id="rId1" Type="http://schemas.openxmlformats.org/officeDocument/2006/relationships/theme" Target="../theme/theme11.xml"/><Relationship Id="rId2" Type="http://schemas.openxmlformats.org/officeDocument/2006/relationships/slideLayout" Target="../slideLayouts/slideLayout1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85800" y="1597680"/>
            <a:ext cx="7772040" cy="1102320"/>
          </a:xfrm>
          <a:prstGeom prst="rect">
            <a:avLst/>
          </a:prstGeom>
          <a:noFill/>
          <a:ln w="0">
            <a:noFill/>
          </a:ln>
        </p:spPr>
        <p:txBody>
          <a:bodyPr lIns="91440" rIns="91440" tIns="45720" bIns="45720" anchor="ctr">
            <a:noAutofit/>
          </a:bodyPr>
          <a:p>
            <a:pPr indent="0" algn="ctr" defTabSz="343080">
              <a:lnSpc>
                <a:spcPct val="100000"/>
              </a:lnSpc>
              <a:buNone/>
            </a:pPr>
            <a:r>
              <a:rPr b="0" lang="en-US" sz="3300" spc="-1" strike="noStrike">
                <a:solidFill>
                  <a:schemeClr val="dk1"/>
                </a:solidFill>
                <a:latin typeface="Calibri"/>
              </a:rPr>
              <a:t>Click to edit Master title style</a:t>
            </a:r>
            <a:endParaRPr b="0" lang="en-US" sz="3300" spc="-1" strike="noStrike">
              <a:solidFill>
                <a:schemeClr val="dk1"/>
              </a:solidFill>
              <a:latin typeface="Calibri"/>
            </a:endParaRPr>
          </a:p>
        </p:txBody>
      </p:sp>
      <p:sp>
        <p:nvSpPr>
          <p:cNvPr id="1" name="PlaceHolder 2"/>
          <p:cNvSpPr>
            <a:spLocks noGrp="1"/>
          </p:cNvSpPr>
          <p:nvPr>
            <p:ph type="dt" idx="1"/>
          </p:nvPr>
        </p:nvSpPr>
        <p:spPr>
          <a:xfrm>
            <a:off x="457200" y="4767120"/>
            <a:ext cx="2133360" cy="273600"/>
          </a:xfrm>
          <a:prstGeom prst="rect">
            <a:avLst/>
          </a:prstGeom>
          <a:noFill/>
          <a:ln w="0">
            <a:noFill/>
          </a:ln>
        </p:spPr>
        <p:txBody>
          <a:bodyPr lIns="91440" rIns="91440" tIns="45720" bIns="45720" anchor="ctr">
            <a:noAutofit/>
          </a:bodyPr>
          <a:lstStyle>
            <a:lvl1pPr indent="0" defTabSz="457200">
              <a:lnSpc>
                <a:spcPct val="100000"/>
              </a:lnSpc>
              <a:buNone/>
              <a:defRPr b="0" lang="en-US" sz="900" spc="-1" strike="noStrike">
                <a:solidFill>
                  <a:schemeClr val="dk1">
                    <a:tint val="75000"/>
                  </a:schemeClr>
                </a:solidFill>
                <a:latin typeface="Calibri"/>
              </a:defRPr>
            </a:lvl1pPr>
          </a:lstStyle>
          <a:p>
            <a:pPr indent="0" defTabSz="457200">
              <a:lnSpc>
                <a:spcPct val="100000"/>
              </a:lnSpc>
              <a:buNone/>
            </a:pPr>
            <a:r>
              <a:rPr b="0" lang="en-US" sz="900" spc="-1" strike="noStrike">
                <a:solidFill>
                  <a:schemeClr val="dk1">
                    <a:tint val="75000"/>
                  </a:schemeClr>
                </a:solidFill>
                <a:latin typeface="Calibri"/>
              </a:rPr>
              <a:t>&lt;date/time&gt;</a:t>
            </a:r>
            <a:endParaRPr b="0" lang="en-US" sz="900" spc="-1" strike="noStrike">
              <a:solidFill>
                <a:srgbClr val="000000"/>
              </a:solidFill>
              <a:latin typeface="Times New Roman"/>
            </a:endParaRPr>
          </a:p>
        </p:txBody>
      </p:sp>
      <p:sp>
        <p:nvSpPr>
          <p:cNvPr id="2" name="PlaceHolder 3"/>
          <p:cNvSpPr>
            <a:spLocks noGrp="1"/>
          </p:cNvSpPr>
          <p:nvPr>
            <p:ph type="ftr" idx="2"/>
          </p:nvPr>
        </p:nvSpPr>
        <p:spPr>
          <a:xfrm>
            <a:off x="3124080" y="4767120"/>
            <a:ext cx="2895120" cy="27360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3" name="PlaceHolder 4"/>
          <p:cNvSpPr>
            <a:spLocks noGrp="1"/>
          </p:cNvSpPr>
          <p:nvPr>
            <p:ph type="sldNum" idx="3"/>
          </p:nvPr>
        </p:nvSpPr>
        <p:spPr>
          <a:xfrm>
            <a:off x="6553080" y="4767120"/>
            <a:ext cx="2133360" cy="273600"/>
          </a:xfrm>
          <a:prstGeom prst="rect">
            <a:avLst/>
          </a:prstGeom>
          <a:noFill/>
          <a:ln w="0">
            <a:noFill/>
          </a:ln>
        </p:spPr>
        <p:txBody>
          <a:bodyPr lIns="91440" rIns="91440" tIns="45720" bIns="45720" anchor="ctr">
            <a:noAutofit/>
          </a:bodyPr>
          <a:lstStyle>
            <a:lvl1pPr indent="0" algn="r" defTabSz="457200">
              <a:lnSpc>
                <a:spcPct val="100000"/>
              </a:lnSpc>
              <a:buNone/>
              <a:defRPr b="0" lang="en-US" sz="900" spc="-1" strike="noStrike">
                <a:solidFill>
                  <a:schemeClr val="dk1">
                    <a:tint val="75000"/>
                  </a:schemeClr>
                </a:solidFill>
                <a:latin typeface="Calibri"/>
              </a:defRPr>
            </a:lvl1pPr>
          </a:lstStyle>
          <a:p>
            <a:pPr indent="0" algn="r" defTabSz="457200">
              <a:lnSpc>
                <a:spcPct val="100000"/>
              </a:lnSpc>
              <a:buNone/>
            </a:pPr>
            <a:fld id="{4737648F-F6B2-4974-992F-A7F061A001BD}" type="slidenum">
              <a:rPr b="0" lang="en-US" sz="900" spc="-1" strike="noStrike">
                <a:solidFill>
                  <a:schemeClr val="dk1">
                    <a:tint val="75000"/>
                  </a:schemeClr>
                </a:solidFill>
                <a:latin typeface="Calibri"/>
              </a:rPr>
              <a:t>&lt;number&gt;</a:t>
            </a:fld>
            <a:endParaRPr b="0" lang="en-US" sz="900" spc="-1" strike="noStrike">
              <a:solidFill>
                <a:srgbClr val="000000"/>
              </a:solidFill>
              <a:latin typeface="Times New Roman"/>
            </a:endParaRPr>
          </a:p>
        </p:txBody>
      </p:sp>
      <p:sp>
        <p:nvSpPr>
          <p:cNvPr id="4" name="PlaceHolder 5"/>
          <p:cNvSpPr>
            <a:spLocks noGrp="1"/>
          </p:cNvSpPr>
          <p:nvPr>
            <p:ph type="body"/>
          </p:nvPr>
        </p:nvSpPr>
        <p:spPr>
          <a:xfrm>
            <a:off x="457200" y="1203480"/>
            <a:ext cx="8229240" cy="298296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2400" spc="-1" strike="noStrike">
                <a:solidFill>
                  <a:schemeClr val="dk1"/>
                </a:solidFill>
                <a:latin typeface="Calibri"/>
              </a:rPr>
              <a:t>Click to edit the outline text format</a:t>
            </a:r>
            <a:endParaRPr b="0" lang="en-US" sz="2400" spc="-1" strike="noStrike">
              <a:solidFill>
                <a:schemeClr val="dk1"/>
              </a:solidFill>
              <a:latin typeface="Calibri"/>
            </a:endParaRPr>
          </a:p>
          <a:p>
            <a:pPr lvl="1" marL="864000" indent="-324000">
              <a:spcBef>
                <a:spcPts val="1134"/>
              </a:spcBef>
              <a:buClr>
                <a:srgbClr val="000000"/>
              </a:buClr>
              <a:buSzPct val="75000"/>
              <a:buFont typeface="Symbol" charset="2"/>
              <a:buChar char=""/>
            </a:pPr>
            <a:r>
              <a:rPr b="0" lang="en-US" sz="1800" spc="-1" strike="noStrike">
                <a:solidFill>
                  <a:schemeClr val="dk1"/>
                </a:solidFill>
                <a:latin typeface="Calibri"/>
              </a:rPr>
              <a:t>Second Outline Level</a:t>
            </a:r>
            <a:endParaRPr b="0" lang="en-US" sz="1800" spc="-1" strike="noStrike">
              <a:solidFill>
                <a:schemeClr val="dk1"/>
              </a:solidFill>
              <a:latin typeface="Calibri"/>
            </a:endParaRPr>
          </a:p>
          <a:p>
            <a:pPr lvl="2" marL="1296000" indent="-288000">
              <a:spcBef>
                <a:spcPts val="850"/>
              </a:spcBef>
              <a:buClr>
                <a:srgbClr val="000000"/>
              </a:buClr>
              <a:buSzPct val="45000"/>
              <a:buFont typeface="Wingdings" charset="2"/>
              <a:buChar char=""/>
            </a:pPr>
            <a:r>
              <a:rPr b="0" lang="en-US" sz="1500" spc="-1" strike="noStrike">
                <a:solidFill>
                  <a:schemeClr val="dk1"/>
                </a:solidFill>
                <a:latin typeface="Calibri"/>
              </a:rPr>
              <a:t>Third Outline Level</a:t>
            </a:r>
            <a:endParaRPr b="0" lang="en-US" sz="1500" spc="-1" strike="noStrike">
              <a:solidFill>
                <a:schemeClr val="dk1"/>
              </a:solidFill>
              <a:latin typeface="Calibri"/>
            </a:endParaRPr>
          </a:p>
          <a:p>
            <a:pPr lvl="3" marL="1728000" indent="-216000">
              <a:spcBef>
                <a:spcPts val="567"/>
              </a:spcBef>
              <a:buClr>
                <a:srgbClr val="000000"/>
              </a:buClr>
              <a:buSzPct val="75000"/>
              <a:buFont typeface="Symbol" charset="2"/>
              <a:buChar char=""/>
            </a:pPr>
            <a:r>
              <a:rPr b="0" lang="en-US" sz="1500" spc="-1" strike="noStrike">
                <a:solidFill>
                  <a:schemeClr val="dk1"/>
                </a:solidFill>
                <a:latin typeface="Calibri"/>
              </a:rPr>
              <a:t>Fourth Outline Level</a:t>
            </a:r>
            <a:endParaRPr b="0" lang="en-US" sz="1500" spc="-1" strike="noStrike">
              <a:solidFill>
                <a:schemeClr val="dk1"/>
              </a:solidFill>
              <a:latin typeface="Calibri"/>
            </a:endParaRPr>
          </a:p>
          <a:p>
            <a:pPr lvl="4" marL="2160000" indent="-216000">
              <a:spcBef>
                <a:spcPts val="283"/>
              </a:spcBef>
              <a:buClr>
                <a:srgbClr val="000000"/>
              </a:buClr>
              <a:buSzPct val="45000"/>
              <a:buFont typeface="Wingdings" charset="2"/>
              <a:buChar char=""/>
            </a:pPr>
            <a:r>
              <a:rPr b="0" lang="en-US" sz="2000" spc="-1" strike="noStrike">
                <a:solidFill>
                  <a:schemeClr val="dk1"/>
                </a:solidFill>
                <a:latin typeface="Calibri"/>
              </a:rPr>
              <a:t>Fifth Outline Level</a:t>
            </a:r>
            <a:endParaRPr b="0" lang="en-US" sz="2000" spc="-1" strike="noStrike">
              <a:solidFill>
                <a:schemeClr val="dk1"/>
              </a:solidFill>
              <a:latin typeface="Calibri"/>
            </a:endParaRPr>
          </a:p>
          <a:p>
            <a:pPr lvl="5" marL="2592000" indent="-216000">
              <a:spcBef>
                <a:spcPts val="283"/>
              </a:spcBef>
              <a:buClr>
                <a:srgbClr val="000000"/>
              </a:buClr>
              <a:buSzPct val="45000"/>
              <a:buFont typeface="Wingdings" charset="2"/>
              <a:buChar char=""/>
            </a:pPr>
            <a:r>
              <a:rPr b="0" lang="en-US" sz="2000" spc="-1" strike="noStrike">
                <a:solidFill>
                  <a:schemeClr val="dk1"/>
                </a:solidFill>
                <a:latin typeface="Calibri"/>
              </a:rPr>
              <a:t>Sixth Outline Level</a:t>
            </a:r>
            <a:endParaRPr b="0" lang="en-US" sz="2000" spc="-1" strike="noStrike">
              <a:solidFill>
                <a:schemeClr val="dk1"/>
              </a:solidFill>
              <a:latin typeface="Calibri"/>
            </a:endParaRPr>
          </a:p>
          <a:p>
            <a:pPr lvl="6" marL="3024000" indent="-216000">
              <a:spcBef>
                <a:spcPts val="283"/>
              </a:spcBef>
              <a:buClr>
                <a:srgbClr val="000000"/>
              </a:buClr>
              <a:buSzPct val="45000"/>
              <a:buFont typeface="Wingdings" charset="2"/>
              <a:buChar char=""/>
            </a:pPr>
            <a:r>
              <a:rPr b="0" lang="en-US" sz="2000" spc="-1" strike="noStrike">
                <a:solidFill>
                  <a:schemeClr val="dk1"/>
                </a:solidFill>
                <a:latin typeface="Calibri"/>
              </a:rPr>
              <a:t>Seventh Outline Level</a:t>
            </a:r>
            <a:endParaRPr b="0" lang="en-US" sz="200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49" r:id="rId2"/>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7"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Autofit/>
          </a:bodyPr>
          <a:p>
            <a:pPr indent="0" algn="ctr" defTabSz="343080">
              <a:lnSpc>
                <a:spcPct val="100000"/>
              </a:lnSpc>
              <a:buNone/>
            </a:pPr>
            <a:r>
              <a:rPr b="0" lang="en-US" sz="3300" spc="-1" strike="noStrike">
                <a:solidFill>
                  <a:schemeClr val="dk1"/>
                </a:solidFill>
                <a:latin typeface="Calibri"/>
              </a:rPr>
              <a:t>Click to edit Master title style</a:t>
            </a:r>
            <a:endParaRPr b="0" lang="en-US" sz="3300" spc="-1" strike="noStrike">
              <a:solidFill>
                <a:schemeClr val="dk1"/>
              </a:solidFill>
              <a:latin typeface="Calibri"/>
            </a:endParaRPr>
          </a:p>
        </p:txBody>
      </p:sp>
      <p:sp>
        <p:nvSpPr>
          <p:cNvPr id="8" name="PlaceHolder 2"/>
          <p:cNvSpPr>
            <a:spLocks noGrp="1"/>
          </p:cNvSpPr>
          <p:nvPr>
            <p:ph type="body"/>
          </p:nvPr>
        </p:nvSpPr>
        <p:spPr>
          <a:xfrm>
            <a:off x="457200" y="1200240"/>
            <a:ext cx="8229240" cy="3394080"/>
          </a:xfrm>
          <a:prstGeom prst="rect">
            <a:avLst/>
          </a:prstGeom>
          <a:noFill/>
          <a:ln w="0">
            <a:noFill/>
          </a:ln>
        </p:spPr>
        <p:txBody>
          <a:bodyPr lIns="91440" rIns="91440" tIns="45720" bIns="45720" anchor="t" vert="eaVert">
            <a:noAutofit/>
          </a:bodyPr>
          <a:p>
            <a:pPr marL="343080" indent="-343080" defTabSz="343080">
              <a:lnSpc>
                <a:spcPct val="100000"/>
              </a:lnSpc>
              <a:spcBef>
                <a:spcPts val="479"/>
              </a:spcBef>
              <a:buClr>
                <a:srgbClr val="000000"/>
              </a:buClr>
              <a:buFont typeface="Arial"/>
              <a:buChar char="•"/>
            </a:pPr>
            <a:r>
              <a:rPr b="0" lang="en-US" sz="2400" spc="-1" strike="noStrike">
                <a:solidFill>
                  <a:schemeClr val="dk1"/>
                </a:solidFill>
                <a:latin typeface="Calibri"/>
              </a:rPr>
              <a:t>Click to edit Master text styles</a:t>
            </a:r>
            <a:endParaRPr b="0" lang="en-US" sz="2400" spc="-1" strike="noStrike">
              <a:solidFill>
                <a:schemeClr val="dk1"/>
              </a:solidFill>
              <a:latin typeface="Calibri"/>
            </a:endParaRPr>
          </a:p>
          <a:p>
            <a:pPr lvl="1" marL="685800" indent="-343080" defTabSz="343080">
              <a:lnSpc>
                <a:spcPct val="100000"/>
              </a:lnSpc>
              <a:spcBef>
                <a:spcPts val="420"/>
              </a:spcBef>
              <a:buClr>
                <a:srgbClr val="000000"/>
              </a:buClr>
              <a:buFont typeface="Arial"/>
              <a:buChar char="–"/>
            </a:pPr>
            <a:r>
              <a:rPr b="0" lang="en-US" sz="2100" spc="-1" strike="noStrike">
                <a:solidFill>
                  <a:schemeClr val="dk1"/>
                </a:solidFill>
                <a:latin typeface="Calibri"/>
              </a:rPr>
              <a:t>Second level</a:t>
            </a:r>
            <a:endParaRPr b="0" lang="en-US" sz="2100" spc="-1" strike="noStrike">
              <a:solidFill>
                <a:schemeClr val="dk1"/>
              </a:solidFill>
              <a:latin typeface="Calibri"/>
            </a:endParaRPr>
          </a:p>
          <a:p>
            <a:pPr lvl="2" marL="1028880" indent="-343080" defTabSz="343080">
              <a:lnSpc>
                <a:spcPct val="100000"/>
              </a:lnSpc>
              <a:spcBef>
                <a:spcPts val="360"/>
              </a:spcBef>
              <a:buClr>
                <a:srgbClr val="000000"/>
              </a:buClr>
              <a:buFont typeface="Arial"/>
              <a:buChar char="•"/>
            </a:pPr>
            <a:r>
              <a:rPr b="0" lang="en-US" sz="1800" spc="-1" strike="noStrike">
                <a:solidFill>
                  <a:schemeClr val="dk1"/>
                </a:solidFill>
                <a:latin typeface="Calibri"/>
              </a:rPr>
              <a:t>Third level</a:t>
            </a:r>
            <a:endParaRPr b="0" lang="en-US" sz="1800" spc="-1" strike="noStrike">
              <a:solidFill>
                <a:schemeClr val="dk1"/>
              </a:solidFill>
              <a:latin typeface="Calibri"/>
            </a:endParaRPr>
          </a:p>
          <a:p>
            <a:pPr lvl="3" marL="1371600" indent="-343080" defTabSz="343080">
              <a:lnSpc>
                <a:spcPct val="100000"/>
              </a:lnSpc>
              <a:spcBef>
                <a:spcPts val="300"/>
              </a:spcBef>
              <a:buClr>
                <a:srgbClr val="000000"/>
              </a:buClr>
              <a:buFont typeface="Arial"/>
              <a:buChar char="–"/>
            </a:pPr>
            <a:r>
              <a:rPr b="0" lang="en-US" sz="1500" spc="-1" strike="noStrike">
                <a:solidFill>
                  <a:schemeClr val="dk1"/>
                </a:solidFill>
                <a:latin typeface="Calibri"/>
              </a:rPr>
              <a:t>Fourth level</a:t>
            </a:r>
            <a:endParaRPr b="0" lang="en-US" sz="1500" spc="-1" strike="noStrike">
              <a:solidFill>
                <a:schemeClr val="dk1"/>
              </a:solidFill>
              <a:latin typeface="Calibri"/>
            </a:endParaRPr>
          </a:p>
          <a:p>
            <a:pPr lvl="4" marL="1714680" indent="-343080" defTabSz="343080">
              <a:lnSpc>
                <a:spcPct val="100000"/>
              </a:lnSpc>
              <a:spcBef>
                <a:spcPts val="300"/>
              </a:spcBef>
              <a:buClr>
                <a:srgbClr val="000000"/>
              </a:buClr>
              <a:buFont typeface="Arial"/>
              <a:buChar char="»"/>
            </a:pPr>
            <a:r>
              <a:rPr b="0" lang="en-US" sz="1500" spc="-1" strike="noStrike">
                <a:solidFill>
                  <a:schemeClr val="dk1"/>
                </a:solidFill>
                <a:latin typeface="Calibri"/>
              </a:rPr>
              <a:t>Fifth level</a:t>
            </a:r>
            <a:endParaRPr b="0" lang="en-US" sz="1500" spc="-1" strike="noStrike">
              <a:solidFill>
                <a:schemeClr val="dk1"/>
              </a:solidFill>
              <a:latin typeface="Calibri"/>
            </a:endParaRPr>
          </a:p>
        </p:txBody>
      </p:sp>
      <p:sp>
        <p:nvSpPr>
          <p:cNvPr id="9" name="PlaceHolder 3"/>
          <p:cNvSpPr>
            <a:spLocks noGrp="1"/>
          </p:cNvSpPr>
          <p:nvPr>
            <p:ph type="dt" idx="4"/>
          </p:nvPr>
        </p:nvSpPr>
        <p:spPr>
          <a:xfrm>
            <a:off x="457200" y="4767120"/>
            <a:ext cx="2133360" cy="273600"/>
          </a:xfrm>
          <a:prstGeom prst="rect">
            <a:avLst/>
          </a:prstGeom>
          <a:noFill/>
          <a:ln w="0">
            <a:noFill/>
          </a:ln>
        </p:spPr>
        <p:txBody>
          <a:bodyPr lIns="91440" rIns="91440" tIns="45720" bIns="45720" anchor="ctr">
            <a:noAutofit/>
          </a:bodyPr>
          <a:lstStyle>
            <a:lvl1pPr indent="0" defTabSz="457200">
              <a:lnSpc>
                <a:spcPct val="100000"/>
              </a:lnSpc>
              <a:buNone/>
              <a:defRPr b="0" lang="en-US" sz="900" spc="-1" strike="noStrike">
                <a:solidFill>
                  <a:schemeClr val="dk1">
                    <a:tint val="75000"/>
                  </a:schemeClr>
                </a:solidFill>
                <a:latin typeface="Calibri"/>
              </a:defRPr>
            </a:lvl1pPr>
          </a:lstStyle>
          <a:p>
            <a:pPr indent="0" defTabSz="457200">
              <a:lnSpc>
                <a:spcPct val="100000"/>
              </a:lnSpc>
              <a:buNone/>
            </a:pPr>
            <a:r>
              <a:rPr b="0" lang="en-US" sz="900" spc="-1" strike="noStrike">
                <a:solidFill>
                  <a:schemeClr val="dk1">
                    <a:tint val="75000"/>
                  </a:schemeClr>
                </a:solidFill>
                <a:latin typeface="Calibri"/>
              </a:rPr>
              <a:t>&lt;date/time&gt;</a:t>
            </a:r>
            <a:endParaRPr b="0" lang="en-US" sz="900" spc="-1" strike="noStrike">
              <a:solidFill>
                <a:srgbClr val="000000"/>
              </a:solidFill>
              <a:latin typeface="Times New Roman"/>
            </a:endParaRPr>
          </a:p>
        </p:txBody>
      </p:sp>
      <p:sp>
        <p:nvSpPr>
          <p:cNvPr id="10" name="PlaceHolder 4"/>
          <p:cNvSpPr>
            <a:spLocks noGrp="1"/>
          </p:cNvSpPr>
          <p:nvPr>
            <p:ph type="ftr" idx="5"/>
          </p:nvPr>
        </p:nvSpPr>
        <p:spPr>
          <a:xfrm>
            <a:off x="3124080" y="4767120"/>
            <a:ext cx="2895120" cy="27360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1" name="PlaceHolder 5"/>
          <p:cNvSpPr>
            <a:spLocks noGrp="1"/>
          </p:cNvSpPr>
          <p:nvPr>
            <p:ph type="sldNum" idx="6"/>
          </p:nvPr>
        </p:nvSpPr>
        <p:spPr>
          <a:xfrm>
            <a:off x="6553080" y="4767120"/>
            <a:ext cx="2133360" cy="273600"/>
          </a:xfrm>
          <a:prstGeom prst="rect">
            <a:avLst/>
          </a:prstGeom>
          <a:noFill/>
          <a:ln w="0">
            <a:noFill/>
          </a:ln>
        </p:spPr>
        <p:txBody>
          <a:bodyPr lIns="91440" rIns="91440" tIns="45720" bIns="45720" anchor="ctr">
            <a:noAutofit/>
          </a:bodyPr>
          <a:lstStyle>
            <a:lvl1pPr indent="0" algn="r" defTabSz="457200">
              <a:lnSpc>
                <a:spcPct val="100000"/>
              </a:lnSpc>
              <a:buNone/>
              <a:defRPr b="0" lang="en-US" sz="900" spc="-1" strike="noStrike">
                <a:solidFill>
                  <a:schemeClr val="dk1">
                    <a:tint val="75000"/>
                  </a:schemeClr>
                </a:solidFill>
                <a:latin typeface="Calibri"/>
              </a:defRPr>
            </a:lvl1pPr>
          </a:lstStyle>
          <a:p>
            <a:pPr indent="0" algn="r" defTabSz="457200">
              <a:lnSpc>
                <a:spcPct val="100000"/>
              </a:lnSpc>
              <a:buNone/>
            </a:pPr>
            <a:fld id="{65E9DE33-964A-445A-AAB1-C6CAB891878D}" type="slidenum">
              <a:rPr b="0" lang="en-US" sz="900" spc="-1" strike="noStrike">
                <a:solidFill>
                  <a:schemeClr val="dk1">
                    <a:tint val="75000"/>
                  </a:schemeClr>
                </a:solidFill>
                <a:latin typeface="Calibri"/>
              </a:rPr>
              <a:t>&lt;number&gt;</a:t>
            </a:fld>
            <a:endParaRPr b="0" lang="en-US" sz="9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1" r:id="rId2"/>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2" name="PlaceHolder 1"/>
          <p:cNvSpPr>
            <a:spLocks noGrp="1"/>
          </p:cNvSpPr>
          <p:nvPr>
            <p:ph type="title"/>
          </p:nvPr>
        </p:nvSpPr>
        <p:spPr>
          <a:xfrm>
            <a:off x="6629400" y="205920"/>
            <a:ext cx="2057040" cy="4388400"/>
          </a:xfrm>
          <a:prstGeom prst="rect">
            <a:avLst/>
          </a:prstGeom>
          <a:noFill/>
          <a:ln w="0">
            <a:noFill/>
          </a:ln>
        </p:spPr>
        <p:txBody>
          <a:bodyPr lIns="91440" rIns="91440" tIns="45720" bIns="45720" anchor="ctr" vert="eaVert">
            <a:noAutofit/>
          </a:bodyPr>
          <a:p>
            <a:pPr indent="0" algn="ctr" defTabSz="343080">
              <a:lnSpc>
                <a:spcPct val="100000"/>
              </a:lnSpc>
              <a:buNone/>
            </a:pPr>
            <a:r>
              <a:rPr b="0" lang="en-US" sz="3300" spc="-1" strike="noStrike">
                <a:solidFill>
                  <a:schemeClr val="dk1"/>
                </a:solidFill>
                <a:latin typeface="Calibri"/>
              </a:rPr>
              <a:t>Click to edit Master title style</a:t>
            </a:r>
            <a:endParaRPr b="0" lang="en-US" sz="3300" spc="-1" strike="noStrike">
              <a:solidFill>
                <a:schemeClr val="dk1"/>
              </a:solidFill>
              <a:latin typeface="Calibri"/>
            </a:endParaRPr>
          </a:p>
        </p:txBody>
      </p:sp>
      <p:sp>
        <p:nvSpPr>
          <p:cNvPr id="13" name="PlaceHolder 2"/>
          <p:cNvSpPr>
            <a:spLocks noGrp="1"/>
          </p:cNvSpPr>
          <p:nvPr>
            <p:ph type="body"/>
          </p:nvPr>
        </p:nvSpPr>
        <p:spPr>
          <a:xfrm>
            <a:off x="457200" y="205920"/>
            <a:ext cx="6019560" cy="4388400"/>
          </a:xfrm>
          <a:prstGeom prst="rect">
            <a:avLst/>
          </a:prstGeom>
          <a:noFill/>
          <a:ln w="0">
            <a:noFill/>
          </a:ln>
        </p:spPr>
        <p:txBody>
          <a:bodyPr lIns="91440" rIns="91440" tIns="45720" bIns="45720" anchor="t" vert="eaVert">
            <a:noAutofit/>
          </a:bodyPr>
          <a:p>
            <a:pPr marL="343080" indent="-343080" defTabSz="343080">
              <a:lnSpc>
                <a:spcPct val="100000"/>
              </a:lnSpc>
              <a:spcBef>
                <a:spcPts val="479"/>
              </a:spcBef>
              <a:buClr>
                <a:srgbClr val="000000"/>
              </a:buClr>
              <a:buFont typeface="Arial"/>
              <a:buChar char="•"/>
            </a:pPr>
            <a:r>
              <a:rPr b="0" lang="en-US" sz="2400" spc="-1" strike="noStrike">
                <a:solidFill>
                  <a:schemeClr val="dk1"/>
                </a:solidFill>
                <a:latin typeface="Calibri"/>
              </a:rPr>
              <a:t>Click to edit Master text styles</a:t>
            </a:r>
            <a:endParaRPr b="0" lang="en-US" sz="2400" spc="-1" strike="noStrike">
              <a:solidFill>
                <a:schemeClr val="dk1"/>
              </a:solidFill>
              <a:latin typeface="Calibri"/>
            </a:endParaRPr>
          </a:p>
          <a:p>
            <a:pPr lvl="1" marL="685800" indent="-343080" defTabSz="343080">
              <a:lnSpc>
                <a:spcPct val="100000"/>
              </a:lnSpc>
              <a:spcBef>
                <a:spcPts val="420"/>
              </a:spcBef>
              <a:buClr>
                <a:srgbClr val="000000"/>
              </a:buClr>
              <a:buFont typeface="Arial"/>
              <a:buChar char="–"/>
            </a:pPr>
            <a:r>
              <a:rPr b="0" lang="en-US" sz="2100" spc="-1" strike="noStrike">
                <a:solidFill>
                  <a:schemeClr val="dk1"/>
                </a:solidFill>
                <a:latin typeface="Calibri"/>
              </a:rPr>
              <a:t>Second level</a:t>
            </a:r>
            <a:endParaRPr b="0" lang="en-US" sz="2100" spc="-1" strike="noStrike">
              <a:solidFill>
                <a:schemeClr val="dk1"/>
              </a:solidFill>
              <a:latin typeface="Calibri"/>
            </a:endParaRPr>
          </a:p>
          <a:p>
            <a:pPr lvl="2" marL="1028880" indent="-343080" defTabSz="343080">
              <a:lnSpc>
                <a:spcPct val="100000"/>
              </a:lnSpc>
              <a:spcBef>
                <a:spcPts val="360"/>
              </a:spcBef>
              <a:buClr>
                <a:srgbClr val="000000"/>
              </a:buClr>
              <a:buFont typeface="Arial"/>
              <a:buChar char="•"/>
            </a:pPr>
            <a:r>
              <a:rPr b="0" lang="en-US" sz="1800" spc="-1" strike="noStrike">
                <a:solidFill>
                  <a:schemeClr val="dk1"/>
                </a:solidFill>
                <a:latin typeface="Calibri"/>
              </a:rPr>
              <a:t>Third level</a:t>
            </a:r>
            <a:endParaRPr b="0" lang="en-US" sz="1800" spc="-1" strike="noStrike">
              <a:solidFill>
                <a:schemeClr val="dk1"/>
              </a:solidFill>
              <a:latin typeface="Calibri"/>
            </a:endParaRPr>
          </a:p>
          <a:p>
            <a:pPr lvl="3" marL="1371600" indent="-343080" defTabSz="343080">
              <a:lnSpc>
                <a:spcPct val="100000"/>
              </a:lnSpc>
              <a:spcBef>
                <a:spcPts val="300"/>
              </a:spcBef>
              <a:buClr>
                <a:srgbClr val="000000"/>
              </a:buClr>
              <a:buFont typeface="Arial"/>
              <a:buChar char="–"/>
            </a:pPr>
            <a:r>
              <a:rPr b="0" lang="en-US" sz="1500" spc="-1" strike="noStrike">
                <a:solidFill>
                  <a:schemeClr val="dk1"/>
                </a:solidFill>
                <a:latin typeface="Calibri"/>
              </a:rPr>
              <a:t>Fourth level</a:t>
            </a:r>
            <a:endParaRPr b="0" lang="en-US" sz="1500" spc="-1" strike="noStrike">
              <a:solidFill>
                <a:schemeClr val="dk1"/>
              </a:solidFill>
              <a:latin typeface="Calibri"/>
            </a:endParaRPr>
          </a:p>
          <a:p>
            <a:pPr lvl="4" marL="1714680" indent="-343080" defTabSz="343080">
              <a:lnSpc>
                <a:spcPct val="100000"/>
              </a:lnSpc>
              <a:spcBef>
                <a:spcPts val="300"/>
              </a:spcBef>
              <a:buClr>
                <a:srgbClr val="000000"/>
              </a:buClr>
              <a:buFont typeface="Arial"/>
              <a:buChar char="»"/>
            </a:pPr>
            <a:r>
              <a:rPr b="0" lang="en-US" sz="1500" spc="-1" strike="noStrike">
                <a:solidFill>
                  <a:schemeClr val="dk1"/>
                </a:solidFill>
                <a:latin typeface="Calibri"/>
              </a:rPr>
              <a:t>Fifth level</a:t>
            </a:r>
            <a:endParaRPr b="0" lang="en-US" sz="1500" spc="-1" strike="noStrike">
              <a:solidFill>
                <a:schemeClr val="dk1"/>
              </a:solidFill>
              <a:latin typeface="Calibri"/>
            </a:endParaRPr>
          </a:p>
        </p:txBody>
      </p:sp>
      <p:sp>
        <p:nvSpPr>
          <p:cNvPr id="14" name="PlaceHolder 3"/>
          <p:cNvSpPr>
            <a:spLocks noGrp="1"/>
          </p:cNvSpPr>
          <p:nvPr>
            <p:ph type="dt" idx="7"/>
          </p:nvPr>
        </p:nvSpPr>
        <p:spPr>
          <a:xfrm>
            <a:off x="457200" y="4767120"/>
            <a:ext cx="2133360" cy="273600"/>
          </a:xfrm>
          <a:prstGeom prst="rect">
            <a:avLst/>
          </a:prstGeom>
          <a:noFill/>
          <a:ln w="0">
            <a:noFill/>
          </a:ln>
        </p:spPr>
        <p:txBody>
          <a:bodyPr lIns="91440" rIns="91440" tIns="45720" bIns="45720" anchor="ctr">
            <a:noAutofit/>
          </a:bodyPr>
          <a:lstStyle>
            <a:lvl1pPr indent="0" defTabSz="457200">
              <a:lnSpc>
                <a:spcPct val="100000"/>
              </a:lnSpc>
              <a:buNone/>
              <a:defRPr b="0" lang="en-US" sz="900" spc="-1" strike="noStrike">
                <a:solidFill>
                  <a:schemeClr val="dk1">
                    <a:tint val="75000"/>
                  </a:schemeClr>
                </a:solidFill>
                <a:latin typeface="Calibri"/>
              </a:defRPr>
            </a:lvl1pPr>
          </a:lstStyle>
          <a:p>
            <a:pPr indent="0" defTabSz="457200">
              <a:lnSpc>
                <a:spcPct val="100000"/>
              </a:lnSpc>
              <a:buNone/>
            </a:pPr>
            <a:r>
              <a:rPr b="0" lang="en-US" sz="900" spc="-1" strike="noStrike">
                <a:solidFill>
                  <a:schemeClr val="dk1">
                    <a:tint val="75000"/>
                  </a:schemeClr>
                </a:solidFill>
                <a:latin typeface="Calibri"/>
              </a:rPr>
              <a:t>&lt;date/time&gt;</a:t>
            </a:r>
            <a:endParaRPr b="0" lang="en-US" sz="900" spc="-1" strike="noStrike">
              <a:solidFill>
                <a:srgbClr val="000000"/>
              </a:solidFill>
              <a:latin typeface="Times New Roman"/>
            </a:endParaRPr>
          </a:p>
        </p:txBody>
      </p:sp>
      <p:sp>
        <p:nvSpPr>
          <p:cNvPr id="15" name="PlaceHolder 4"/>
          <p:cNvSpPr>
            <a:spLocks noGrp="1"/>
          </p:cNvSpPr>
          <p:nvPr>
            <p:ph type="ftr" idx="8"/>
          </p:nvPr>
        </p:nvSpPr>
        <p:spPr>
          <a:xfrm>
            <a:off x="3124080" y="4767120"/>
            <a:ext cx="2895120" cy="27360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6" name="PlaceHolder 5"/>
          <p:cNvSpPr>
            <a:spLocks noGrp="1"/>
          </p:cNvSpPr>
          <p:nvPr>
            <p:ph type="sldNum" idx="9"/>
          </p:nvPr>
        </p:nvSpPr>
        <p:spPr>
          <a:xfrm>
            <a:off x="6553080" y="4767120"/>
            <a:ext cx="2133360" cy="273600"/>
          </a:xfrm>
          <a:prstGeom prst="rect">
            <a:avLst/>
          </a:prstGeom>
          <a:noFill/>
          <a:ln w="0">
            <a:noFill/>
          </a:ln>
        </p:spPr>
        <p:txBody>
          <a:bodyPr lIns="91440" rIns="91440" tIns="45720" bIns="45720" anchor="ctr">
            <a:noAutofit/>
          </a:bodyPr>
          <a:lstStyle>
            <a:lvl1pPr indent="0" algn="r" defTabSz="457200">
              <a:lnSpc>
                <a:spcPct val="100000"/>
              </a:lnSpc>
              <a:buNone/>
              <a:defRPr b="0" lang="en-US" sz="900" spc="-1" strike="noStrike">
                <a:solidFill>
                  <a:schemeClr val="dk1">
                    <a:tint val="75000"/>
                  </a:schemeClr>
                </a:solidFill>
                <a:latin typeface="Calibri"/>
              </a:defRPr>
            </a:lvl1pPr>
          </a:lstStyle>
          <a:p>
            <a:pPr indent="0" algn="r" defTabSz="457200">
              <a:lnSpc>
                <a:spcPct val="100000"/>
              </a:lnSpc>
              <a:buNone/>
            </a:pPr>
            <a:fld id="{BEA9B491-9B25-428B-88D0-17BAD96F31A0}" type="slidenum">
              <a:rPr b="0" lang="en-US" sz="900" spc="-1" strike="noStrike">
                <a:solidFill>
                  <a:schemeClr val="dk1">
                    <a:tint val="75000"/>
                  </a:schemeClr>
                </a:solidFill>
                <a:latin typeface="Calibri"/>
              </a:rPr>
              <a:t>&lt;number&gt;</a:t>
            </a:fld>
            <a:endParaRPr b="0" lang="en-US" sz="9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3" r:id="rId2"/>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7"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Autofit/>
          </a:bodyPr>
          <a:p>
            <a:pPr indent="0" algn="ctr" defTabSz="343080">
              <a:lnSpc>
                <a:spcPct val="100000"/>
              </a:lnSpc>
              <a:buNone/>
            </a:pPr>
            <a:r>
              <a:rPr b="0" lang="en-US" sz="3300" spc="-1" strike="noStrike">
                <a:solidFill>
                  <a:schemeClr val="dk1"/>
                </a:solidFill>
                <a:latin typeface="Calibri"/>
              </a:rPr>
              <a:t>Click to edit Master title style</a:t>
            </a:r>
            <a:endParaRPr b="0" lang="en-US" sz="3300" spc="-1" strike="noStrike">
              <a:solidFill>
                <a:schemeClr val="dk1"/>
              </a:solidFill>
              <a:latin typeface="Calibri"/>
            </a:endParaRPr>
          </a:p>
        </p:txBody>
      </p:sp>
      <p:sp>
        <p:nvSpPr>
          <p:cNvPr id="18" name="PlaceHolder 2"/>
          <p:cNvSpPr>
            <a:spLocks noGrp="1"/>
          </p:cNvSpPr>
          <p:nvPr>
            <p:ph type="body"/>
          </p:nvPr>
        </p:nvSpPr>
        <p:spPr>
          <a:xfrm>
            <a:off x="457200" y="1200240"/>
            <a:ext cx="8229240" cy="3394080"/>
          </a:xfrm>
          <a:prstGeom prst="rect">
            <a:avLst/>
          </a:prstGeom>
          <a:noFill/>
          <a:ln w="0">
            <a:noFill/>
          </a:ln>
        </p:spPr>
        <p:txBody>
          <a:bodyPr lIns="91440" rIns="91440" tIns="45720" bIns="45720" anchor="t">
            <a:noAutofit/>
          </a:bodyPr>
          <a:p>
            <a:pPr marL="343080" indent="-343080" defTabSz="343080">
              <a:lnSpc>
                <a:spcPct val="100000"/>
              </a:lnSpc>
              <a:spcBef>
                <a:spcPts val="479"/>
              </a:spcBef>
              <a:buClr>
                <a:srgbClr val="000000"/>
              </a:buClr>
              <a:buFont typeface="Arial"/>
              <a:buChar char="•"/>
            </a:pPr>
            <a:r>
              <a:rPr b="0" lang="en-US" sz="2400" spc="-1" strike="noStrike">
                <a:solidFill>
                  <a:schemeClr val="dk1"/>
                </a:solidFill>
                <a:latin typeface="Calibri"/>
              </a:rPr>
              <a:t>Click to edit Master text styles</a:t>
            </a:r>
            <a:endParaRPr b="0" lang="en-US" sz="2400" spc="-1" strike="noStrike">
              <a:solidFill>
                <a:schemeClr val="dk1"/>
              </a:solidFill>
              <a:latin typeface="Calibri"/>
            </a:endParaRPr>
          </a:p>
          <a:p>
            <a:pPr lvl="1" marL="685800" indent="-343080" defTabSz="343080">
              <a:lnSpc>
                <a:spcPct val="100000"/>
              </a:lnSpc>
              <a:spcBef>
                <a:spcPts val="420"/>
              </a:spcBef>
              <a:buClr>
                <a:srgbClr val="000000"/>
              </a:buClr>
              <a:buFont typeface="Arial"/>
              <a:buChar char="–"/>
            </a:pPr>
            <a:r>
              <a:rPr b="0" lang="en-US" sz="2100" spc="-1" strike="noStrike">
                <a:solidFill>
                  <a:schemeClr val="dk1"/>
                </a:solidFill>
                <a:latin typeface="Calibri"/>
              </a:rPr>
              <a:t>Second level</a:t>
            </a:r>
            <a:endParaRPr b="0" lang="en-US" sz="2100" spc="-1" strike="noStrike">
              <a:solidFill>
                <a:schemeClr val="dk1"/>
              </a:solidFill>
              <a:latin typeface="Calibri"/>
            </a:endParaRPr>
          </a:p>
          <a:p>
            <a:pPr lvl="2" marL="1028880" indent="-343080" defTabSz="343080">
              <a:lnSpc>
                <a:spcPct val="100000"/>
              </a:lnSpc>
              <a:spcBef>
                <a:spcPts val="360"/>
              </a:spcBef>
              <a:buClr>
                <a:srgbClr val="000000"/>
              </a:buClr>
              <a:buFont typeface="Arial"/>
              <a:buChar char="•"/>
            </a:pPr>
            <a:r>
              <a:rPr b="0" lang="en-US" sz="1800" spc="-1" strike="noStrike">
                <a:solidFill>
                  <a:schemeClr val="dk1"/>
                </a:solidFill>
                <a:latin typeface="Calibri"/>
              </a:rPr>
              <a:t>Third level</a:t>
            </a:r>
            <a:endParaRPr b="0" lang="en-US" sz="1800" spc="-1" strike="noStrike">
              <a:solidFill>
                <a:schemeClr val="dk1"/>
              </a:solidFill>
              <a:latin typeface="Calibri"/>
            </a:endParaRPr>
          </a:p>
          <a:p>
            <a:pPr lvl="3" marL="1371600" indent="-343080" defTabSz="343080">
              <a:lnSpc>
                <a:spcPct val="100000"/>
              </a:lnSpc>
              <a:spcBef>
                <a:spcPts val="300"/>
              </a:spcBef>
              <a:buClr>
                <a:srgbClr val="000000"/>
              </a:buClr>
              <a:buFont typeface="Arial"/>
              <a:buChar char="–"/>
            </a:pPr>
            <a:r>
              <a:rPr b="0" lang="en-US" sz="1500" spc="-1" strike="noStrike">
                <a:solidFill>
                  <a:schemeClr val="dk1"/>
                </a:solidFill>
                <a:latin typeface="Calibri"/>
              </a:rPr>
              <a:t>Fourth level</a:t>
            </a:r>
            <a:endParaRPr b="0" lang="en-US" sz="1500" spc="-1" strike="noStrike">
              <a:solidFill>
                <a:schemeClr val="dk1"/>
              </a:solidFill>
              <a:latin typeface="Calibri"/>
            </a:endParaRPr>
          </a:p>
          <a:p>
            <a:pPr lvl="4" marL="1714680" indent="-343080" defTabSz="343080">
              <a:lnSpc>
                <a:spcPct val="100000"/>
              </a:lnSpc>
              <a:spcBef>
                <a:spcPts val="300"/>
              </a:spcBef>
              <a:buClr>
                <a:srgbClr val="000000"/>
              </a:buClr>
              <a:buFont typeface="Arial"/>
              <a:buChar char="»"/>
            </a:pPr>
            <a:r>
              <a:rPr b="0" lang="en-US" sz="1500" spc="-1" strike="noStrike">
                <a:solidFill>
                  <a:schemeClr val="dk1"/>
                </a:solidFill>
                <a:latin typeface="Calibri"/>
              </a:rPr>
              <a:t>Fifth level</a:t>
            </a:r>
            <a:endParaRPr b="0" lang="en-US" sz="1500" spc="-1" strike="noStrike">
              <a:solidFill>
                <a:schemeClr val="dk1"/>
              </a:solidFill>
              <a:latin typeface="Calibri"/>
            </a:endParaRPr>
          </a:p>
        </p:txBody>
      </p:sp>
      <p:sp>
        <p:nvSpPr>
          <p:cNvPr id="19" name="PlaceHolder 3"/>
          <p:cNvSpPr>
            <a:spLocks noGrp="1"/>
          </p:cNvSpPr>
          <p:nvPr>
            <p:ph type="dt" idx="10"/>
          </p:nvPr>
        </p:nvSpPr>
        <p:spPr>
          <a:xfrm>
            <a:off x="457200" y="4767120"/>
            <a:ext cx="2133360" cy="273600"/>
          </a:xfrm>
          <a:prstGeom prst="rect">
            <a:avLst/>
          </a:prstGeom>
          <a:noFill/>
          <a:ln w="0">
            <a:noFill/>
          </a:ln>
        </p:spPr>
        <p:txBody>
          <a:bodyPr lIns="91440" rIns="91440" tIns="45720" bIns="45720" anchor="ctr">
            <a:noAutofit/>
          </a:bodyPr>
          <a:lstStyle>
            <a:lvl1pPr indent="0" defTabSz="457200">
              <a:lnSpc>
                <a:spcPct val="100000"/>
              </a:lnSpc>
              <a:buNone/>
              <a:defRPr b="0" lang="en-US" sz="900" spc="-1" strike="noStrike">
                <a:solidFill>
                  <a:schemeClr val="dk1">
                    <a:tint val="75000"/>
                  </a:schemeClr>
                </a:solidFill>
                <a:latin typeface="Calibri"/>
              </a:defRPr>
            </a:lvl1pPr>
          </a:lstStyle>
          <a:p>
            <a:pPr indent="0" defTabSz="457200">
              <a:lnSpc>
                <a:spcPct val="100000"/>
              </a:lnSpc>
              <a:buNone/>
            </a:pPr>
            <a:r>
              <a:rPr b="0" lang="en-US" sz="900" spc="-1" strike="noStrike">
                <a:solidFill>
                  <a:schemeClr val="dk1">
                    <a:tint val="75000"/>
                  </a:schemeClr>
                </a:solidFill>
                <a:latin typeface="Calibri"/>
              </a:rPr>
              <a:t>&lt;date/time&gt;</a:t>
            </a:r>
            <a:endParaRPr b="0" lang="en-US" sz="900" spc="-1" strike="noStrike">
              <a:solidFill>
                <a:srgbClr val="000000"/>
              </a:solidFill>
              <a:latin typeface="Times New Roman"/>
            </a:endParaRPr>
          </a:p>
        </p:txBody>
      </p:sp>
      <p:sp>
        <p:nvSpPr>
          <p:cNvPr id="20" name="PlaceHolder 4"/>
          <p:cNvSpPr>
            <a:spLocks noGrp="1"/>
          </p:cNvSpPr>
          <p:nvPr>
            <p:ph type="ftr" idx="11"/>
          </p:nvPr>
        </p:nvSpPr>
        <p:spPr>
          <a:xfrm>
            <a:off x="3124080" y="4767120"/>
            <a:ext cx="2895120" cy="27360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1" name="PlaceHolder 5"/>
          <p:cNvSpPr>
            <a:spLocks noGrp="1"/>
          </p:cNvSpPr>
          <p:nvPr>
            <p:ph type="sldNum" idx="12"/>
          </p:nvPr>
        </p:nvSpPr>
        <p:spPr>
          <a:xfrm>
            <a:off x="6553080" y="4767120"/>
            <a:ext cx="2133360" cy="273600"/>
          </a:xfrm>
          <a:prstGeom prst="rect">
            <a:avLst/>
          </a:prstGeom>
          <a:noFill/>
          <a:ln w="0">
            <a:noFill/>
          </a:ln>
        </p:spPr>
        <p:txBody>
          <a:bodyPr lIns="91440" rIns="91440" tIns="45720" bIns="45720" anchor="ctr">
            <a:noAutofit/>
          </a:bodyPr>
          <a:lstStyle>
            <a:lvl1pPr indent="0" algn="r" defTabSz="457200">
              <a:lnSpc>
                <a:spcPct val="100000"/>
              </a:lnSpc>
              <a:buNone/>
              <a:defRPr b="0" lang="en-US" sz="900" spc="-1" strike="noStrike">
                <a:solidFill>
                  <a:schemeClr val="dk1">
                    <a:tint val="75000"/>
                  </a:schemeClr>
                </a:solidFill>
                <a:latin typeface="Calibri"/>
              </a:defRPr>
            </a:lvl1pPr>
          </a:lstStyle>
          <a:p>
            <a:pPr indent="0" algn="r" defTabSz="457200">
              <a:lnSpc>
                <a:spcPct val="100000"/>
              </a:lnSpc>
              <a:buNone/>
            </a:pPr>
            <a:fld id="{6073AD04-FC4D-4B0B-AEEA-6567C56F77E7}" type="slidenum">
              <a:rPr b="0" lang="en-US" sz="900" spc="-1" strike="noStrike">
                <a:solidFill>
                  <a:schemeClr val="dk1">
                    <a:tint val="75000"/>
                  </a:schemeClr>
                </a:solidFill>
                <a:latin typeface="Calibri"/>
              </a:rPr>
              <a:t>&lt;number&gt;</a:t>
            </a:fld>
            <a:endParaRPr b="0" lang="en-US" sz="9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5" r:id="rId2"/>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4" name="PlaceHolder 1"/>
          <p:cNvSpPr>
            <a:spLocks noGrp="1"/>
          </p:cNvSpPr>
          <p:nvPr>
            <p:ph type="title"/>
          </p:nvPr>
        </p:nvSpPr>
        <p:spPr>
          <a:xfrm>
            <a:off x="722160" y="3305160"/>
            <a:ext cx="7772040" cy="1021320"/>
          </a:xfrm>
          <a:prstGeom prst="rect">
            <a:avLst/>
          </a:prstGeom>
          <a:noFill/>
          <a:ln w="0">
            <a:noFill/>
          </a:ln>
        </p:spPr>
        <p:txBody>
          <a:bodyPr lIns="91440" rIns="91440" tIns="45720" bIns="45720" anchor="t">
            <a:noAutofit/>
          </a:bodyPr>
          <a:p>
            <a:pPr indent="0" defTabSz="343080">
              <a:lnSpc>
                <a:spcPct val="100000"/>
              </a:lnSpc>
              <a:buNone/>
            </a:pPr>
            <a:r>
              <a:rPr b="1" lang="en-US" sz="3000" spc="-1" strike="noStrike" cap="all">
                <a:solidFill>
                  <a:schemeClr val="dk1"/>
                </a:solidFill>
                <a:latin typeface="Calibri"/>
              </a:rPr>
              <a:t>Click to edit Master title style</a:t>
            </a:r>
            <a:endParaRPr b="0" lang="en-US" sz="3000" spc="-1" strike="noStrike">
              <a:solidFill>
                <a:schemeClr val="dk1"/>
              </a:solidFill>
              <a:latin typeface="Calibri"/>
            </a:endParaRPr>
          </a:p>
        </p:txBody>
      </p:sp>
      <p:sp>
        <p:nvSpPr>
          <p:cNvPr id="25" name="PlaceHolder 2"/>
          <p:cNvSpPr>
            <a:spLocks noGrp="1"/>
          </p:cNvSpPr>
          <p:nvPr>
            <p:ph type="body"/>
          </p:nvPr>
        </p:nvSpPr>
        <p:spPr>
          <a:xfrm>
            <a:off x="722160" y="2180160"/>
            <a:ext cx="7772040" cy="1124640"/>
          </a:xfrm>
          <a:prstGeom prst="rect">
            <a:avLst/>
          </a:prstGeom>
          <a:noFill/>
          <a:ln w="0">
            <a:noFill/>
          </a:ln>
        </p:spPr>
        <p:txBody>
          <a:bodyPr lIns="91440" rIns="91440" tIns="45720" bIns="45720" anchor="b">
            <a:noAutofit/>
          </a:bodyPr>
          <a:p>
            <a:pPr indent="0" defTabSz="343080">
              <a:lnSpc>
                <a:spcPct val="100000"/>
              </a:lnSpc>
              <a:spcBef>
                <a:spcPts val="300"/>
              </a:spcBef>
              <a:buNone/>
              <a:tabLst>
                <a:tab algn="l" pos="0"/>
              </a:tabLst>
            </a:pPr>
            <a:r>
              <a:rPr b="0" lang="en-US" sz="1500" spc="-1" strike="noStrike">
                <a:solidFill>
                  <a:schemeClr val="dk1">
                    <a:tint val="75000"/>
                  </a:schemeClr>
                </a:solidFill>
                <a:latin typeface="Calibri"/>
              </a:rPr>
              <a:t>Click to edit Master text styles</a:t>
            </a:r>
            <a:endParaRPr b="0" lang="en-US" sz="1500" spc="-1" strike="noStrike">
              <a:solidFill>
                <a:schemeClr val="dk1"/>
              </a:solidFill>
              <a:latin typeface="Calibri"/>
            </a:endParaRPr>
          </a:p>
        </p:txBody>
      </p:sp>
      <p:sp>
        <p:nvSpPr>
          <p:cNvPr id="26" name="PlaceHolder 3"/>
          <p:cNvSpPr>
            <a:spLocks noGrp="1"/>
          </p:cNvSpPr>
          <p:nvPr>
            <p:ph type="dt" idx="13"/>
          </p:nvPr>
        </p:nvSpPr>
        <p:spPr>
          <a:xfrm>
            <a:off x="457200" y="4767120"/>
            <a:ext cx="2133360" cy="273600"/>
          </a:xfrm>
          <a:prstGeom prst="rect">
            <a:avLst/>
          </a:prstGeom>
          <a:noFill/>
          <a:ln w="0">
            <a:noFill/>
          </a:ln>
        </p:spPr>
        <p:txBody>
          <a:bodyPr lIns="91440" rIns="91440" tIns="45720" bIns="45720" anchor="ctr">
            <a:noAutofit/>
          </a:bodyPr>
          <a:lstStyle>
            <a:lvl1pPr indent="0" defTabSz="457200">
              <a:lnSpc>
                <a:spcPct val="100000"/>
              </a:lnSpc>
              <a:buNone/>
              <a:defRPr b="0" lang="en-US" sz="900" spc="-1" strike="noStrike">
                <a:solidFill>
                  <a:schemeClr val="dk1">
                    <a:tint val="75000"/>
                  </a:schemeClr>
                </a:solidFill>
                <a:latin typeface="Calibri"/>
              </a:defRPr>
            </a:lvl1pPr>
          </a:lstStyle>
          <a:p>
            <a:pPr indent="0" defTabSz="457200">
              <a:lnSpc>
                <a:spcPct val="100000"/>
              </a:lnSpc>
              <a:buNone/>
            </a:pPr>
            <a:r>
              <a:rPr b="0" lang="en-US" sz="900" spc="-1" strike="noStrike">
                <a:solidFill>
                  <a:schemeClr val="dk1">
                    <a:tint val="75000"/>
                  </a:schemeClr>
                </a:solidFill>
                <a:latin typeface="Calibri"/>
              </a:rPr>
              <a:t>&lt;date/time&gt;</a:t>
            </a:r>
            <a:endParaRPr b="0" lang="en-US" sz="900" spc="-1" strike="noStrike">
              <a:solidFill>
                <a:srgbClr val="000000"/>
              </a:solidFill>
              <a:latin typeface="Times New Roman"/>
            </a:endParaRPr>
          </a:p>
        </p:txBody>
      </p:sp>
      <p:sp>
        <p:nvSpPr>
          <p:cNvPr id="27" name="PlaceHolder 4"/>
          <p:cNvSpPr>
            <a:spLocks noGrp="1"/>
          </p:cNvSpPr>
          <p:nvPr>
            <p:ph type="ftr" idx="14"/>
          </p:nvPr>
        </p:nvSpPr>
        <p:spPr>
          <a:xfrm>
            <a:off x="3124080" y="4767120"/>
            <a:ext cx="2895120" cy="27360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8" name="PlaceHolder 5"/>
          <p:cNvSpPr>
            <a:spLocks noGrp="1"/>
          </p:cNvSpPr>
          <p:nvPr>
            <p:ph type="sldNum" idx="15"/>
          </p:nvPr>
        </p:nvSpPr>
        <p:spPr>
          <a:xfrm>
            <a:off x="6553080" y="4767120"/>
            <a:ext cx="2133360" cy="273600"/>
          </a:xfrm>
          <a:prstGeom prst="rect">
            <a:avLst/>
          </a:prstGeom>
          <a:noFill/>
          <a:ln w="0">
            <a:noFill/>
          </a:ln>
        </p:spPr>
        <p:txBody>
          <a:bodyPr lIns="91440" rIns="91440" tIns="45720" bIns="45720" anchor="ctr">
            <a:noAutofit/>
          </a:bodyPr>
          <a:lstStyle>
            <a:lvl1pPr indent="0" algn="r" defTabSz="457200">
              <a:lnSpc>
                <a:spcPct val="100000"/>
              </a:lnSpc>
              <a:buNone/>
              <a:defRPr b="0" lang="en-US" sz="900" spc="-1" strike="noStrike">
                <a:solidFill>
                  <a:schemeClr val="dk1">
                    <a:tint val="75000"/>
                  </a:schemeClr>
                </a:solidFill>
                <a:latin typeface="Calibri"/>
              </a:defRPr>
            </a:lvl1pPr>
          </a:lstStyle>
          <a:p>
            <a:pPr indent="0" algn="r" defTabSz="457200">
              <a:lnSpc>
                <a:spcPct val="100000"/>
              </a:lnSpc>
              <a:buNone/>
            </a:pPr>
            <a:fld id="{5EDA46ED-786C-4ECB-94F4-F47DC4A3AC5F}" type="slidenum">
              <a:rPr b="0" lang="en-US" sz="900" spc="-1" strike="noStrike">
                <a:solidFill>
                  <a:schemeClr val="dk1">
                    <a:tint val="75000"/>
                  </a:schemeClr>
                </a:solidFill>
                <a:latin typeface="Calibri"/>
              </a:rPr>
              <a:t>&lt;number&gt;</a:t>
            </a:fld>
            <a:endParaRPr b="0" lang="en-US" sz="9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7" r:id="rId2"/>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9"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Autofit/>
          </a:bodyPr>
          <a:p>
            <a:pPr indent="0" algn="ctr" defTabSz="343080">
              <a:lnSpc>
                <a:spcPct val="100000"/>
              </a:lnSpc>
              <a:buNone/>
            </a:pPr>
            <a:r>
              <a:rPr b="0" lang="en-US" sz="3300" spc="-1" strike="noStrike">
                <a:solidFill>
                  <a:schemeClr val="dk1"/>
                </a:solidFill>
                <a:latin typeface="Calibri"/>
              </a:rPr>
              <a:t>Click to edit Master title style</a:t>
            </a:r>
            <a:endParaRPr b="0" lang="en-US" sz="3300" spc="-1" strike="noStrike">
              <a:solidFill>
                <a:schemeClr val="dk1"/>
              </a:solidFill>
              <a:latin typeface="Calibri"/>
            </a:endParaRPr>
          </a:p>
        </p:txBody>
      </p:sp>
      <p:sp>
        <p:nvSpPr>
          <p:cNvPr id="30" name="PlaceHolder 2"/>
          <p:cNvSpPr>
            <a:spLocks noGrp="1"/>
          </p:cNvSpPr>
          <p:nvPr>
            <p:ph type="body"/>
          </p:nvPr>
        </p:nvSpPr>
        <p:spPr>
          <a:xfrm>
            <a:off x="457200" y="1200240"/>
            <a:ext cx="4038120" cy="3394080"/>
          </a:xfrm>
          <a:prstGeom prst="rect">
            <a:avLst/>
          </a:prstGeom>
          <a:noFill/>
          <a:ln w="0">
            <a:noFill/>
          </a:ln>
        </p:spPr>
        <p:txBody>
          <a:bodyPr lIns="91440" rIns="91440" tIns="45720" bIns="45720" anchor="t">
            <a:noAutofit/>
          </a:bodyPr>
          <a:p>
            <a:pPr marL="343080" indent="-343080" defTabSz="343080">
              <a:lnSpc>
                <a:spcPct val="100000"/>
              </a:lnSpc>
              <a:spcBef>
                <a:spcPts val="420"/>
              </a:spcBef>
              <a:buClr>
                <a:srgbClr val="000000"/>
              </a:buClr>
              <a:buFont typeface="Arial"/>
              <a:buChar char="•"/>
            </a:pPr>
            <a:r>
              <a:rPr b="0" lang="en-US" sz="2100" spc="-1" strike="noStrike">
                <a:solidFill>
                  <a:schemeClr val="dk1"/>
                </a:solidFill>
                <a:latin typeface="Calibri"/>
              </a:rPr>
              <a:t>Click to edit Master text styles</a:t>
            </a:r>
            <a:endParaRPr b="0" lang="en-US" sz="2100" spc="-1" strike="noStrike">
              <a:solidFill>
                <a:schemeClr val="dk1"/>
              </a:solidFill>
              <a:latin typeface="Calibri"/>
            </a:endParaRPr>
          </a:p>
          <a:p>
            <a:pPr lvl="1" marL="685800" indent="-343080" defTabSz="343080">
              <a:lnSpc>
                <a:spcPct val="100000"/>
              </a:lnSpc>
              <a:spcBef>
                <a:spcPts val="360"/>
              </a:spcBef>
              <a:buClr>
                <a:srgbClr val="000000"/>
              </a:buClr>
              <a:buFont typeface="Arial"/>
              <a:buChar char="–"/>
            </a:pPr>
            <a:r>
              <a:rPr b="0" lang="en-US" sz="1800" spc="-1" strike="noStrike">
                <a:solidFill>
                  <a:schemeClr val="dk1"/>
                </a:solidFill>
                <a:latin typeface="Calibri"/>
              </a:rPr>
              <a:t>Second level</a:t>
            </a:r>
            <a:endParaRPr b="0" lang="en-US" sz="1800" spc="-1" strike="noStrike">
              <a:solidFill>
                <a:schemeClr val="dk1"/>
              </a:solidFill>
              <a:latin typeface="Calibri"/>
            </a:endParaRPr>
          </a:p>
          <a:p>
            <a:pPr lvl="2" marL="1028880" indent="-343080" defTabSz="343080">
              <a:lnSpc>
                <a:spcPct val="100000"/>
              </a:lnSpc>
              <a:spcBef>
                <a:spcPts val="300"/>
              </a:spcBef>
              <a:buClr>
                <a:srgbClr val="000000"/>
              </a:buClr>
              <a:buFont typeface="Arial"/>
              <a:buChar char="•"/>
            </a:pPr>
            <a:r>
              <a:rPr b="0" lang="en-US" sz="1500" spc="-1" strike="noStrike">
                <a:solidFill>
                  <a:schemeClr val="dk1"/>
                </a:solidFill>
                <a:latin typeface="Calibri"/>
              </a:rPr>
              <a:t>Third level</a:t>
            </a:r>
            <a:endParaRPr b="0" lang="en-US" sz="1500" spc="-1" strike="noStrike">
              <a:solidFill>
                <a:schemeClr val="dk1"/>
              </a:solidFill>
              <a:latin typeface="Calibri"/>
            </a:endParaRPr>
          </a:p>
          <a:p>
            <a:pPr lvl="3" marL="1371600" indent="-343080" defTabSz="343080">
              <a:lnSpc>
                <a:spcPct val="100000"/>
              </a:lnSpc>
              <a:spcBef>
                <a:spcPts val="269"/>
              </a:spcBef>
              <a:buClr>
                <a:srgbClr val="000000"/>
              </a:buClr>
              <a:buFont typeface="Arial"/>
              <a:buChar char="–"/>
            </a:pPr>
            <a:r>
              <a:rPr b="0" lang="en-US" sz="1350" spc="-1" strike="noStrike">
                <a:solidFill>
                  <a:schemeClr val="dk1"/>
                </a:solidFill>
                <a:latin typeface="Calibri"/>
              </a:rPr>
              <a:t>Fourth level</a:t>
            </a:r>
            <a:endParaRPr b="0" lang="en-US" sz="1350" spc="-1" strike="noStrike">
              <a:solidFill>
                <a:schemeClr val="dk1"/>
              </a:solidFill>
              <a:latin typeface="Calibri"/>
            </a:endParaRPr>
          </a:p>
          <a:p>
            <a:pPr lvl="4" marL="1714680" indent="-343080" defTabSz="343080">
              <a:lnSpc>
                <a:spcPct val="100000"/>
              </a:lnSpc>
              <a:spcBef>
                <a:spcPts val="269"/>
              </a:spcBef>
              <a:buClr>
                <a:srgbClr val="000000"/>
              </a:buClr>
              <a:buFont typeface="Arial"/>
              <a:buChar char="»"/>
            </a:pPr>
            <a:r>
              <a:rPr b="0" lang="en-US" sz="1350" spc="-1" strike="noStrike">
                <a:solidFill>
                  <a:schemeClr val="dk1"/>
                </a:solidFill>
                <a:latin typeface="Calibri"/>
              </a:rPr>
              <a:t>Fifth level</a:t>
            </a:r>
            <a:endParaRPr b="0" lang="en-US" sz="1350" spc="-1" strike="noStrike">
              <a:solidFill>
                <a:schemeClr val="dk1"/>
              </a:solidFill>
              <a:latin typeface="Calibri"/>
            </a:endParaRPr>
          </a:p>
        </p:txBody>
      </p:sp>
      <p:sp>
        <p:nvSpPr>
          <p:cNvPr id="31" name="PlaceHolder 3"/>
          <p:cNvSpPr>
            <a:spLocks noGrp="1"/>
          </p:cNvSpPr>
          <p:nvPr>
            <p:ph type="body"/>
          </p:nvPr>
        </p:nvSpPr>
        <p:spPr>
          <a:xfrm>
            <a:off x="4648320" y="1200240"/>
            <a:ext cx="4038120" cy="3394080"/>
          </a:xfrm>
          <a:prstGeom prst="rect">
            <a:avLst/>
          </a:prstGeom>
          <a:noFill/>
          <a:ln w="0">
            <a:noFill/>
          </a:ln>
        </p:spPr>
        <p:txBody>
          <a:bodyPr lIns="91440" rIns="91440" tIns="45720" bIns="45720" anchor="t">
            <a:noAutofit/>
          </a:bodyPr>
          <a:p>
            <a:pPr marL="343080" indent="-343080" defTabSz="343080">
              <a:lnSpc>
                <a:spcPct val="100000"/>
              </a:lnSpc>
              <a:spcBef>
                <a:spcPts val="420"/>
              </a:spcBef>
              <a:buClr>
                <a:srgbClr val="000000"/>
              </a:buClr>
              <a:buFont typeface="Arial"/>
              <a:buChar char="•"/>
            </a:pPr>
            <a:r>
              <a:rPr b="0" lang="en-US" sz="2100" spc="-1" strike="noStrike">
                <a:solidFill>
                  <a:schemeClr val="dk1"/>
                </a:solidFill>
                <a:latin typeface="Calibri"/>
              </a:rPr>
              <a:t>Click to edit Master text styles</a:t>
            </a:r>
            <a:endParaRPr b="0" lang="en-US" sz="2100" spc="-1" strike="noStrike">
              <a:solidFill>
                <a:schemeClr val="dk1"/>
              </a:solidFill>
              <a:latin typeface="Calibri"/>
            </a:endParaRPr>
          </a:p>
          <a:p>
            <a:pPr lvl="1" marL="685800" indent="-343080" defTabSz="343080">
              <a:lnSpc>
                <a:spcPct val="100000"/>
              </a:lnSpc>
              <a:spcBef>
                <a:spcPts val="360"/>
              </a:spcBef>
              <a:buClr>
                <a:srgbClr val="000000"/>
              </a:buClr>
              <a:buFont typeface="Arial"/>
              <a:buChar char="–"/>
            </a:pPr>
            <a:r>
              <a:rPr b="0" lang="en-US" sz="1800" spc="-1" strike="noStrike">
                <a:solidFill>
                  <a:schemeClr val="dk1"/>
                </a:solidFill>
                <a:latin typeface="Calibri"/>
              </a:rPr>
              <a:t>Second level</a:t>
            </a:r>
            <a:endParaRPr b="0" lang="en-US" sz="1800" spc="-1" strike="noStrike">
              <a:solidFill>
                <a:schemeClr val="dk1"/>
              </a:solidFill>
              <a:latin typeface="Calibri"/>
            </a:endParaRPr>
          </a:p>
          <a:p>
            <a:pPr lvl="2" marL="1028880" indent="-343080" defTabSz="343080">
              <a:lnSpc>
                <a:spcPct val="100000"/>
              </a:lnSpc>
              <a:spcBef>
                <a:spcPts val="300"/>
              </a:spcBef>
              <a:buClr>
                <a:srgbClr val="000000"/>
              </a:buClr>
              <a:buFont typeface="Arial"/>
              <a:buChar char="•"/>
            </a:pPr>
            <a:r>
              <a:rPr b="0" lang="en-US" sz="1500" spc="-1" strike="noStrike">
                <a:solidFill>
                  <a:schemeClr val="dk1"/>
                </a:solidFill>
                <a:latin typeface="Calibri"/>
              </a:rPr>
              <a:t>Third level</a:t>
            </a:r>
            <a:endParaRPr b="0" lang="en-US" sz="1500" spc="-1" strike="noStrike">
              <a:solidFill>
                <a:schemeClr val="dk1"/>
              </a:solidFill>
              <a:latin typeface="Calibri"/>
            </a:endParaRPr>
          </a:p>
          <a:p>
            <a:pPr lvl="3" marL="1371600" indent="-343080" defTabSz="343080">
              <a:lnSpc>
                <a:spcPct val="100000"/>
              </a:lnSpc>
              <a:spcBef>
                <a:spcPts val="269"/>
              </a:spcBef>
              <a:buClr>
                <a:srgbClr val="000000"/>
              </a:buClr>
              <a:buFont typeface="Arial"/>
              <a:buChar char="–"/>
            </a:pPr>
            <a:r>
              <a:rPr b="0" lang="en-US" sz="1350" spc="-1" strike="noStrike">
                <a:solidFill>
                  <a:schemeClr val="dk1"/>
                </a:solidFill>
                <a:latin typeface="Calibri"/>
              </a:rPr>
              <a:t>Fourth level</a:t>
            </a:r>
            <a:endParaRPr b="0" lang="en-US" sz="1350" spc="-1" strike="noStrike">
              <a:solidFill>
                <a:schemeClr val="dk1"/>
              </a:solidFill>
              <a:latin typeface="Calibri"/>
            </a:endParaRPr>
          </a:p>
          <a:p>
            <a:pPr lvl="4" marL="1714680" indent="-343080" defTabSz="343080">
              <a:lnSpc>
                <a:spcPct val="100000"/>
              </a:lnSpc>
              <a:spcBef>
                <a:spcPts val="269"/>
              </a:spcBef>
              <a:buClr>
                <a:srgbClr val="000000"/>
              </a:buClr>
              <a:buFont typeface="Arial"/>
              <a:buChar char="»"/>
            </a:pPr>
            <a:r>
              <a:rPr b="0" lang="en-US" sz="1350" spc="-1" strike="noStrike">
                <a:solidFill>
                  <a:schemeClr val="dk1"/>
                </a:solidFill>
                <a:latin typeface="Calibri"/>
              </a:rPr>
              <a:t>Fifth level</a:t>
            </a:r>
            <a:endParaRPr b="0" lang="en-US" sz="1350" spc="-1" strike="noStrike">
              <a:solidFill>
                <a:schemeClr val="dk1"/>
              </a:solidFill>
              <a:latin typeface="Calibri"/>
            </a:endParaRPr>
          </a:p>
        </p:txBody>
      </p:sp>
      <p:sp>
        <p:nvSpPr>
          <p:cNvPr id="32" name="PlaceHolder 4"/>
          <p:cNvSpPr>
            <a:spLocks noGrp="1"/>
          </p:cNvSpPr>
          <p:nvPr>
            <p:ph type="dt" idx="16"/>
          </p:nvPr>
        </p:nvSpPr>
        <p:spPr>
          <a:xfrm>
            <a:off x="457200" y="4767120"/>
            <a:ext cx="2133360" cy="273600"/>
          </a:xfrm>
          <a:prstGeom prst="rect">
            <a:avLst/>
          </a:prstGeom>
          <a:noFill/>
          <a:ln w="0">
            <a:noFill/>
          </a:ln>
        </p:spPr>
        <p:txBody>
          <a:bodyPr lIns="91440" rIns="91440" tIns="45720" bIns="45720" anchor="ctr">
            <a:noAutofit/>
          </a:bodyPr>
          <a:lstStyle>
            <a:lvl1pPr indent="0" defTabSz="457200">
              <a:lnSpc>
                <a:spcPct val="100000"/>
              </a:lnSpc>
              <a:buNone/>
              <a:defRPr b="0" lang="en-US" sz="900" spc="-1" strike="noStrike">
                <a:solidFill>
                  <a:schemeClr val="dk1">
                    <a:tint val="75000"/>
                  </a:schemeClr>
                </a:solidFill>
                <a:latin typeface="Calibri"/>
              </a:defRPr>
            </a:lvl1pPr>
          </a:lstStyle>
          <a:p>
            <a:pPr indent="0" defTabSz="457200">
              <a:lnSpc>
                <a:spcPct val="100000"/>
              </a:lnSpc>
              <a:buNone/>
            </a:pPr>
            <a:r>
              <a:rPr b="0" lang="en-US" sz="900" spc="-1" strike="noStrike">
                <a:solidFill>
                  <a:schemeClr val="dk1">
                    <a:tint val="75000"/>
                  </a:schemeClr>
                </a:solidFill>
                <a:latin typeface="Calibri"/>
              </a:rPr>
              <a:t>&lt;date/time&gt;</a:t>
            </a:r>
            <a:endParaRPr b="0" lang="en-US" sz="900" spc="-1" strike="noStrike">
              <a:solidFill>
                <a:srgbClr val="000000"/>
              </a:solidFill>
              <a:latin typeface="Times New Roman"/>
            </a:endParaRPr>
          </a:p>
        </p:txBody>
      </p:sp>
      <p:sp>
        <p:nvSpPr>
          <p:cNvPr id="33" name="PlaceHolder 5"/>
          <p:cNvSpPr>
            <a:spLocks noGrp="1"/>
          </p:cNvSpPr>
          <p:nvPr>
            <p:ph type="ftr" idx="17"/>
          </p:nvPr>
        </p:nvSpPr>
        <p:spPr>
          <a:xfrm>
            <a:off x="3124080" y="4767120"/>
            <a:ext cx="2895120" cy="27360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34" name="PlaceHolder 6"/>
          <p:cNvSpPr>
            <a:spLocks noGrp="1"/>
          </p:cNvSpPr>
          <p:nvPr>
            <p:ph type="sldNum" idx="18"/>
          </p:nvPr>
        </p:nvSpPr>
        <p:spPr>
          <a:xfrm>
            <a:off x="6553080" y="4767120"/>
            <a:ext cx="2133360" cy="273600"/>
          </a:xfrm>
          <a:prstGeom prst="rect">
            <a:avLst/>
          </a:prstGeom>
          <a:noFill/>
          <a:ln w="0">
            <a:noFill/>
          </a:ln>
        </p:spPr>
        <p:txBody>
          <a:bodyPr lIns="91440" rIns="91440" tIns="45720" bIns="45720" anchor="ctr">
            <a:noAutofit/>
          </a:bodyPr>
          <a:lstStyle>
            <a:lvl1pPr indent="0" algn="r" defTabSz="457200">
              <a:lnSpc>
                <a:spcPct val="100000"/>
              </a:lnSpc>
              <a:buNone/>
              <a:defRPr b="0" lang="en-US" sz="900" spc="-1" strike="noStrike">
                <a:solidFill>
                  <a:schemeClr val="dk1">
                    <a:tint val="75000"/>
                  </a:schemeClr>
                </a:solidFill>
                <a:latin typeface="Calibri"/>
              </a:defRPr>
            </a:lvl1pPr>
          </a:lstStyle>
          <a:p>
            <a:pPr indent="0" algn="r" defTabSz="457200">
              <a:lnSpc>
                <a:spcPct val="100000"/>
              </a:lnSpc>
              <a:buNone/>
            </a:pPr>
            <a:fld id="{25EED879-E982-428D-84AE-F933E3064224}" type="slidenum">
              <a:rPr b="0" lang="en-US" sz="900" spc="-1" strike="noStrike">
                <a:solidFill>
                  <a:schemeClr val="dk1">
                    <a:tint val="75000"/>
                  </a:schemeClr>
                </a:solidFill>
                <a:latin typeface="Calibri"/>
              </a:rPr>
              <a:t>&lt;number&gt;</a:t>
            </a:fld>
            <a:endParaRPr b="0" lang="en-US" sz="9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9" r:id="rId2"/>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8"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Autofit/>
          </a:bodyPr>
          <a:p>
            <a:pPr indent="0" algn="ctr" defTabSz="343080">
              <a:lnSpc>
                <a:spcPct val="100000"/>
              </a:lnSpc>
              <a:buNone/>
            </a:pPr>
            <a:r>
              <a:rPr b="0" lang="en-US" sz="3300" spc="-1" strike="noStrike">
                <a:solidFill>
                  <a:schemeClr val="dk1"/>
                </a:solidFill>
                <a:latin typeface="Calibri"/>
              </a:rPr>
              <a:t>Click to edit Master title style</a:t>
            </a:r>
            <a:endParaRPr b="0" lang="en-US" sz="3300" spc="-1" strike="noStrike">
              <a:solidFill>
                <a:schemeClr val="dk1"/>
              </a:solidFill>
              <a:latin typeface="Calibri"/>
            </a:endParaRPr>
          </a:p>
        </p:txBody>
      </p:sp>
      <p:sp>
        <p:nvSpPr>
          <p:cNvPr id="39" name="PlaceHolder 2"/>
          <p:cNvSpPr>
            <a:spLocks noGrp="1"/>
          </p:cNvSpPr>
          <p:nvPr>
            <p:ph type="body"/>
          </p:nvPr>
        </p:nvSpPr>
        <p:spPr>
          <a:xfrm>
            <a:off x="457200" y="1151280"/>
            <a:ext cx="4039920" cy="479520"/>
          </a:xfrm>
          <a:prstGeom prst="rect">
            <a:avLst/>
          </a:prstGeom>
          <a:noFill/>
          <a:ln w="0">
            <a:noFill/>
          </a:ln>
        </p:spPr>
        <p:txBody>
          <a:bodyPr lIns="91440" rIns="91440" tIns="45720" bIns="45720" anchor="b">
            <a:noAutofit/>
          </a:bodyPr>
          <a:p>
            <a:pPr indent="0" defTabSz="343080">
              <a:lnSpc>
                <a:spcPct val="100000"/>
              </a:lnSpc>
              <a:spcBef>
                <a:spcPts val="360"/>
              </a:spcBef>
              <a:buNone/>
              <a:tabLst>
                <a:tab algn="l" pos="0"/>
              </a:tabLst>
            </a:pPr>
            <a:r>
              <a:rPr b="1" lang="en-US" sz="1800" spc="-1" strike="noStrike">
                <a:solidFill>
                  <a:schemeClr val="dk1"/>
                </a:solidFill>
                <a:latin typeface="Calibri"/>
              </a:rPr>
              <a:t>Click to edit Master text styles</a:t>
            </a:r>
            <a:endParaRPr b="0" lang="en-US" sz="1800" spc="-1" strike="noStrike">
              <a:solidFill>
                <a:schemeClr val="dk1"/>
              </a:solidFill>
              <a:latin typeface="Calibri"/>
            </a:endParaRPr>
          </a:p>
        </p:txBody>
      </p:sp>
      <p:sp>
        <p:nvSpPr>
          <p:cNvPr id="40" name="PlaceHolder 3"/>
          <p:cNvSpPr>
            <a:spLocks noGrp="1"/>
          </p:cNvSpPr>
          <p:nvPr>
            <p:ph type="body"/>
          </p:nvPr>
        </p:nvSpPr>
        <p:spPr>
          <a:xfrm>
            <a:off x="457200" y="1631160"/>
            <a:ext cx="4039920" cy="2963160"/>
          </a:xfrm>
          <a:prstGeom prst="rect">
            <a:avLst/>
          </a:prstGeom>
          <a:noFill/>
          <a:ln w="0">
            <a:noFill/>
          </a:ln>
        </p:spPr>
        <p:txBody>
          <a:bodyPr lIns="91440" rIns="91440" tIns="45720" bIns="45720" anchor="t">
            <a:noAutofit/>
          </a:bodyPr>
          <a:p>
            <a:pPr marL="343080" indent="-343080" defTabSz="343080">
              <a:lnSpc>
                <a:spcPct val="100000"/>
              </a:lnSpc>
              <a:spcBef>
                <a:spcPts val="360"/>
              </a:spcBef>
              <a:buClr>
                <a:srgbClr val="000000"/>
              </a:buClr>
              <a:buFont typeface="Arial"/>
              <a:buChar char="•"/>
            </a:pPr>
            <a:r>
              <a:rPr b="0" lang="en-US" sz="1800" spc="-1" strike="noStrike">
                <a:solidFill>
                  <a:schemeClr val="dk1"/>
                </a:solidFill>
                <a:latin typeface="Calibri"/>
              </a:rPr>
              <a:t>Click to edit Master text styles</a:t>
            </a:r>
            <a:endParaRPr b="0" lang="en-US" sz="1800" spc="-1" strike="noStrike">
              <a:solidFill>
                <a:schemeClr val="dk1"/>
              </a:solidFill>
              <a:latin typeface="Calibri"/>
            </a:endParaRPr>
          </a:p>
          <a:p>
            <a:pPr lvl="1" marL="685800" indent="-343080" defTabSz="343080">
              <a:lnSpc>
                <a:spcPct val="100000"/>
              </a:lnSpc>
              <a:spcBef>
                <a:spcPts val="300"/>
              </a:spcBef>
              <a:buClr>
                <a:srgbClr val="000000"/>
              </a:buClr>
              <a:buFont typeface="Arial"/>
              <a:buChar char="–"/>
            </a:pPr>
            <a:r>
              <a:rPr b="0" lang="en-US" sz="1500" spc="-1" strike="noStrike">
                <a:solidFill>
                  <a:schemeClr val="dk1"/>
                </a:solidFill>
                <a:latin typeface="Calibri"/>
              </a:rPr>
              <a:t>Second level</a:t>
            </a:r>
            <a:endParaRPr b="0" lang="en-US" sz="1500" spc="-1" strike="noStrike">
              <a:solidFill>
                <a:schemeClr val="dk1"/>
              </a:solidFill>
              <a:latin typeface="Calibri"/>
            </a:endParaRPr>
          </a:p>
          <a:p>
            <a:pPr lvl="2" marL="1028880" indent="-343080" defTabSz="343080">
              <a:lnSpc>
                <a:spcPct val="100000"/>
              </a:lnSpc>
              <a:spcBef>
                <a:spcPts val="269"/>
              </a:spcBef>
              <a:buClr>
                <a:srgbClr val="000000"/>
              </a:buClr>
              <a:buFont typeface="Arial"/>
              <a:buChar char="•"/>
            </a:pPr>
            <a:r>
              <a:rPr b="0" lang="en-US" sz="1350" spc="-1" strike="noStrike">
                <a:solidFill>
                  <a:schemeClr val="dk1"/>
                </a:solidFill>
                <a:latin typeface="Calibri"/>
              </a:rPr>
              <a:t>Third level</a:t>
            </a:r>
            <a:endParaRPr b="0" lang="en-US" sz="1350" spc="-1" strike="noStrike">
              <a:solidFill>
                <a:schemeClr val="dk1"/>
              </a:solidFill>
              <a:latin typeface="Calibri"/>
            </a:endParaRPr>
          </a:p>
          <a:p>
            <a:pPr lvl="3" marL="1371600" indent="-343080" defTabSz="343080">
              <a:lnSpc>
                <a:spcPct val="100000"/>
              </a:lnSpc>
              <a:spcBef>
                <a:spcPts val="241"/>
              </a:spcBef>
              <a:buClr>
                <a:srgbClr val="000000"/>
              </a:buClr>
              <a:buFont typeface="Arial"/>
              <a:buChar char="–"/>
            </a:pPr>
            <a:r>
              <a:rPr b="0" lang="en-US" sz="1200" spc="-1" strike="noStrike">
                <a:solidFill>
                  <a:schemeClr val="dk1"/>
                </a:solidFill>
                <a:latin typeface="Calibri"/>
              </a:rPr>
              <a:t>Fourth level</a:t>
            </a:r>
            <a:endParaRPr b="0" lang="en-US" sz="1200" spc="-1" strike="noStrike">
              <a:solidFill>
                <a:schemeClr val="dk1"/>
              </a:solidFill>
              <a:latin typeface="Calibri"/>
            </a:endParaRPr>
          </a:p>
          <a:p>
            <a:pPr lvl="4" marL="1714680" indent="-343080" defTabSz="343080">
              <a:lnSpc>
                <a:spcPct val="100000"/>
              </a:lnSpc>
              <a:spcBef>
                <a:spcPts val="241"/>
              </a:spcBef>
              <a:buClr>
                <a:srgbClr val="000000"/>
              </a:buClr>
              <a:buFont typeface="Arial"/>
              <a:buChar char="»"/>
            </a:pPr>
            <a:r>
              <a:rPr b="0" lang="en-US" sz="1200" spc="-1" strike="noStrike">
                <a:solidFill>
                  <a:schemeClr val="dk1"/>
                </a:solidFill>
                <a:latin typeface="Calibri"/>
              </a:rPr>
              <a:t>Fifth level</a:t>
            </a:r>
            <a:endParaRPr b="0" lang="en-US" sz="1200" spc="-1" strike="noStrike">
              <a:solidFill>
                <a:schemeClr val="dk1"/>
              </a:solidFill>
              <a:latin typeface="Calibri"/>
            </a:endParaRPr>
          </a:p>
        </p:txBody>
      </p:sp>
      <p:sp>
        <p:nvSpPr>
          <p:cNvPr id="41" name="PlaceHolder 4"/>
          <p:cNvSpPr>
            <a:spLocks noGrp="1"/>
          </p:cNvSpPr>
          <p:nvPr>
            <p:ph type="body"/>
          </p:nvPr>
        </p:nvSpPr>
        <p:spPr>
          <a:xfrm>
            <a:off x="4645080" y="1151280"/>
            <a:ext cx="4041360" cy="479520"/>
          </a:xfrm>
          <a:prstGeom prst="rect">
            <a:avLst/>
          </a:prstGeom>
          <a:noFill/>
          <a:ln w="0">
            <a:noFill/>
          </a:ln>
        </p:spPr>
        <p:txBody>
          <a:bodyPr lIns="91440" rIns="91440" tIns="45720" bIns="45720" anchor="b">
            <a:noAutofit/>
          </a:bodyPr>
          <a:p>
            <a:pPr indent="0" defTabSz="343080">
              <a:lnSpc>
                <a:spcPct val="100000"/>
              </a:lnSpc>
              <a:spcBef>
                <a:spcPts val="360"/>
              </a:spcBef>
              <a:buNone/>
              <a:tabLst>
                <a:tab algn="l" pos="0"/>
              </a:tabLst>
            </a:pPr>
            <a:r>
              <a:rPr b="1" lang="en-US" sz="1800" spc="-1" strike="noStrike">
                <a:solidFill>
                  <a:schemeClr val="dk1"/>
                </a:solidFill>
                <a:latin typeface="Calibri"/>
              </a:rPr>
              <a:t>Click to edit Master text styles</a:t>
            </a:r>
            <a:endParaRPr b="0" lang="en-US" sz="1800" spc="-1" strike="noStrike">
              <a:solidFill>
                <a:schemeClr val="dk1"/>
              </a:solidFill>
              <a:latin typeface="Calibri"/>
            </a:endParaRPr>
          </a:p>
        </p:txBody>
      </p:sp>
      <p:sp>
        <p:nvSpPr>
          <p:cNvPr id="42" name="PlaceHolder 5"/>
          <p:cNvSpPr>
            <a:spLocks noGrp="1"/>
          </p:cNvSpPr>
          <p:nvPr>
            <p:ph type="body"/>
          </p:nvPr>
        </p:nvSpPr>
        <p:spPr>
          <a:xfrm>
            <a:off x="4645080" y="1631160"/>
            <a:ext cx="4041360" cy="2963160"/>
          </a:xfrm>
          <a:prstGeom prst="rect">
            <a:avLst/>
          </a:prstGeom>
          <a:noFill/>
          <a:ln w="0">
            <a:noFill/>
          </a:ln>
        </p:spPr>
        <p:txBody>
          <a:bodyPr lIns="91440" rIns="91440" tIns="45720" bIns="45720" anchor="t">
            <a:noAutofit/>
          </a:bodyPr>
          <a:p>
            <a:pPr marL="343080" indent="-343080" defTabSz="343080">
              <a:lnSpc>
                <a:spcPct val="100000"/>
              </a:lnSpc>
              <a:spcBef>
                <a:spcPts val="360"/>
              </a:spcBef>
              <a:buClr>
                <a:srgbClr val="000000"/>
              </a:buClr>
              <a:buFont typeface="Arial"/>
              <a:buChar char="•"/>
            </a:pPr>
            <a:r>
              <a:rPr b="0" lang="en-US" sz="1800" spc="-1" strike="noStrike">
                <a:solidFill>
                  <a:schemeClr val="dk1"/>
                </a:solidFill>
                <a:latin typeface="Calibri"/>
              </a:rPr>
              <a:t>Click to edit Master text styles</a:t>
            </a:r>
            <a:endParaRPr b="0" lang="en-US" sz="1800" spc="-1" strike="noStrike">
              <a:solidFill>
                <a:schemeClr val="dk1"/>
              </a:solidFill>
              <a:latin typeface="Calibri"/>
            </a:endParaRPr>
          </a:p>
          <a:p>
            <a:pPr lvl="1" marL="685800" indent="-343080" defTabSz="343080">
              <a:lnSpc>
                <a:spcPct val="100000"/>
              </a:lnSpc>
              <a:spcBef>
                <a:spcPts val="300"/>
              </a:spcBef>
              <a:buClr>
                <a:srgbClr val="000000"/>
              </a:buClr>
              <a:buFont typeface="Arial"/>
              <a:buChar char="–"/>
            </a:pPr>
            <a:r>
              <a:rPr b="0" lang="en-US" sz="1500" spc="-1" strike="noStrike">
                <a:solidFill>
                  <a:schemeClr val="dk1"/>
                </a:solidFill>
                <a:latin typeface="Calibri"/>
              </a:rPr>
              <a:t>Second level</a:t>
            </a:r>
            <a:endParaRPr b="0" lang="en-US" sz="1500" spc="-1" strike="noStrike">
              <a:solidFill>
                <a:schemeClr val="dk1"/>
              </a:solidFill>
              <a:latin typeface="Calibri"/>
            </a:endParaRPr>
          </a:p>
          <a:p>
            <a:pPr lvl="2" marL="1028880" indent="-343080" defTabSz="343080">
              <a:lnSpc>
                <a:spcPct val="100000"/>
              </a:lnSpc>
              <a:spcBef>
                <a:spcPts val="269"/>
              </a:spcBef>
              <a:buClr>
                <a:srgbClr val="000000"/>
              </a:buClr>
              <a:buFont typeface="Arial"/>
              <a:buChar char="•"/>
            </a:pPr>
            <a:r>
              <a:rPr b="0" lang="en-US" sz="1350" spc="-1" strike="noStrike">
                <a:solidFill>
                  <a:schemeClr val="dk1"/>
                </a:solidFill>
                <a:latin typeface="Calibri"/>
              </a:rPr>
              <a:t>Third level</a:t>
            </a:r>
            <a:endParaRPr b="0" lang="en-US" sz="1350" spc="-1" strike="noStrike">
              <a:solidFill>
                <a:schemeClr val="dk1"/>
              </a:solidFill>
              <a:latin typeface="Calibri"/>
            </a:endParaRPr>
          </a:p>
          <a:p>
            <a:pPr lvl="3" marL="1371600" indent="-343080" defTabSz="343080">
              <a:lnSpc>
                <a:spcPct val="100000"/>
              </a:lnSpc>
              <a:spcBef>
                <a:spcPts val="241"/>
              </a:spcBef>
              <a:buClr>
                <a:srgbClr val="000000"/>
              </a:buClr>
              <a:buFont typeface="Arial"/>
              <a:buChar char="–"/>
            </a:pPr>
            <a:r>
              <a:rPr b="0" lang="en-US" sz="1200" spc="-1" strike="noStrike">
                <a:solidFill>
                  <a:schemeClr val="dk1"/>
                </a:solidFill>
                <a:latin typeface="Calibri"/>
              </a:rPr>
              <a:t>Fourth level</a:t>
            </a:r>
            <a:endParaRPr b="0" lang="en-US" sz="1200" spc="-1" strike="noStrike">
              <a:solidFill>
                <a:schemeClr val="dk1"/>
              </a:solidFill>
              <a:latin typeface="Calibri"/>
            </a:endParaRPr>
          </a:p>
          <a:p>
            <a:pPr lvl="4" marL="1714680" indent="-343080" defTabSz="343080">
              <a:lnSpc>
                <a:spcPct val="100000"/>
              </a:lnSpc>
              <a:spcBef>
                <a:spcPts val="241"/>
              </a:spcBef>
              <a:buClr>
                <a:srgbClr val="000000"/>
              </a:buClr>
              <a:buFont typeface="Arial"/>
              <a:buChar char="»"/>
            </a:pPr>
            <a:r>
              <a:rPr b="0" lang="en-US" sz="1200" spc="-1" strike="noStrike">
                <a:solidFill>
                  <a:schemeClr val="dk1"/>
                </a:solidFill>
                <a:latin typeface="Calibri"/>
              </a:rPr>
              <a:t>Fifth level</a:t>
            </a:r>
            <a:endParaRPr b="0" lang="en-US" sz="1200" spc="-1" strike="noStrike">
              <a:solidFill>
                <a:schemeClr val="dk1"/>
              </a:solidFill>
              <a:latin typeface="Calibri"/>
            </a:endParaRPr>
          </a:p>
        </p:txBody>
      </p:sp>
      <p:sp>
        <p:nvSpPr>
          <p:cNvPr id="43" name="PlaceHolder 6"/>
          <p:cNvSpPr>
            <a:spLocks noGrp="1"/>
          </p:cNvSpPr>
          <p:nvPr>
            <p:ph type="dt" idx="19"/>
          </p:nvPr>
        </p:nvSpPr>
        <p:spPr>
          <a:xfrm>
            <a:off x="457200" y="4767120"/>
            <a:ext cx="2133360" cy="273600"/>
          </a:xfrm>
          <a:prstGeom prst="rect">
            <a:avLst/>
          </a:prstGeom>
          <a:noFill/>
          <a:ln w="0">
            <a:noFill/>
          </a:ln>
        </p:spPr>
        <p:txBody>
          <a:bodyPr lIns="91440" rIns="91440" tIns="45720" bIns="45720" anchor="ctr">
            <a:noAutofit/>
          </a:bodyPr>
          <a:lstStyle>
            <a:lvl1pPr indent="0" defTabSz="457200">
              <a:lnSpc>
                <a:spcPct val="100000"/>
              </a:lnSpc>
              <a:buNone/>
              <a:defRPr b="0" lang="en-US" sz="900" spc="-1" strike="noStrike">
                <a:solidFill>
                  <a:schemeClr val="dk1">
                    <a:tint val="75000"/>
                  </a:schemeClr>
                </a:solidFill>
                <a:latin typeface="Calibri"/>
              </a:defRPr>
            </a:lvl1pPr>
          </a:lstStyle>
          <a:p>
            <a:pPr indent="0" defTabSz="457200">
              <a:lnSpc>
                <a:spcPct val="100000"/>
              </a:lnSpc>
              <a:buNone/>
            </a:pPr>
            <a:r>
              <a:rPr b="0" lang="en-US" sz="900" spc="-1" strike="noStrike">
                <a:solidFill>
                  <a:schemeClr val="dk1">
                    <a:tint val="75000"/>
                  </a:schemeClr>
                </a:solidFill>
                <a:latin typeface="Calibri"/>
              </a:rPr>
              <a:t>&lt;date/time&gt;</a:t>
            </a:r>
            <a:endParaRPr b="0" lang="en-US" sz="900" spc="-1" strike="noStrike">
              <a:solidFill>
                <a:srgbClr val="000000"/>
              </a:solidFill>
              <a:latin typeface="Times New Roman"/>
            </a:endParaRPr>
          </a:p>
        </p:txBody>
      </p:sp>
      <p:sp>
        <p:nvSpPr>
          <p:cNvPr id="44" name="PlaceHolder 7"/>
          <p:cNvSpPr>
            <a:spLocks noGrp="1"/>
          </p:cNvSpPr>
          <p:nvPr>
            <p:ph type="ftr" idx="20"/>
          </p:nvPr>
        </p:nvSpPr>
        <p:spPr>
          <a:xfrm>
            <a:off x="3124080" y="4767120"/>
            <a:ext cx="2895120" cy="27360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5" name="PlaceHolder 8"/>
          <p:cNvSpPr>
            <a:spLocks noGrp="1"/>
          </p:cNvSpPr>
          <p:nvPr>
            <p:ph type="sldNum" idx="21"/>
          </p:nvPr>
        </p:nvSpPr>
        <p:spPr>
          <a:xfrm>
            <a:off x="6553080" y="4767120"/>
            <a:ext cx="2133360" cy="273600"/>
          </a:xfrm>
          <a:prstGeom prst="rect">
            <a:avLst/>
          </a:prstGeom>
          <a:noFill/>
          <a:ln w="0">
            <a:noFill/>
          </a:ln>
        </p:spPr>
        <p:txBody>
          <a:bodyPr lIns="91440" rIns="91440" tIns="45720" bIns="45720" anchor="ctr">
            <a:noAutofit/>
          </a:bodyPr>
          <a:lstStyle>
            <a:lvl1pPr indent="0" algn="r" defTabSz="457200">
              <a:lnSpc>
                <a:spcPct val="100000"/>
              </a:lnSpc>
              <a:buNone/>
              <a:defRPr b="0" lang="en-US" sz="900" spc="-1" strike="noStrike">
                <a:solidFill>
                  <a:schemeClr val="dk1">
                    <a:tint val="75000"/>
                  </a:schemeClr>
                </a:solidFill>
                <a:latin typeface="Calibri"/>
              </a:defRPr>
            </a:lvl1pPr>
          </a:lstStyle>
          <a:p>
            <a:pPr indent="0" algn="r" defTabSz="457200">
              <a:lnSpc>
                <a:spcPct val="100000"/>
              </a:lnSpc>
              <a:buNone/>
            </a:pPr>
            <a:fld id="{01EF0C0D-E210-4337-BB4F-800418F26E82}" type="slidenum">
              <a:rPr b="0" lang="en-US" sz="900" spc="-1" strike="noStrike">
                <a:solidFill>
                  <a:schemeClr val="dk1">
                    <a:tint val="75000"/>
                  </a:schemeClr>
                </a:solidFill>
                <a:latin typeface="Calibri"/>
              </a:rPr>
              <a:t>&lt;number&gt;</a:t>
            </a:fld>
            <a:endParaRPr b="0" lang="en-US" sz="9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1" r:id="rId2"/>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6"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Autofit/>
          </a:bodyPr>
          <a:p>
            <a:pPr indent="0" algn="ctr" defTabSz="343080">
              <a:lnSpc>
                <a:spcPct val="100000"/>
              </a:lnSpc>
              <a:buNone/>
            </a:pPr>
            <a:r>
              <a:rPr b="0" lang="en-US" sz="3300" spc="-1" strike="noStrike">
                <a:solidFill>
                  <a:schemeClr val="dk1"/>
                </a:solidFill>
                <a:latin typeface="Calibri"/>
              </a:rPr>
              <a:t>Click to edit Master title style</a:t>
            </a:r>
            <a:endParaRPr b="0" lang="en-US" sz="3300" spc="-1" strike="noStrike">
              <a:solidFill>
                <a:schemeClr val="dk1"/>
              </a:solidFill>
              <a:latin typeface="Calibri"/>
            </a:endParaRPr>
          </a:p>
        </p:txBody>
      </p:sp>
      <p:sp>
        <p:nvSpPr>
          <p:cNvPr id="47" name="PlaceHolder 2"/>
          <p:cNvSpPr>
            <a:spLocks noGrp="1"/>
          </p:cNvSpPr>
          <p:nvPr>
            <p:ph type="dt" idx="22"/>
          </p:nvPr>
        </p:nvSpPr>
        <p:spPr>
          <a:xfrm>
            <a:off x="457200" y="4767120"/>
            <a:ext cx="2133360" cy="273600"/>
          </a:xfrm>
          <a:prstGeom prst="rect">
            <a:avLst/>
          </a:prstGeom>
          <a:noFill/>
          <a:ln w="0">
            <a:noFill/>
          </a:ln>
        </p:spPr>
        <p:txBody>
          <a:bodyPr lIns="91440" rIns="91440" tIns="45720" bIns="45720" anchor="ctr">
            <a:noAutofit/>
          </a:bodyPr>
          <a:lstStyle>
            <a:lvl1pPr indent="0" defTabSz="457200">
              <a:lnSpc>
                <a:spcPct val="100000"/>
              </a:lnSpc>
              <a:buNone/>
              <a:defRPr b="0" lang="en-US" sz="900" spc="-1" strike="noStrike">
                <a:solidFill>
                  <a:schemeClr val="dk1">
                    <a:tint val="75000"/>
                  </a:schemeClr>
                </a:solidFill>
                <a:latin typeface="Calibri"/>
              </a:defRPr>
            </a:lvl1pPr>
          </a:lstStyle>
          <a:p>
            <a:pPr indent="0" defTabSz="457200">
              <a:lnSpc>
                <a:spcPct val="100000"/>
              </a:lnSpc>
              <a:buNone/>
            </a:pPr>
            <a:r>
              <a:rPr b="0" lang="en-US" sz="900" spc="-1" strike="noStrike">
                <a:solidFill>
                  <a:schemeClr val="dk1">
                    <a:tint val="75000"/>
                  </a:schemeClr>
                </a:solidFill>
                <a:latin typeface="Calibri"/>
              </a:rPr>
              <a:t>&lt;date/time&gt;</a:t>
            </a:r>
            <a:endParaRPr b="0" lang="en-US" sz="900" spc="-1" strike="noStrike">
              <a:solidFill>
                <a:srgbClr val="000000"/>
              </a:solidFill>
              <a:latin typeface="Times New Roman"/>
            </a:endParaRPr>
          </a:p>
        </p:txBody>
      </p:sp>
      <p:sp>
        <p:nvSpPr>
          <p:cNvPr id="48" name="PlaceHolder 3"/>
          <p:cNvSpPr>
            <a:spLocks noGrp="1"/>
          </p:cNvSpPr>
          <p:nvPr>
            <p:ph type="ftr" idx="23"/>
          </p:nvPr>
        </p:nvSpPr>
        <p:spPr>
          <a:xfrm>
            <a:off x="3124080" y="4767120"/>
            <a:ext cx="2895120" cy="27360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9" name="PlaceHolder 4"/>
          <p:cNvSpPr>
            <a:spLocks noGrp="1"/>
          </p:cNvSpPr>
          <p:nvPr>
            <p:ph type="sldNum" idx="24"/>
          </p:nvPr>
        </p:nvSpPr>
        <p:spPr>
          <a:xfrm>
            <a:off x="6553080" y="4767120"/>
            <a:ext cx="2133360" cy="273600"/>
          </a:xfrm>
          <a:prstGeom prst="rect">
            <a:avLst/>
          </a:prstGeom>
          <a:noFill/>
          <a:ln w="0">
            <a:noFill/>
          </a:ln>
        </p:spPr>
        <p:txBody>
          <a:bodyPr lIns="91440" rIns="91440" tIns="45720" bIns="45720" anchor="ctr">
            <a:noAutofit/>
          </a:bodyPr>
          <a:lstStyle>
            <a:lvl1pPr indent="0" algn="r" defTabSz="457200">
              <a:lnSpc>
                <a:spcPct val="100000"/>
              </a:lnSpc>
              <a:buNone/>
              <a:defRPr b="0" lang="en-US" sz="900" spc="-1" strike="noStrike">
                <a:solidFill>
                  <a:schemeClr val="dk1">
                    <a:tint val="75000"/>
                  </a:schemeClr>
                </a:solidFill>
                <a:latin typeface="Calibri"/>
              </a:defRPr>
            </a:lvl1pPr>
          </a:lstStyle>
          <a:p>
            <a:pPr indent="0" algn="r" defTabSz="457200">
              <a:lnSpc>
                <a:spcPct val="100000"/>
              </a:lnSpc>
              <a:buNone/>
            </a:pPr>
            <a:fld id="{AE29C971-3EED-4B75-8EA0-2FC0BA626ED3}" type="slidenum">
              <a:rPr b="0" lang="en-US" sz="900" spc="-1" strike="noStrike">
                <a:solidFill>
                  <a:schemeClr val="dk1">
                    <a:tint val="75000"/>
                  </a:schemeClr>
                </a:solidFill>
                <a:latin typeface="Calibri"/>
              </a:rPr>
              <a:t>&lt;number&gt;</a:t>
            </a:fld>
            <a:endParaRPr b="0" lang="en-US" sz="9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3" r:id="rId2"/>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1" name="PlaceHolder 1"/>
          <p:cNvSpPr>
            <a:spLocks noGrp="1"/>
          </p:cNvSpPr>
          <p:nvPr>
            <p:ph type="dt" idx="25"/>
          </p:nvPr>
        </p:nvSpPr>
        <p:spPr>
          <a:xfrm>
            <a:off x="457200" y="4767120"/>
            <a:ext cx="2133360" cy="273600"/>
          </a:xfrm>
          <a:prstGeom prst="rect">
            <a:avLst/>
          </a:prstGeom>
          <a:noFill/>
          <a:ln w="0">
            <a:noFill/>
          </a:ln>
        </p:spPr>
        <p:txBody>
          <a:bodyPr lIns="91440" rIns="91440" tIns="45720" bIns="45720" anchor="ctr">
            <a:noAutofit/>
          </a:bodyPr>
          <a:lstStyle>
            <a:lvl1pPr indent="0" defTabSz="457200">
              <a:lnSpc>
                <a:spcPct val="100000"/>
              </a:lnSpc>
              <a:buNone/>
              <a:defRPr b="0" lang="en-US" sz="900" spc="-1" strike="noStrike">
                <a:solidFill>
                  <a:schemeClr val="dk1">
                    <a:tint val="75000"/>
                  </a:schemeClr>
                </a:solidFill>
                <a:latin typeface="Calibri"/>
              </a:defRPr>
            </a:lvl1pPr>
          </a:lstStyle>
          <a:p>
            <a:pPr indent="0" defTabSz="457200">
              <a:lnSpc>
                <a:spcPct val="100000"/>
              </a:lnSpc>
              <a:buNone/>
            </a:pPr>
            <a:r>
              <a:rPr b="0" lang="en-US" sz="900" spc="-1" strike="noStrike">
                <a:solidFill>
                  <a:schemeClr val="dk1">
                    <a:tint val="75000"/>
                  </a:schemeClr>
                </a:solidFill>
                <a:latin typeface="Calibri"/>
              </a:rPr>
              <a:t>&lt;date/time&gt;</a:t>
            </a:r>
            <a:endParaRPr b="0" lang="en-US" sz="900" spc="-1" strike="noStrike">
              <a:solidFill>
                <a:srgbClr val="000000"/>
              </a:solidFill>
              <a:latin typeface="Times New Roman"/>
            </a:endParaRPr>
          </a:p>
        </p:txBody>
      </p:sp>
      <p:sp>
        <p:nvSpPr>
          <p:cNvPr id="52" name="PlaceHolder 2"/>
          <p:cNvSpPr>
            <a:spLocks noGrp="1"/>
          </p:cNvSpPr>
          <p:nvPr>
            <p:ph type="ftr" idx="26"/>
          </p:nvPr>
        </p:nvSpPr>
        <p:spPr>
          <a:xfrm>
            <a:off x="3124080" y="4767120"/>
            <a:ext cx="2895120" cy="27360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53" name="PlaceHolder 3"/>
          <p:cNvSpPr>
            <a:spLocks noGrp="1"/>
          </p:cNvSpPr>
          <p:nvPr>
            <p:ph type="sldNum" idx="27"/>
          </p:nvPr>
        </p:nvSpPr>
        <p:spPr>
          <a:xfrm>
            <a:off x="6553080" y="4767120"/>
            <a:ext cx="2133360" cy="273600"/>
          </a:xfrm>
          <a:prstGeom prst="rect">
            <a:avLst/>
          </a:prstGeom>
          <a:noFill/>
          <a:ln w="0">
            <a:noFill/>
          </a:ln>
        </p:spPr>
        <p:txBody>
          <a:bodyPr lIns="91440" rIns="91440" tIns="45720" bIns="45720" anchor="ctr">
            <a:noAutofit/>
          </a:bodyPr>
          <a:lstStyle>
            <a:lvl1pPr indent="0" algn="r" defTabSz="457200">
              <a:lnSpc>
                <a:spcPct val="100000"/>
              </a:lnSpc>
              <a:buNone/>
              <a:defRPr b="0" lang="en-US" sz="900" spc="-1" strike="noStrike">
                <a:solidFill>
                  <a:schemeClr val="dk1">
                    <a:tint val="75000"/>
                  </a:schemeClr>
                </a:solidFill>
                <a:latin typeface="Calibri"/>
              </a:defRPr>
            </a:lvl1pPr>
          </a:lstStyle>
          <a:p>
            <a:pPr indent="0" algn="r" defTabSz="457200">
              <a:lnSpc>
                <a:spcPct val="100000"/>
              </a:lnSpc>
              <a:buNone/>
            </a:pPr>
            <a:fld id="{FEF2E7C5-2A35-40D2-81E4-84B6FFE86618}" type="slidenum">
              <a:rPr b="0" lang="en-US" sz="900" spc="-1" strike="noStrike">
                <a:solidFill>
                  <a:schemeClr val="dk1">
                    <a:tint val="75000"/>
                  </a:schemeClr>
                </a:solidFill>
                <a:latin typeface="Calibri"/>
              </a:rPr>
              <a:t>&lt;number&gt;</a:t>
            </a:fld>
            <a:endParaRPr b="0" lang="en-US" sz="9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5" r:id="rId2"/>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4" name="PlaceHolder 1"/>
          <p:cNvSpPr>
            <a:spLocks noGrp="1"/>
          </p:cNvSpPr>
          <p:nvPr>
            <p:ph type="title"/>
          </p:nvPr>
        </p:nvSpPr>
        <p:spPr>
          <a:xfrm>
            <a:off x="457200" y="204840"/>
            <a:ext cx="3007800" cy="871200"/>
          </a:xfrm>
          <a:prstGeom prst="rect">
            <a:avLst/>
          </a:prstGeom>
          <a:noFill/>
          <a:ln w="0">
            <a:noFill/>
          </a:ln>
        </p:spPr>
        <p:txBody>
          <a:bodyPr lIns="91440" rIns="91440" tIns="45720" bIns="45720" anchor="b">
            <a:noAutofit/>
          </a:bodyPr>
          <a:p>
            <a:pPr indent="0" defTabSz="343080">
              <a:lnSpc>
                <a:spcPct val="100000"/>
              </a:lnSpc>
              <a:buNone/>
            </a:pPr>
            <a:r>
              <a:rPr b="1" lang="en-US" sz="1500" spc="-1" strike="noStrike">
                <a:solidFill>
                  <a:schemeClr val="dk1"/>
                </a:solidFill>
                <a:latin typeface="Calibri"/>
              </a:rPr>
              <a:t>Click to edit Master title style</a:t>
            </a:r>
            <a:endParaRPr b="0" lang="en-US" sz="1500" spc="-1" strike="noStrike">
              <a:solidFill>
                <a:schemeClr val="dk1"/>
              </a:solidFill>
              <a:latin typeface="Calibri"/>
            </a:endParaRPr>
          </a:p>
        </p:txBody>
      </p:sp>
      <p:sp>
        <p:nvSpPr>
          <p:cNvPr id="55" name="PlaceHolder 2"/>
          <p:cNvSpPr>
            <a:spLocks noGrp="1"/>
          </p:cNvSpPr>
          <p:nvPr>
            <p:ph type="body"/>
          </p:nvPr>
        </p:nvSpPr>
        <p:spPr>
          <a:xfrm>
            <a:off x="3575160" y="204840"/>
            <a:ext cx="5111280" cy="4389480"/>
          </a:xfrm>
          <a:prstGeom prst="rect">
            <a:avLst/>
          </a:prstGeom>
          <a:noFill/>
          <a:ln w="0">
            <a:noFill/>
          </a:ln>
        </p:spPr>
        <p:txBody>
          <a:bodyPr lIns="91440" rIns="91440" tIns="45720" bIns="45720" anchor="t">
            <a:noAutofit/>
          </a:bodyPr>
          <a:p>
            <a:pPr marL="343080" indent="-343080" defTabSz="343080">
              <a:lnSpc>
                <a:spcPct val="100000"/>
              </a:lnSpc>
              <a:spcBef>
                <a:spcPts val="479"/>
              </a:spcBef>
              <a:buClr>
                <a:srgbClr val="000000"/>
              </a:buClr>
              <a:buFont typeface="Arial"/>
              <a:buChar char="•"/>
            </a:pPr>
            <a:r>
              <a:rPr b="0" lang="en-US" sz="2400" spc="-1" strike="noStrike">
                <a:solidFill>
                  <a:schemeClr val="dk1"/>
                </a:solidFill>
                <a:latin typeface="Calibri"/>
              </a:rPr>
              <a:t>Click to edit Master text styles</a:t>
            </a:r>
            <a:endParaRPr b="0" lang="en-US" sz="2400" spc="-1" strike="noStrike">
              <a:solidFill>
                <a:schemeClr val="dk1"/>
              </a:solidFill>
              <a:latin typeface="Calibri"/>
            </a:endParaRPr>
          </a:p>
          <a:p>
            <a:pPr lvl="1" marL="685800" indent="-343080" defTabSz="343080">
              <a:lnSpc>
                <a:spcPct val="100000"/>
              </a:lnSpc>
              <a:spcBef>
                <a:spcPts val="420"/>
              </a:spcBef>
              <a:buClr>
                <a:srgbClr val="000000"/>
              </a:buClr>
              <a:buFont typeface="Arial"/>
              <a:buChar char="–"/>
            </a:pPr>
            <a:r>
              <a:rPr b="0" lang="en-US" sz="2100" spc="-1" strike="noStrike">
                <a:solidFill>
                  <a:schemeClr val="dk1"/>
                </a:solidFill>
                <a:latin typeface="Calibri"/>
              </a:rPr>
              <a:t>Second level</a:t>
            </a:r>
            <a:endParaRPr b="0" lang="en-US" sz="2100" spc="-1" strike="noStrike">
              <a:solidFill>
                <a:schemeClr val="dk1"/>
              </a:solidFill>
              <a:latin typeface="Calibri"/>
            </a:endParaRPr>
          </a:p>
          <a:p>
            <a:pPr lvl="2" marL="1028880" indent="-343080" defTabSz="343080">
              <a:lnSpc>
                <a:spcPct val="100000"/>
              </a:lnSpc>
              <a:spcBef>
                <a:spcPts val="360"/>
              </a:spcBef>
              <a:buClr>
                <a:srgbClr val="000000"/>
              </a:buClr>
              <a:buFont typeface="Arial"/>
              <a:buChar char="•"/>
            </a:pPr>
            <a:r>
              <a:rPr b="0" lang="en-US" sz="1800" spc="-1" strike="noStrike">
                <a:solidFill>
                  <a:schemeClr val="dk1"/>
                </a:solidFill>
                <a:latin typeface="Calibri"/>
              </a:rPr>
              <a:t>Third level</a:t>
            </a:r>
            <a:endParaRPr b="0" lang="en-US" sz="1800" spc="-1" strike="noStrike">
              <a:solidFill>
                <a:schemeClr val="dk1"/>
              </a:solidFill>
              <a:latin typeface="Calibri"/>
            </a:endParaRPr>
          </a:p>
          <a:p>
            <a:pPr lvl="3" marL="1371600" indent="-343080" defTabSz="343080">
              <a:lnSpc>
                <a:spcPct val="100000"/>
              </a:lnSpc>
              <a:spcBef>
                <a:spcPts val="300"/>
              </a:spcBef>
              <a:buClr>
                <a:srgbClr val="000000"/>
              </a:buClr>
              <a:buFont typeface="Arial"/>
              <a:buChar char="–"/>
            </a:pPr>
            <a:r>
              <a:rPr b="0" lang="en-US" sz="1500" spc="-1" strike="noStrike">
                <a:solidFill>
                  <a:schemeClr val="dk1"/>
                </a:solidFill>
                <a:latin typeface="Calibri"/>
              </a:rPr>
              <a:t>Fourth level</a:t>
            </a:r>
            <a:endParaRPr b="0" lang="en-US" sz="1500" spc="-1" strike="noStrike">
              <a:solidFill>
                <a:schemeClr val="dk1"/>
              </a:solidFill>
              <a:latin typeface="Calibri"/>
            </a:endParaRPr>
          </a:p>
          <a:p>
            <a:pPr lvl="4" marL="1714680" indent="-343080" defTabSz="343080">
              <a:lnSpc>
                <a:spcPct val="100000"/>
              </a:lnSpc>
              <a:spcBef>
                <a:spcPts val="300"/>
              </a:spcBef>
              <a:buClr>
                <a:srgbClr val="000000"/>
              </a:buClr>
              <a:buFont typeface="Arial"/>
              <a:buChar char="»"/>
            </a:pPr>
            <a:r>
              <a:rPr b="0" lang="en-US" sz="1500" spc="-1" strike="noStrike">
                <a:solidFill>
                  <a:schemeClr val="dk1"/>
                </a:solidFill>
                <a:latin typeface="Calibri"/>
              </a:rPr>
              <a:t>Fifth level</a:t>
            </a:r>
            <a:endParaRPr b="0" lang="en-US" sz="1500" spc="-1" strike="noStrike">
              <a:solidFill>
                <a:schemeClr val="dk1"/>
              </a:solidFill>
              <a:latin typeface="Calibri"/>
            </a:endParaRPr>
          </a:p>
        </p:txBody>
      </p:sp>
      <p:sp>
        <p:nvSpPr>
          <p:cNvPr id="56" name="PlaceHolder 3"/>
          <p:cNvSpPr>
            <a:spLocks noGrp="1"/>
          </p:cNvSpPr>
          <p:nvPr>
            <p:ph type="body"/>
          </p:nvPr>
        </p:nvSpPr>
        <p:spPr>
          <a:xfrm>
            <a:off x="457200" y="1076400"/>
            <a:ext cx="3007800" cy="3517920"/>
          </a:xfrm>
          <a:prstGeom prst="rect">
            <a:avLst/>
          </a:prstGeom>
          <a:noFill/>
          <a:ln w="0">
            <a:noFill/>
          </a:ln>
        </p:spPr>
        <p:txBody>
          <a:bodyPr lIns="91440" rIns="91440" tIns="45720" bIns="45720" anchor="t">
            <a:noAutofit/>
          </a:bodyPr>
          <a:p>
            <a:pPr indent="0" defTabSz="343080">
              <a:lnSpc>
                <a:spcPct val="100000"/>
              </a:lnSpc>
              <a:spcBef>
                <a:spcPts val="210"/>
              </a:spcBef>
              <a:buNone/>
              <a:tabLst>
                <a:tab algn="l" pos="0"/>
              </a:tabLst>
            </a:pPr>
            <a:r>
              <a:rPr b="0" lang="en-US" sz="1050" spc="-1" strike="noStrike">
                <a:solidFill>
                  <a:schemeClr val="dk1"/>
                </a:solidFill>
                <a:latin typeface="Calibri"/>
              </a:rPr>
              <a:t>Click to edit Master text styles</a:t>
            </a:r>
            <a:endParaRPr b="0" lang="en-US" sz="1050" spc="-1" strike="noStrike">
              <a:solidFill>
                <a:schemeClr val="dk1"/>
              </a:solidFill>
              <a:latin typeface="Calibri"/>
            </a:endParaRPr>
          </a:p>
        </p:txBody>
      </p:sp>
      <p:sp>
        <p:nvSpPr>
          <p:cNvPr id="57" name="PlaceHolder 4"/>
          <p:cNvSpPr>
            <a:spLocks noGrp="1"/>
          </p:cNvSpPr>
          <p:nvPr>
            <p:ph type="dt" idx="28"/>
          </p:nvPr>
        </p:nvSpPr>
        <p:spPr>
          <a:xfrm>
            <a:off x="457200" y="4767120"/>
            <a:ext cx="2133360" cy="273600"/>
          </a:xfrm>
          <a:prstGeom prst="rect">
            <a:avLst/>
          </a:prstGeom>
          <a:noFill/>
          <a:ln w="0">
            <a:noFill/>
          </a:ln>
        </p:spPr>
        <p:txBody>
          <a:bodyPr lIns="91440" rIns="91440" tIns="45720" bIns="45720" anchor="ctr">
            <a:noAutofit/>
          </a:bodyPr>
          <a:lstStyle>
            <a:lvl1pPr indent="0" defTabSz="457200">
              <a:lnSpc>
                <a:spcPct val="100000"/>
              </a:lnSpc>
              <a:buNone/>
              <a:defRPr b="0" lang="en-US" sz="900" spc="-1" strike="noStrike">
                <a:solidFill>
                  <a:schemeClr val="dk1">
                    <a:tint val="75000"/>
                  </a:schemeClr>
                </a:solidFill>
                <a:latin typeface="Calibri"/>
              </a:defRPr>
            </a:lvl1pPr>
          </a:lstStyle>
          <a:p>
            <a:pPr indent="0" defTabSz="457200">
              <a:lnSpc>
                <a:spcPct val="100000"/>
              </a:lnSpc>
              <a:buNone/>
            </a:pPr>
            <a:r>
              <a:rPr b="0" lang="en-US" sz="900" spc="-1" strike="noStrike">
                <a:solidFill>
                  <a:schemeClr val="dk1">
                    <a:tint val="75000"/>
                  </a:schemeClr>
                </a:solidFill>
                <a:latin typeface="Calibri"/>
              </a:rPr>
              <a:t>&lt;date/time&gt;</a:t>
            </a:r>
            <a:endParaRPr b="0" lang="en-US" sz="900" spc="-1" strike="noStrike">
              <a:solidFill>
                <a:srgbClr val="000000"/>
              </a:solidFill>
              <a:latin typeface="Times New Roman"/>
            </a:endParaRPr>
          </a:p>
        </p:txBody>
      </p:sp>
      <p:sp>
        <p:nvSpPr>
          <p:cNvPr id="58" name="PlaceHolder 5"/>
          <p:cNvSpPr>
            <a:spLocks noGrp="1"/>
          </p:cNvSpPr>
          <p:nvPr>
            <p:ph type="ftr" idx="29"/>
          </p:nvPr>
        </p:nvSpPr>
        <p:spPr>
          <a:xfrm>
            <a:off x="3124080" y="4767120"/>
            <a:ext cx="2895120" cy="27360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59" name="PlaceHolder 6"/>
          <p:cNvSpPr>
            <a:spLocks noGrp="1"/>
          </p:cNvSpPr>
          <p:nvPr>
            <p:ph type="sldNum" idx="30"/>
          </p:nvPr>
        </p:nvSpPr>
        <p:spPr>
          <a:xfrm>
            <a:off x="6553080" y="4767120"/>
            <a:ext cx="2133360" cy="273600"/>
          </a:xfrm>
          <a:prstGeom prst="rect">
            <a:avLst/>
          </a:prstGeom>
          <a:noFill/>
          <a:ln w="0">
            <a:noFill/>
          </a:ln>
        </p:spPr>
        <p:txBody>
          <a:bodyPr lIns="91440" rIns="91440" tIns="45720" bIns="45720" anchor="ctr">
            <a:noAutofit/>
          </a:bodyPr>
          <a:lstStyle>
            <a:lvl1pPr indent="0" algn="r" defTabSz="457200">
              <a:lnSpc>
                <a:spcPct val="100000"/>
              </a:lnSpc>
              <a:buNone/>
              <a:defRPr b="0" lang="en-US" sz="900" spc="-1" strike="noStrike">
                <a:solidFill>
                  <a:schemeClr val="dk1">
                    <a:tint val="75000"/>
                  </a:schemeClr>
                </a:solidFill>
                <a:latin typeface="Calibri"/>
              </a:defRPr>
            </a:lvl1pPr>
          </a:lstStyle>
          <a:p>
            <a:pPr indent="0" algn="r" defTabSz="457200">
              <a:lnSpc>
                <a:spcPct val="100000"/>
              </a:lnSpc>
              <a:buNone/>
            </a:pPr>
            <a:fld id="{868687DD-1B61-4696-9CC3-2F975633B522}" type="slidenum">
              <a:rPr b="0" lang="en-US" sz="900" spc="-1" strike="noStrike">
                <a:solidFill>
                  <a:schemeClr val="dk1">
                    <a:tint val="75000"/>
                  </a:schemeClr>
                </a:solidFill>
                <a:latin typeface="Calibri"/>
              </a:rPr>
              <a:t>&lt;number&gt;</a:t>
            </a:fld>
            <a:endParaRPr b="0" lang="en-US" sz="9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7" r:id="rId2"/>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0" name="PlaceHolder 1"/>
          <p:cNvSpPr>
            <a:spLocks noGrp="1"/>
          </p:cNvSpPr>
          <p:nvPr>
            <p:ph type="title"/>
          </p:nvPr>
        </p:nvSpPr>
        <p:spPr>
          <a:xfrm>
            <a:off x="1792440" y="3600360"/>
            <a:ext cx="5486040" cy="424800"/>
          </a:xfrm>
          <a:prstGeom prst="rect">
            <a:avLst/>
          </a:prstGeom>
          <a:noFill/>
          <a:ln w="0">
            <a:noFill/>
          </a:ln>
        </p:spPr>
        <p:txBody>
          <a:bodyPr lIns="91440" rIns="91440" tIns="45720" bIns="45720" anchor="b">
            <a:noAutofit/>
          </a:bodyPr>
          <a:p>
            <a:pPr indent="0" defTabSz="343080">
              <a:lnSpc>
                <a:spcPct val="100000"/>
              </a:lnSpc>
              <a:buNone/>
            </a:pPr>
            <a:r>
              <a:rPr b="1" lang="en-US" sz="1500" spc="-1" strike="noStrike">
                <a:solidFill>
                  <a:schemeClr val="dk1"/>
                </a:solidFill>
                <a:latin typeface="Calibri"/>
              </a:rPr>
              <a:t>Click to edit Master title style</a:t>
            </a:r>
            <a:endParaRPr b="0" lang="en-US" sz="1500" spc="-1" strike="noStrike">
              <a:solidFill>
                <a:schemeClr val="dk1"/>
              </a:solidFill>
              <a:latin typeface="Calibri"/>
            </a:endParaRPr>
          </a:p>
        </p:txBody>
      </p:sp>
      <p:sp>
        <p:nvSpPr>
          <p:cNvPr id="61" name="PlaceHolder 2"/>
          <p:cNvSpPr>
            <a:spLocks noGrp="1"/>
          </p:cNvSpPr>
          <p:nvPr>
            <p:ph type="body"/>
          </p:nvPr>
        </p:nvSpPr>
        <p:spPr>
          <a:xfrm>
            <a:off x="1792440" y="459720"/>
            <a:ext cx="5486040" cy="3085920"/>
          </a:xfrm>
          <a:prstGeom prst="rect">
            <a:avLst/>
          </a:prstGeom>
          <a:noFill/>
          <a:ln w="0">
            <a:noFill/>
          </a:ln>
        </p:spPr>
        <p:txBody>
          <a:bodyPr lIns="90000" rIns="90000" tIns="45000" bIns="45000" anchor="t">
            <a:noAutofit/>
          </a:bodyPr>
          <a:p>
            <a:pPr marL="432000" indent="-324000">
              <a:spcBef>
                <a:spcPts val="1417"/>
              </a:spcBef>
              <a:buClr>
                <a:srgbClr val="000000"/>
              </a:buClr>
              <a:buSzPct val="45000"/>
              <a:buFont typeface="Wingdings" charset="2"/>
              <a:buChar char=""/>
            </a:pPr>
            <a:r>
              <a:rPr b="0" lang="en-US" sz="2400" spc="-1" strike="noStrike">
                <a:solidFill>
                  <a:schemeClr val="dk1"/>
                </a:solidFill>
                <a:latin typeface="Calibri"/>
              </a:rPr>
              <a:t>Click to edit the outline text format</a:t>
            </a:r>
            <a:endParaRPr b="0" lang="en-US" sz="2400" spc="-1" strike="noStrike">
              <a:solidFill>
                <a:schemeClr val="dk1"/>
              </a:solidFill>
              <a:latin typeface="Calibri"/>
            </a:endParaRPr>
          </a:p>
          <a:p>
            <a:pPr lvl="1" marL="864000" indent="-324000">
              <a:spcBef>
                <a:spcPts val="1134"/>
              </a:spcBef>
              <a:buClr>
                <a:srgbClr val="000000"/>
              </a:buClr>
              <a:buSzPct val="75000"/>
              <a:buFont typeface="Symbol" charset="2"/>
              <a:buChar char=""/>
            </a:pPr>
            <a:r>
              <a:rPr b="0" lang="en-US" sz="2400" spc="-1" strike="noStrike">
                <a:solidFill>
                  <a:schemeClr val="dk1"/>
                </a:solidFill>
                <a:latin typeface="Calibri"/>
              </a:rPr>
              <a:t>Second Outline Level</a:t>
            </a:r>
            <a:endParaRPr b="0" lang="en-US" sz="2400" spc="-1" strike="noStrike">
              <a:solidFill>
                <a:schemeClr val="dk1"/>
              </a:solidFill>
              <a:latin typeface="Calibri"/>
            </a:endParaRPr>
          </a:p>
          <a:p>
            <a:pPr lvl="2" marL="1296000" indent="-288000">
              <a:spcBef>
                <a:spcPts val="850"/>
              </a:spcBef>
              <a:buClr>
                <a:srgbClr val="000000"/>
              </a:buClr>
              <a:buSzPct val="45000"/>
              <a:buFont typeface="Wingdings" charset="2"/>
              <a:buChar char=""/>
            </a:pPr>
            <a:r>
              <a:rPr b="0" lang="en-US" sz="2400" spc="-1" strike="noStrike">
                <a:solidFill>
                  <a:schemeClr val="dk1"/>
                </a:solidFill>
                <a:latin typeface="Calibri"/>
              </a:rPr>
              <a:t>Third Outline Level</a:t>
            </a:r>
            <a:endParaRPr b="0" lang="en-US" sz="2400" spc="-1" strike="noStrike">
              <a:solidFill>
                <a:schemeClr val="dk1"/>
              </a:solidFill>
              <a:latin typeface="Calibri"/>
            </a:endParaRPr>
          </a:p>
          <a:p>
            <a:pPr lvl="3" marL="1728000" indent="-216000">
              <a:spcBef>
                <a:spcPts val="567"/>
              </a:spcBef>
              <a:buClr>
                <a:srgbClr val="000000"/>
              </a:buClr>
              <a:buSzPct val="75000"/>
              <a:buFont typeface="Symbol" charset="2"/>
              <a:buChar char=""/>
            </a:pPr>
            <a:r>
              <a:rPr b="0" lang="en-US" sz="2400" spc="-1" strike="noStrike">
                <a:solidFill>
                  <a:schemeClr val="dk1"/>
                </a:solidFill>
                <a:latin typeface="Calibri"/>
              </a:rPr>
              <a:t>Fourth Outline Level</a:t>
            </a:r>
            <a:endParaRPr b="0" lang="en-US" sz="2400" spc="-1" strike="noStrike">
              <a:solidFill>
                <a:schemeClr val="dk1"/>
              </a:solidFill>
              <a:latin typeface="Calibri"/>
            </a:endParaRPr>
          </a:p>
          <a:p>
            <a:pPr lvl="4" marL="2160000" indent="-216000">
              <a:spcBef>
                <a:spcPts val="283"/>
              </a:spcBef>
              <a:buClr>
                <a:srgbClr val="000000"/>
              </a:buClr>
              <a:buSzPct val="45000"/>
              <a:buFont typeface="Wingdings" charset="2"/>
              <a:buChar char=""/>
            </a:pPr>
            <a:r>
              <a:rPr b="0" lang="en-US" sz="2400" spc="-1" strike="noStrike">
                <a:solidFill>
                  <a:schemeClr val="dk1"/>
                </a:solidFill>
                <a:latin typeface="Calibri"/>
              </a:rPr>
              <a:t>Fifth Outline Level</a:t>
            </a:r>
            <a:endParaRPr b="0" lang="en-US" sz="2400" spc="-1" strike="noStrike">
              <a:solidFill>
                <a:schemeClr val="dk1"/>
              </a:solidFill>
              <a:latin typeface="Calibri"/>
            </a:endParaRPr>
          </a:p>
          <a:p>
            <a:pPr lvl="5" marL="2592000" indent="-216000">
              <a:spcBef>
                <a:spcPts val="283"/>
              </a:spcBef>
              <a:buClr>
                <a:srgbClr val="000000"/>
              </a:buClr>
              <a:buSzPct val="45000"/>
              <a:buFont typeface="Wingdings" charset="2"/>
              <a:buChar char=""/>
            </a:pPr>
            <a:r>
              <a:rPr b="0" lang="en-US" sz="2400" spc="-1" strike="noStrike">
                <a:solidFill>
                  <a:schemeClr val="dk1"/>
                </a:solidFill>
                <a:latin typeface="Calibri"/>
              </a:rPr>
              <a:t>Sixth Outline Level</a:t>
            </a:r>
            <a:endParaRPr b="0" lang="en-US" sz="2400" spc="-1" strike="noStrike">
              <a:solidFill>
                <a:schemeClr val="dk1"/>
              </a:solidFill>
              <a:latin typeface="Calibri"/>
            </a:endParaRPr>
          </a:p>
          <a:p>
            <a:pPr lvl="6" marL="3024000" indent="-216000">
              <a:spcBef>
                <a:spcPts val="283"/>
              </a:spcBef>
              <a:buClr>
                <a:srgbClr val="000000"/>
              </a:buClr>
              <a:buSzPct val="45000"/>
              <a:buFont typeface="Wingdings" charset="2"/>
              <a:buChar char=""/>
            </a:pPr>
            <a:r>
              <a:rPr b="0" lang="en-US" sz="2400" spc="-1" strike="noStrike">
                <a:solidFill>
                  <a:schemeClr val="dk1"/>
                </a:solidFill>
                <a:latin typeface="Calibri"/>
              </a:rPr>
              <a:t>Seventh Outline Level</a:t>
            </a:r>
            <a:endParaRPr b="0" lang="en-US" sz="2400" spc="-1" strike="noStrike">
              <a:solidFill>
                <a:schemeClr val="dk1"/>
              </a:solidFill>
              <a:latin typeface="Calibri"/>
            </a:endParaRPr>
          </a:p>
        </p:txBody>
      </p:sp>
      <p:sp>
        <p:nvSpPr>
          <p:cNvPr id="62" name="PlaceHolder 3"/>
          <p:cNvSpPr>
            <a:spLocks noGrp="1"/>
          </p:cNvSpPr>
          <p:nvPr>
            <p:ph type="body"/>
          </p:nvPr>
        </p:nvSpPr>
        <p:spPr>
          <a:xfrm>
            <a:off x="1792440" y="4025520"/>
            <a:ext cx="5486040" cy="603360"/>
          </a:xfrm>
          <a:prstGeom prst="rect">
            <a:avLst/>
          </a:prstGeom>
          <a:noFill/>
          <a:ln w="0">
            <a:noFill/>
          </a:ln>
        </p:spPr>
        <p:txBody>
          <a:bodyPr lIns="91440" rIns="91440" tIns="45720" bIns="45720" anchor="t">
            <a:noAutofit/>
          </a:bodyPr>
          <a:p>
            <a:pPr indent="0" defTabSz="343080">
              <a:lnSpc>
                <a:spcPct val="100000"/>
              </a:lnSpc>
              <a:spcBef>
                <a:spcPts val="210"/>
              </a:spcBef>
              <a:buNone/>
              <a:tabLst>
                <a:tab algn="l" pos="0"/>
              </a:tabLst>
            </a:pPr>
            <a:r>
              <a:rPr b="0" lang="en-US" sz="1050" spc="-1" strike="noStrike">
                <a:solidFill>
                  <a:schemeClr val="dk1"/>
                </a:solidFill>
                <a:latin typeface="Calibri"/>
              </a:rPr>
              <a:t>Click to edit Master text styles</a:t>
            </a:r>
            <a:endParaRPr b="0" lang="en-US" sz="1050" spc="-1" strike="noStrike">
              <a:solidFill>
                <a:schemeClr val="dk1"/>
              </a:solidFill>
              <a:latin typeface="Calibri"/>
            </a:endParaRPr>
          </a:p>
        </p:txBody>
      </p:sp>
      <p:sp>
        <p:nvSpPr>
          <p:cNvPr id="63" name="PlaceHolder 4"/>
          <p:cNvSpPr>
            <a:spLocks noGrp="1"/>
          </p:cNvSpPr>
          <p:nvPr>
            <p:ph type="dt" idx="31"/>
          </p:nvPr>
        </p:nvSpPr>
        <p:spPr>
          <a:xfrm>
            <a:off x="457200" y="4767120"/>
            <a:ext cx="2133360" cy="273600"/>
          </a:xfrm>
          <a:prstGeom prst="rect">
            <a:avLst/>
          </a:prstGeom>
          <a:noFill/>
          <a:ln w="0">
            <a:noFill/>
          </a:ln>
        </p:spPr>
        <p:txBody>
          <a:bodyPr lIns="91440" rIns="91440" tIns="45720" bIns="45720" anchor="ctr">
            <a:noAutofit/>
          </a:bodyPr>
          <a:lstStyle>
            <a:lvl1pPr indent="0" defTabSz="457200">
              <a:lnSpc>
                <a:spcPct val="100000"/>
              </a:lnSpc>
              <a:buNone/>
              <a:defRPr b="0" lang="en-US" sz="900" spc="-1" strike="noStrike">
                <a:solidFill>
                  <a:schemeClr val="dk1">
                    <a:tint val="75000"/>
                  </a:schemeClr>
                </a:solidFill>
                <a:latin typeface="Calibri"/>
              </a:defRPr>
            </a:lvl1pPr>
          </a:lstStyle>
          <a:p>
            <a:pPr indent="0" defTabSz="457200">
              <a:lnSpc>
                <a:spcPct val="100000"/>
              </a:lnSpc>
              <a:buNone/>
            </a:pPr>
            <a:r>
              <a:rPr b="0" lang="en-US" sz="900" spc="-1" strike="noStrike">
                <a:solidFill>
                  <a:schemeClr val="dk1">
                    <a:tint val="75000"/>
                  </a:schemeClr>
                </a:solidFill>
                <a:latin typeface="Calibri"/>
              </a:rPr>
              <a:t>&lt;date/time&gt;</a:t>
            </a:r>
            <a:endParaRPr b="0" lang="en-US" sz="900" spc="-1" strike="noStrike">
              <a:solidFill>
                <a:srgbClr val="000000"/>
              </a:solidFill>
              <a:latin typeface="Times New Roman"/>
            </a:endParaRPr>
          </a:p>
        </p:txBody>
      </p:sp>
      <p:sp>
        <p:nvSpPr>
          <p:cNvPr id="64" name="PlaceHolder 5"/>
          <p:cNvSpPr>
            <a:spLocks noGrp="1"/>
          </p:cNvSpPr>
          <p:nvPr>
            <p:ph type="ftr" idx="32"/>
          </p:nvPr>
        </p:nvSpPr>
        <p:spPr>
          <a:xfrm>
            <a:off x="3124080" y="4767120"/>
            <a:ext cx="2895120" cy="27360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65" name="PlaceHolder 6"/>
          <p:cNvSpPr>
            <a:spLocks noGrp="1"/>
          </p:cNvSpPr>
          <p:nvPr>
            <p:ph type="sldNum" idx="33"/>
          </p:nvPr>
        </p:nvSpPr>
        <p:spPr>
          <a:xfrm>
            <a:off x="6553080" y="4767120"/>
            <a:ext cx="2133360" cy="273600"/>
          </a:xfrm>
          <a:prstGeom prst="rect">
            <a:avLst/>
          </a:prstGeom>
          <a:noFill/>
          <a:ln w="0">
            <a:noFill/>
          </a:ln>
        </p:spPr>
        <p:txBody>
          <a:bodyPr lIns="91440" rIns="91440" tIns="45720" bIns="45720" anchor="ctr">
            <a:noAutofit/>
          </a:bodyPr>
          <a:lstStyle>
            <a:lvl1pPr indent="0" algn="r" defTabSz="457200">
              <a:lnSpc>
                <a:spcPct val="100000"/>
              </a:lnSpc>
              <a:buNone/>
              <a:defRPr b="0" lang="en-US" sz="900" spc="-1" strike="noStrike">
                <a:solidFill>
                  <a:schemeClr val="dk1">
                    <a:tint val="75000"/>
                  </a:schemeClr>
                </a:solidFill>
                <a:latin typeface="Calibri"/>
              </a:defRPr>
            </a:lvl1pPr>
          </a:lstStyle>
          <a:p>
            <a:pPr indent="0" algn="r" defTabSz="457200">
              <a:lnSpc>
                <a:spcPct val="100000"/>
              </a:lnSpc>
              <a:buNone/>
            </a:pPr>
            <a:fld id="{334D47F0-BBAC-4250-83F6-547D9844862B}" type="slidenum">
              <a:rPr b="0" lang="en-US" sz="900" spc="-1" strike="noStrike">
                <a:solidFill>
                  <a:schemeClr val="dk1">
                    <a:tint val="75000"/>
                  </a:schemeClr>
                </a:solidFill>
                <a:latin typeface="Calibri"/>
              </a:rPr>
              <a:t>&lt;number&gt;</a:t>
            </a:fld>
            <a:endParaRPr b="0" lang="en-US" sz="9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9" r:id="rId2"/>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5.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5.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4.xml"/><Relationship Id="rId3"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4.xml"/><Relationship Id="rId3"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4.xml"/><Relationship Id="rId3"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4.xml"/><Relationship Id="rId3" Type="http://schemas.openxmlformats.org/officeDocument/2006/relationships/notesSlide" Target="../notesSlides/notesSlide21.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
</Relationships>
</file>

<file path=ppt/slides/_rels/slide23.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4.xml"/><Relationship Id="rId3" Type="http://schemas.openxmlformats.org/officeDocument/2006/relationships/notesSlide" Target="../notesSlides/notesSlide23.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
</Relationships>
</file>

<file path=ppt/slides/_rels/slide26.xml.rels><?xml version="1.0" encoding="UTF-8"?>
<Relationships xmlns="http://schemas.openxmlformats.org/package/2006/relationships"><Relationship Id="rId1" Type="http://schemas.openxmlformats.org/officeDocument/2006/relationships/slideLayout" Target="../slideLayouts/slideLayout5.xml"/>
</Relationships>
</file>

<file path=ppt/slides/_rels/slide27.xml.rels><?xml version="1.0" encoding="UTF-8"?>
<Relationships xmlns="http://schemas.openxmlformats.org/package/2006/relationships"><Relationship Id="rId1" Type="http://schemas.openxmlformats.org/officeDocument/2006/relationships/image" Target="../media/image6.jpeg"/><Relationship Id="rId2" Type="http://schemas.openxmlformats.org/officeDocument/2006/relationships/image" Target="../media/image7.jpeg"/><Relationship Id="rId3" Type="http://schemas.openxmlformats.org/officeDocument/2006/relationships/slideLayout" Target="../slideLayouts/slideLayout7.xml"/><Relationship Id="rId4" Type="http://schemas.openxmlformats.org/officeDocument/2006/relationships/notesSlide" Target="../notesSlides/notesSlide27.xml"/>
</Relationships>
</file>

<file path=ppt/slides/_rels/slide28.xml.rels><?xml version="1.0" encoding="UTF-8"?>
<Relationships xmlns="http://schemas.openxmlformats.org/package/2006/relationships"><Relationship Id="rId1" Type="http://schemas.openxmlformats.org/officeDocument/2006/relationships/image" Target="../media/image8.jpeg"/><Relationship Id="rId2" Type="http://schemas.openxmlformats.org/officeDocument/2006/relationships/image" Target="../media/image9.jpeg"/><Relationship Id="rId3" Type="http://schemas.openxmlformats.org/officeDocument/2006/relationships/slideLayout" Target="../slideLayouts/slideLayout7.xml"/><Relationship Id="rId4" Type="http://schemas.openxmlformats.org/officeDocument/2006/relationships/notesSlide" Target="../notesSlides/notesSlide28.xml"/>
</Relationships>
</file>

<file path=ppt/slides/_rels/slide29.xml.rels><?xml version="1.0" encoding="UTF-8"?>
<Relationships xmlns="http://schemas.openxmlformats.org/package/2006/relationships"><Relationship Id="rId1" Type="http://schemas.openxmlformats.org/officeDocument/2006/relationships/image" Target="../media/image10.jpeg"/><Relationship Id="rId2" Type="http://schemas.openxmlformats.org/officeDocument/2006/relationships/image" Target="../media/image11.jpeg"/><Relationship Id="rId3" Type="http://schemas.openxmlformats.org/officeDocument/2006/relationships/slideLayout" Target="../slideLayouts/slideLayout7.xml"/><Relationship Id="rId4" Type="http://schemas.openxmlformats.org/officeDocument/2006/relationships/notesSlide" Target="../notesSlides/notesSlide29.xml"/>
</Relationships>
</file>

<file path=ppt/slides/_rels/slide30.xml.rels><?xml version="1.0" encoding="UTF-8"?>
<Relationships xmlns="http://schemas.openxmlformats.org/package/2006/relationships"><Relationship Id="rId1" Type="http://schemas.openxmlformats.org/officeDocument/2006/relationships/image" Target="../media/image12.jpeg"/><Relationship Id="rId2" Type="http://schemas.openxmlformats.org/officeDocument/2006/relationships/image" Target="../media/image13.jpeg"/><Relationship Id="rId3" Type="http://schemas.openxmlformats.org/officeDocument/2006/relationships/slideLayout" Target="../slideLayouts/slideLayout7.xml"/><Relationship Id="rId4" Type="http://schemas.openxmlformats.org/officeDocument/2006/relationships/notesSlide" Target="../notesSlides/notesSlide30.xml"/>
</Relationships>
</file>

<file path=ppt/slides/_rels/slide31.xml.rels><?xml version="1.0" encoding="UTF-8"?>
<Relationships xmlns="http://schemas.openxmlformats.org/package/2006/relationships"><Relationship Id="rId1" Type="http://schemas.openxmlformats.org/officeDocument/2006/relationships/image" Target="../media/image14.jpeg"/><Relationship Id="rId2" Type="http://schemas.openxmlformats.org/officeDocument/2006/relationships/image" Target="../media/image15.jpeg"/><Relationship Id="rId3" Type="http://schemas.openxmlformats.org/officeDocument/2006/relationships/slideLayout" Target="../slideLayouts/slideLayout7.xml"/><Relationship Id="rId4" Type="http://schemas.openxmlformats.org/officeDocument/2006/relationships/notesSlide" Target="../notesSlides/notesSlide31.xml"/>
</Relationships>
</file>

<file path=ppt/slides/_rels/slide32.xml.rels><?xml version="1.0" encoding="UTF-8"?>
<Relationships xmlns="http://schemas.openxmlformats.org/package/2006/relationships"><Relationship Id="rId1" Type="http://schemas.openxmlformats.org/officeDocument/2006/relationships/slideLayout" Target="../slideLayouts/slideLayout5.xml"/>
</Relationships>
</file>

<file path=ppt/slides/_rels/slide33.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
<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 name="PlaceHolder 1"/>
          <p:cNvSpPr>
            <a:spLocks noGrp="1"/>
          </p:cNvSpPr>
          <p:nvPr>
            <p:ph type="title"/>
          </p:nvPr>
        </p:nvSpPr>
        <p:spPr>
          <a:xfrm>
            <a:off x="685800" y="1597680"/>
            <a:ext cx="7772040" cy="110232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Session 1 — Course Introduction &amp; Healthcare Data</a:t>
            </a:r>
            <a:endParaRPr b="0" lang="en-US" sz="3300" spc="-1" strike="noStrike">
              <a:solidFill>
                <a:schemeClr val="dk1"/>
              </a:solidFill>
              <a:latin typeface="Calibri"/>
            </a:endParaRPr>
          </a:p>
        </p:txBody>
      </p:sp>
      <p:sp>
        <p:nvSpPr>
          <p:cNvPr id="73" name="PlaceHolder 2"/>
          <p:cNvSpPr>
            <a:spLocks noGrp="1"/>
          </p:cNvSpPr>
          <p:nvPr>
            <p:ph type="subTitle"/>
          </p:nvPr>
        </p:nvSpPr>
        <p:spPr>
          <a:xfrm>
            <a:off x="1371600" y="2914560"/>
            <a:ext cx="6400440" cy="1314000"/>
          </a:xfrm>
          <a:prstGeom prst="rect">
            <a:avLst/>
          </a:prstGeom>
          <a:noFill/>
          <a:ln w="0">
            <a:noFill/>
          </a:ln>
        </p:spPr>
        <p:txBody>
          <a:bodyPr lIns="91440" rIns="91440" tIns="45720" bIns="45720" anchor="t">
            <a:normAutofit/>
          </a:bodyPr>
          <a:p>
            <a:pPr indent="0" algn="ctr" defTabSz="343080">
              <a:lnSpc>
                <a:spcPct val="100000"/>
              </a:lnSpc>
              <a:spcBef>
                <a:spcPts val="479"/>
              </a:spcBef>
              <a:buNone/>
              <a:tabLst>
                <a:tab algn="l" pos="0"/>
              </a:tabLst>
            </a:pPr>
            <a:r>
              <a:rPr b="0" lang="en-US" sz="2400" spc="-1" strike="noStrike">
                <a:solidFill>
                  <a:schemeClr val="dk1">
                    <a:tint val="75000"/>
                  </a:schemeClr>
                </a:solidFill>
                <a:latin typeface="Calibri"/>
              </a:rPr>
              <a:t>Advanced Data Science · NYU Paris · 2026</a:t>
            </a:r>
            <a:br>
              <a:rPr sz="2400"/>
            </a:br>
            <a:br>
              <a:rPr sz="2400"/>
            </a:br>
            <a:r>
              <a:rPr b="0" lang="en-US" sz="2400" spc="-1" strike="noStrike">
                <a:solidFill>
                  <a:schemeClr val="dk1">
                    <a:tint val="75000"/>
                  </a:schemeClr>
                </a:solidFill>
                <a:latin typeface="Calibri"/>
              </a:rPr>
              <a:t>Paul Dubois</a:t>
            </a:r>
            <a:endParaRPr b="0" lang="en-US" sz="2400" spc="-1" strike="noStrike">
              <a:solidFill>
                <a:srgbClr val="000000"/>
              </a:solidFill>
              <a:latin typeface="Arial"/>
            </a:endParaRPr>
          </a:p>
        </p:txBody>
      </p:sp>
      <p:sp>
        <p:nvSpPr>
          <p:cNvPr id="74" name="PlaceHolder 3"/>
          <p:cNvSpPr>
            <a:spLocks noGrp="1"/>
          </p:cNvSpPr>
          <p:nvPr>
            <p:ph type="dt" idx="37"/>
          </p:nvPr>
        </p:nvSpPr>
        <p:spPr>
          <a:xfrm>
            <a:off x="457200" y="4767120"/>
            <a:ext cx="2133360" cy="273600"/>
          </a:xfrm>
          <a:prstGeom prst="rect">
            <a:avLst/>
          </a:prstGeom>
          <a:noFill/>
          <a:ln w="0">
            <a:noFill/>
          </a:ln>
        </p:spPr>
        <p:txBody>
          <a:bodyPr lIns="91440" rIns="91440" tIns="45720" bIns="45720" anchor="ctr">
            <a:normAutofit/>
          </a:bodyPr>
          <a:lstStyle>
            <a:lvl1pPr indent="0" defTabSz="457200">
              <a:lnSpc>
                <a:spcPct val="100000"/>
              </a:lnSpc>
              <a:buNone/>
              <a:tabLst>
                <a:tab algn="l" pos="0"/>
              </a:tabLst>
              <a:defRPr b="0" lang="en-US" sz="900" spc="-1" strike="noStrike">
                <a:solidFill>
                  <a:schemeClr val="dk1">
                    <a:tint val="75000"/>
                  </a:schemeClr>
                </a:solidFill>
                <a:latin typeface="Calibri"/>
              </a:defRPr>
            </a:lvl1pPr>
          </a:lstStyle>
          <a:p>
            <a:pPr indent="0" defTabSz="457200">
              <a:lnSpc>
                <a:spcPct val="100000"/>
              </a:lnSpc>
              <a:buNone/>
              <a:tabLst>
                <a:tab algn="l" pos="0"/>
              </a:tabLst>
            </a:pPr>
            <a:r>
              <a:rPr b="0" lang="en-US" sz="900" spc="-1" strike="noStrike">
                <a:solidFill>
                  <a:schemeClr val="dk1">
                    <a:tint val="75000"/>
                  </a:schemeClr>
                </a:solidFill>
                <a:latin typeface="Calibri"/>
              </a:rPr>
              <a:t>Week 1 — Lecture (2.5h)</a:t>
            </a:r>
            <a:endParaRPr b="0" lang="en-US" sz="900" spc="-1" strike="noStrike">
              <a:solidFill>
                <a:srgbClr val="000000"/>
              </a:solidFill>
              <a:latin typeface="Times New Roman"/>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 name="PlaceHolder 1"/>
          <p:cNvSpPr>
            <a:spLocks noGrp="1"/>
          </p:cNvSpPr>
          <p:nvPr>
            <p:ph type="title"/>
          </p:nvPr>
        </p:nvSpPr>
        <p:spPr>
          <a:xfrm>
            <a:off x="722160" y="3305160"/>
            <a:ext cx="7772040" cy="1021320"/>
          </a:xfrm>
          <a:prstGeom prst="rect">
            <a:avLst/>
          </a:prstGeom>
          <a:noFill/>
          <a:ln w="0">
            <a:noFill/>
          </a:ln>
        </p:spPr>
        <p:txBody>
          <a:bodyPr lIns="91440" rIns="91440" tIns="45720" bIns="45720" anchor="t">
            <a:normAutofit/>
          </a:bodyPr>
          <a:p>
            <a:pPr indent="0" defTabSz="343080">
              <a:lnSpc>
                <a:spcPct val="100000"/>
              </a:lnSpc>
              <a:buNone/>
              <a:tabLst>
                <a:tab algn="l" pos="0"/>
              </a:tabLst>
            </a:pPr>
            <a:r>
              <a:rPr b="1" lang="en-US" sz="3000" spc="-1" strike="noStrike" cap="all">
                <a:solidFill>
                  <a:schemeClr val="dk1"/>
                </a:solidFill>
                <a:latin typeface="Calibri"/>
              </a:rPr>
              <a:t>0. Welcome</a:t>
            </a:r>
            <a:endParaRPr b="0" lang="en-US" sz="30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Who I am, who you are</a:t>
            </a:r>
            <a:endParaRPr b="0" lang="en-US" sz="3300" spc="-1" strike="noStrike">
              <a:solidFill>
                <a:schemeClr val="dk1"/>
              </a:solidFill>
              <a:latin typeface="Calibri"/>
            </a:endParaRPr>
          </a:p>
        </p:txBody>
      </p:sp>
      <p:sp>
        <p:nvSpPr>
          <p:cNvPr id="77" name="PlaceHolder 2"/>
          <p:cNvSpPr>
            <a:spLocks noGrp="1"/>
          </p:cNvSpPr>
          <p:nvPr>
            <p:ph/>
          </p:nvPr>
        </p:nvSpPr>
        <p:spPr>
          <a:xfrm>
            <a:off x="457200" y="1200240"/>
            <a:ext cx="8229240" cy="3394080"/>
          </a:xfrm>
          <a:prstGeom prst="rect">
            <a:avLst/>
          </a:prstGeom>
          <a:noFill/>
          <a:ln w="0">
            <a:noFill/>
          </a:ln>
        </p:spPr>
        <p:txBody>
          <a:bodyPr lIns="91440" rIns="91440" tIns="45720" bIns="45720" anchor="t">
            <a:normAutofit/>
          </a:bodyPr>
          <a:p>
            <a:pPr marL="343080" indent="-343080" defTabSz="343080">
              <a:lnSpc>
                <a:spcPct val="100000"/>
              </a:lnSpc>
              <a:spcBef>
                <a:spcPts val="479"/>
              </a:spcBef>
              <a:buClr>
                <a:srgbClr val="000000"/>
              </a:buClr>
              <a:buFont typeface="Arial"/>
              <a:buChar char="•"/>
            </a:pPr>
            <a:r>
              <a:rPr b="1" lang="en-US" sz="2400" spc="-1" strike="noStrike">
                <a:solidFill>
                  <a:schemeClr val="dk1"/>
                </a:solidFill>
                <a:latin typeface="Calibri"/>
              </a:rPr>
              <a:t>Instructor:</a:t>
            </a:r>
            <a:r>
              <a:rPr b="0" lang="en-US" sz="2400" spc="-1" strike="noStrike">
                <a:solidFill>
                  <a:schemeClr val="dk1"/>
                </a:solidFill>
                <a:latin typeface="Calibri"/>
              </a:rPr>
              <a:t> Paul Dubois — data science &amp; AI applied to healthcare</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pPr>
            <a:r>
              <a:rPr b="1" lang="en-US" sz="2400" spc="-1" strike="noStrike">
                <a:solidFill>
                  <a:schemeClr val="dk1"/>
                </a:solidFill>
                <a:latin typeface="Calibri"/>
              </a:rPr>
              <a:t>You:</a:t>
            </a:r>
            <a:r>
              <a:rPr b="0" lang="en-US" sz="2400" spc="-1" strike="noStrike">
                <a:solidFill>
                  <a:schemeClr val="dk1"/>
                </a:solidFill>
                <a:latin typeface="Calibri"/>
              </a:rPr>
              <a:t> 4th year undergraduates, with background in</a:t>
            </a:r>
            <a:endParaRPr b="0" lang="en-US" sz="2400" spc="-1" strike="noStrike">
              <a:solidFill>
                <a:schemeClr val="dk1"/>
              </a:solidFill>
              <a:latin typeface="Calibri"/>
            </a:endParaRPr>
          </a:p>
          <a:p>
            <a:pPr lvl="1" marL="685800" indent="-343080" defTabSz="343080">
              <a:lnSpc>
                <a:spcPct val="100000"/>
              </a:lnSpc>
              <a:spcBef>
                <a:spcPts val="420"/>
              </a:spcBef>
              <a:buClr>
                <a:srgbClr val="000000"/>
              </a:buClr>
              <a:buFont typeface="Arial"/>
              <a:buChar char="–"/>
            </a:pPr>
            <a:r>
              <a:rPr b="0" lang="en-US" sz="2100" spc="-1" strike="noStrike">
                <a:solidFill>
                  <a:schemeClr val="dk1"/>
                </a:solidFill>
                <a:latin typeface="Calibri"/>
              </a:rPr>
              <a:t>linear algebra</a:t>
            </a:r>
            <a:endParaRPr b="0" lang="en-US" sz="2100" spc="-1" strike="noStrike">
              <a:solidFill>
                <a:schemeClr val="dk1"/>
              </a:solidFill>
              <a:latin typeface="Calibri"/>
            </a:endParaRPr>
          </a:p>
          <a:p>
            <a:pPr lvl="1" marL="685800" indent="-343080" defTabSz="343080">
              <a:lnSpc>
                <a:spcPct val="100000"/>
              </a:lnSpc>
              <a:spcBef>
                <a:spcPts val="420"/>
              </a:spcBef>
              <a:buClr>
                <a:srgbClr val="000000"/>
              </a:buClr>
              <a:buFont typeface="Arial"/>
              <a:buChar char="–"/>
            </a:pPr>
            <a:r>
              <a:rPr b="0" lang="en-US" sz="2100" spc="-1" strike="noStrike">
                <a:solidFill>
                  <a:schemeClr val="dk1"/>
                </a:solidFill>
                <a:latin typeface="Calibri"/>
              </a:rPr>
              <a:t>probability &amp; statistics</a:t>
            </a:r>
            <a:endParaRPr b="0" lang="en-US" sz="2100" spc="-1" strike="noStrike">
              <a:solidFill>
                <a:schemeClr val="dk1"/>
              </a:solidFill>
              <a:latin typeface="Calibri"/>
            </a:endParaRPr>
          </a:p>
          <a:p>
            <a:pPr lvl="1" marL="685800" indent="-343080" defTabSz="343080">
              <a:lnSpc>
                <a:spcPct val="100000"/>
              </a:lnSpc>
              <a:spcBef>
                <a:spcPts val="420"/>
              </a:spcBef>
              <a:buClr>
                <a:srgbClr val="000000"/>
              </a:buClr>
              <a:buFont typeface="Arial"/>
              <a:buChar char="–"/>
            </a:pPr>
            <a:r>
              <a:rPr b="0" lang="en-US" sz="2100" spc="-1" strike="noStrike">
                <a:solidFill>
                  <a:schemeClr val="dk1"/>
                </a:solidFill>
                <a:latin typeface="Calibri"/>
              </a:rPr>
              <a:t>Python programming</a:t>
            </a:r>
            <a:endParaRPr b="0" lang="en-US" sz="21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pPr>
            <a:r>
              <a:rPr b="0" lang="en-US" sz="2400" spc="-1" strike="noStrike">
                <a:solidFill>
                  <a:schemeClr val="dk1"/>
                </a:solidFill>
                <a:latin typeface="Calibri"/>
              </a:rPr>
              <a:t>Around the room: name, major, one dataset you have already worked with</a:t>
            </a:r>
            <a:endParaRPr b="0" lang="en-US" sz="24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What this course is</a:t>
            </a:r>
            <a:endParaRPr b="0" lang="en-US" sz="3300" spc="-1" strike="noStrike">
              <a:solidFill>
                <a:schemeClr val="dk1"/>
              </a:solidFill>
              <a:latin typeface="Calibri"/>
            </a:endParaRPr>
          </a:p>
        </p:txBody>
      </p:sp>
      <p:sp>
        <p:nvSpPr>
          <p:cNvPr id="79" name="PlaceHolder 2"/>
          <p:cNvSpPr>
            <a:spLocks noGrp="1"/>
          </p:cNvSpPr>
          <p:nvPr>
            <p:ph/>
          </p:nvPr>
        </p:nvSpPr>
        <p:spPr>
          <a:xfrm>
            <a:off x="457200" y="1200240"/>
            <a:ext cx="8229240" cy="3394080"/>
          </a:xfrm>
          <a:prstGeom prst="rect">
            <a:avLst/>
          </a:prstGeom>
          <a:noFill/>
          <a:ln w="0">
            <a:noFill/>
          </a:ln>
        </p:spPr>
        <p:txBody>
          <a:bodyPr lIns="91440" rIns="91440" tIns="45720" bIns="45720" anchor="t">
            <a:normAutofit/>
          </a:bodyPr>
          <a:p>
            <a:pPr marL="1270080" indent="0" defTabSz="343080">
              <a:lnSpc>
                <a:spcPct val="100000"/>
              </a:lnSpc>
              <a:spcBef>
                <a:spcPts val="400"/>
              </a:spcBef>
              <a:buNone/>
              <a:tabLst>
                <a:tab algn="l" pos="0"/>
              </a:tabLst>
            </a:pPr>
            <a:r>
              <a:rPr b="0" lang="en-US" sz="2000" spc="-1" strike="noStrike">
                <a:solidFill>
                  <a:schemeClr val="dk1"/>
                </a:solidFill>
                <a:latin typeface="Calibri"/>
              </a:rPr>
              <a:t>Advanced methods in data science and applied machine learning, with case studies drawn from healthcare and biomedical research.</a:t>
            </a:r>
            <a:endParaRPr b="0" lang="en-US" sz="20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tabLst>
                <a:tab algn="l" pos="0"/>
              </a:tabLst>
            </a:pPr>
            <a:r>
              <a:rPr b="0" lang="en-US" sz="2400" spc="-1" strike="noStrike">
                <a:solidFill>
                  <a:schemeClr val="dk1"/>
                </a:solidFill>
                <a:latin typeface="Calibri"/>
              </a:rPr>
              <a:t>The </a:t>
            </a:r>
            <a:r>
              <a:rPr b="1" lang="en-US" sz="2400" spc="-1" strike="noStrike">
                <a:solidFill>
                  <a:schemeClr val="dk1"/>
                </a:solidFill>
                <a:latin typeface="Calibri"/>
              </a:rPr>
              <a:t>theory is domain-general:</a:t>
            </a:r>
            <a:endParaRPr b="0" lang="en-US" sz="2400" spc="-1" strike="noStrike">
              <a:solidFill>
                <a:schemeClr val="dk1"/>
              </a:solidFill>
              <a:latin typeface="Calibri"/>
            </a:endParaRPr>
          </a:p>
          <a:p>
            <a:pPr marL="343080" indent="0" defTabSz="343080">
              <a:lnSpc>
                <a:spcPct val="100000"/>
              </a:lnSpc>
              <a:spcBef>
                <a:spcPts val="420"/>
              </a:spcBef>
              <a:buNone/>
              <a:tabLst>
                <a:tab algn="l" pos="0"/>
              </a:tabLst>
            </a:pPr>
            <a:r>
              <a:rPr b="0" lang="en-US" sz="2100" spc="-1" strike="noStrike">
                <a:solidFill>
                  <a:schemeClr val="dk1"/>
                </a:solidFill>
                <a:latin typeface="Calibri"/>
              </a:rPr>
              <a:t>it transfers to finance, industry, climate, anything</a:t>
            </a:r>
            <a:endParaRPr b="0" lang="en-US" sz="21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tabLst>
                <a:tab algn="l" pos="0"/>
              </a:tabLst>
            </a:pPr>
            <a:r>
              <a:rPr b="0" lang="en-US" sz="2400" spc="-1" strike="noStrike">
                <a:solidFill>
                  <a:schemeClr val="dk1"/>
                </a:solidFill>
                <a:latin typeface="Calibri"/>
              </a:rPr>
              <a:t>The </a:t>
            </a:r>
            <a:r>
              <a:rPr b="1" lang="en-US" sz="2400" spc="-1" strike="noStrike">
                <a:solidFill>
                  <a:schemeClr val="dk1"/>
                </a:solidFill>
                <a:latin typeface="Calibri"/>
              </a:rPr>
              <a:t>applications are clinical:</a:t>
            </a:r>
            <a:endParaRPr b="0" lang="en-US" sz="2400" spc="-1" strike="noStrike">
              <a:solidFill>
                <a:schemeClr val="dk1"/>
              </a:solidFill>
              <a:latin typeface="Calibri"/>
            </a:endParaRPr>
          </a:p>
          <a:p>
            <a:pPr marL="343080" indent="0" defTabSz="343080">
              <a:lnSpc>
                <a:spcPct val="100000"/>
              </a:lnSpc>
              <a:spcBef>
                <a:spcPts val="420"/>
              </a:spcBef>
              <a:buNone/>
              <a:tabLst>
                <a:tab algn="l" pos="0"/>
              </a:tabLst>
            </a:pPr>
            <a:r>
              <a:rPr b="0" lang="en-US" sz="2100" spc="-1" strike="noStrike">
                <a:solidFill>
                  <a:schemeClr val="dk1"/>
                </a:solidFill>
                <a:latin typeface="Calibri"/>
              </a:rPr>
              <a:t>because that is my expertise</a:t>
            </a:r>
            <a:endParaRPr b="0" lang="en-US" sz="21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tabLst>
                <a:tab algn="l" pos="0"/>
              </a:tabLst>
            </a:pPr>
            <a:r>
              <a:rPr b="0" lang="en-US" sz="2400" spc="-1" strike="noStrike">
                <a:solidFill>
                  <a:schemeClr val="dk1"/>
                </a:solidFill>
                <a:latin typeface="Calibri"/>
              </a:rPr>
              <a:t>All labs use </a:t>
            </a:r>
            <a:r>
              <a:rPr b="1" lang="en-US" sz="2400" spc="-1" strike="noStrike">
                <a:solidFill>
                  <a:schemeClr val="dk1"/>
                </a:solidFill>
                <a:latin typeface="Calibri"/>
              </a:rPr>
              <a:t>public datasets</a:t>
            </a:r>
            <a:endParaRPr b="0" lang="en-US" sz="2400" spc="-1" strike="noStrike">
              <a:solidFill>
                <a:schemeClr val="dk1"/>
              </a:solidFill>
              <a:latin typeface="Calibri"/>
            </a:endParaRPr>
          </a:p>
          <a:p>
            <a:pPr marL="343080" indent="0" defTabSz="343080">
              <a:lnSpc>
                <a:spcPct val="100000"/>
              </a:lnSpc>
              <a:spcBef>
                <a:spcPts val="420"/>
              </a:spcBef>
              <a:buNone/>
              <a:tabLst>
                <a:tab algn="l" pos="0"/>
              </a:tabLst>
            </a:pPr>
            <a:r>
              <a:rPr b="0" lang="en-US" sz="2100" spc="-1" strike="noStrike">
                <a:solidFill>
                  <a:schemeClr val="dk1"/>
                </a:solidFill>
                <a:latin typeface="Calibri"/>
              </a:rPr>
              <a:t>(for legal issues)</a:t>
            </a:r>
            <a:endParaRPr b="0" lang="en-US" sz="21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0"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What this course is </a:t>
            </a:r>
            <a:r>
              <a:rPr b="0" i="1" lang="en-US" sz="3300" spc="-1" strike="noStrike">
                <a:solidFill>
                  <a:schemeClr val="dk1"/>
                </a:solidFill>
                <a:latin typeface="Calibri"/>
              </a:rPr>
              <a:t>not</a:t>
            </a:r>
            <a:endParaRPr b="0" lang="en-US" sz="3300" spc="-1" strike="noStrike">
              <a:solidFill>
                <a:schemeClr val="dk1"/>
              </a:solidFill>
              <a:latin typeface="Calibri"/>
            </a:endParaRPr>
          </a:p>
        </p:txBody>
      </p:sp>
      <p:sp>
        <p:nvSpPr>
          <p:cNvPr id="81" name="PlaceHolder 2"/>
          <p:cNvSpPr>
            <a:spLocks noGrp="1"/>
          </p:cNvSpPr>
          <p:nvPr>
            <p:ph/>
          </p:nvPr>
        </p:nvSpPr>
        <p:spPr>
          <a:xfrm>
            <a:off x="457200" y="1200240"/>
            <a:ext cx="8229240" cy="3394080"/>
          </a:xfrm>
          <a:prstGeom prst="rect">
            <a:avLst/>
          </a:prstGeom>
          <a:noFill/>
          <a:ln w="0">
            <a:noFill/>
          </a:ln>
        </p:spPr>
        <p:txBody>
          <a:bodyPr lIns="91440" rIns="91440" tIns="45720" bIns="45720" anchor="t">
            <a:normAutofit/>
          </a:bodyPr>
          <a:p>
            <a:pPr marL="343080" indent="-343080" defTabSz="343080">
              <a:lnSpc>
                <a:spcPct val="100000"/>
              </a:lnSpc>
              <a:spcBef>
                <a:spcPts val="479"/>
              </a:spcBef>
              <a:buClr>
                <a:srgbClr val="000000"/>
              </a:buClr>
              <a:buFont typeface="Arial"/>
              <a:buChar char="•"/>
            </a:pPr>
            <a:r>
              <a:rPr b="0" lang="en-US" sz="2400" spc="-1" strike="noStrike">
                <a:solidFill>
                  <a:schemeClr val="dk1"/>
                </a:solidFill>
                <a:latin typeface="Calibri"/>
              </a:rPr>
              <a:t>Not a medical course</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pPr>
            <a:r>
              <a:rPr b="0" lang="en-US" sz="2400" spc="-1" strike="noStrike">
                <a:solidFill>
                  <a:schemeClr val="dk1"/>
                </a:solidFill>
                <a:latin typeface="Calibri"/>
              </a:rPr>
              <a:t>Not a “call </a:t>
            </a:r>
            <a:r>
              <a:rPr b="0" lang="en-US" sz="2400" spc="-1" strike="noStrike">
                <a:solidFill>
                  <a:schemeClr val="dk1"/>
                </a:solidFill>
                <a:latin typeface="Courier New"/>
              </a:rPr>
              <a:t>.fit()</a:t>
            </a:r>
            <a:r>
              <a:rPr b="0" lang="en-US" sz="2400" spc="-1" strike="noStrike">
                <a:solidFill>
                  <a:schemeClr val="dk1"/>
                </a:solidFill>
                <a:latin typeface="Calibri"/>
              </a:rPr>
              <a:t>” course</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pPr>
            <a:r>
              <a:rPr b="0" lang="en-US" sz="2400" spc="-1" strike="noStrike">
                <a:solidFill>
                  <a:schemeClr val="dk1"/>
                </a:solidFill>
                <a:latin typeface="Calibri"/>
              </a:rPr>
              <a:t>Not a deep learning theory course</a:t>
            </a:r>
            <a:endParaRPr b="0" lang="en-US" sz="2400" spc="-1" strike="noStrike">
              <a:solidFill>
                <a:schemeClr val="dk1"/>
              </a:solidFill>
              <a:latin typeface="Calibri"/>
            </a:endParaRPr>
          </a:p>
          <a:p>
            <a:pPr marL="343080" indent="0" defTabSz="343080">
              <a:lnSpc>
                <a:spcPct val="100000"/>
              </a:lnSpc>
              <a:spcBef>
                <a:spcPts val="420"/>
              </a:spcBef>
              <a:buNone/>
              <a:tabLst>
                <a:tab algn="l" pos="0"/>
              </a:tabLst>
            </a:pPr>
            <a:r>
              <a:rPr b="0" lang="en-US" sz="2100" spc="-1" strike="noStrike">
                <a:solidFill>
                  <a:schemeClr val="dk1"/>
                </a:solidFill>
                <a:latin typeface="Calibri"/>
              </a:rPr>
              <a:t>we will use deep learning if and only if it is appropriate</a:t>
            </a:r>
            <a:endParaRPr b="0" lang="en-US" sz="21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2"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Format</a:t>
            </a:r>
            <a:endParaRPr b="0" lang="en-US" sz="3300" spc="-1" strike="noStrike">
              <a:solidFill>
                <a:schemeClr val="dk1"/>
              </a:solidFill>
              <a:latin typeface="Calibri"/>
            </a:endParaRPr>
          </a:p>
        </p:txBody>
      </p:sp>
      <p:graphicFrame>
        <p:nvGraphicFramePr>
          <p:cNvPr id="83" name="Content Placeholder 5"/>
          <p:cNvGraphicFramePr/>
          <p:nvPr/>
        </p:nvGraphicFramePr>
        <p:xfrm>
          <a:off x="457200" y="1193760"/>
          <a:ext cx="8229240" cy="1202400"/>
        </p:xfrm>
        <a:graphic>
          <a:graphicData uri="http://schemas.openxmlformats.org/drawingml/2006/table">
            <a:tbl>
              <a:tblPr/>
              <a:tblGrid>
                <a:gridCol w="4114800"/>
                <a:gridCol w="4114800"/>
              </a:tblGrid>
              <a:tr h="0">
                <a:tc>
                  <a:txBody>
                    <a:bodyPr anchor="t">
                      <a:noAutofit/>
                    </a:bodyPr>
                    <a:p>
                      <a:pPr defTabSz="343080">
                        <a:lnSpc>
                          <a:spcPct val="100000"/>
                        </a:lnSpc>
                        <a:tabLst>
                          <a:tab algn="l" pos="0"/>
                        </a:tabLst>
                      </a:pPr>
                      <a:r>
                        <a:rPr b="1" lang="en-US" sz="1350" spc="-1" strike="noStrike">
                          <a:solidFill>
                            <a:srgbClr val="000000"/>
                          </a:solidFill>
                          <a:latin typeface="Calibri"/>
                        </a:rPr>
                        <a:t>Lecture</a:t>
                      </a:r>
                      <a:endParaRPr b="0" lang="en-US" sz="135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8e7"/>
                    </a:solidFill>
                  </a:tcPr>
                </a:tc>
                <a:tc>
                  <a:txBody>
                    <a:bodyPr anchor="t">
                      <a:noAutofit/>
                    </a:bodyPr>
                    <a:p>
                      <a:pPr defTabSz="343080">
                        <a:lnSpc>
                          <a:spcPct val="100000"/>
                        </a:lnSpc>
                        <a:tabLst>
                          <a:tab algn="l" pos="0"/>
                        </a:tabLst>
                      </a:pPr>
                      <a:r>
                        <a:rPr b="0" lang="en-US" sz="1350" spc="-1" strike="noStrike">
                          <a:solidFill>
                            <a:srgbClr val="000000"/>
                          </a:solidFill>
                          <a:latin typeface="Calibri"/>
                        </a:rPr>
                        <a:t>2.5h per week: concepts, methods</a:t>
                      </a:r>
                      <a:endParaRPr b="0" lang="en-US" sz="135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8e7"/>
                    </a:solidFill>
                  </a:tcPr>
                </a:tc>
              </a:tr>
              <a:tr h="0">
                <a:tc>
                  <a:txBody>
                    <a:bodyPr anchor="t">
                      <a:noAutofit/>
                    </a:bodyPr>
                    <a:p>
                      <a:pPr defTabSz="343080">
                        <a:lnSpc>
                          <a:spcPct val="100000"/>
                        </a:lnSpc>
                        <a:tabLst>
                          <a:tab algn="l" pos="0"/>
                        </a:tabLst>
                      </a:pPr>
                      <a:r>
                        <a:rPr b="1" lang="en-US" sz="1350" spc="-1" strike="noStrike">
                          <a:solidFill>
                            <a:srgbClr val="000000"/>
                          </a:solidFill>
                          <a:latin typeface="Calibri"/>
                        </a:rPr>
                        <a:t>Recitation</a:t>
                      </a:r>
                      <a:endParaRPr b="0" lang="en-US" sz="135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cf3"/>
                    </a:solidFill>
                  </a:tcPr>
                </a:tc>
                <a:tc>
                  <a:txBody>
                    <a:bodyPr anchor="t">
                      <a:noAutofit/>
                    </a:bodyPr>
                    <a:p>
                      <a:pPr defTabSz="343080">
                        <a:lnSpc>
                          <a:spcPct val="100000"/>
                        </a:lnSpc>
                        <a:tabLst>
                          <a:tab algn="l" pos="0"/>
                        </a:tabLst>
                      </a:pPr>
                      <a:r>
                        <a:rPr b="0" lang="en-US" sz="1350" spc="-1" strike="noStrike">
                          <a:solidFill>
                            <a:srgbClr val="000000"/>
                          </a:solidFill>
                          <a:latin typeface="Calibri"/>
                        </a:rPr>
                        <a:t>1.5h per week: hands-on lab</a:t>
                      </a:r>
                      <a:endParaRPr b="0" lang="en-US" sz="135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cf3"/>
                    </a:solidFill>
                  </a:tcPr>
                </a:tc>
              </a:tr>
              <a:tr h="0">
                <a:tc>
                  <a:txBody>
                    <a:bodyPr anchor="t">
                      <a:noAutofit/>
                    </a:bodyPr>
                    <a:p>
                      <a:pPr defTabSz="343080">
                        <a:lnSpc>
                          <a:spcPct val="100000"/>
                        </a:lnSpc>
                        <a:tabLst>
                          <a:tab algn="l" pos="0"/>
                        </a:tabLst>
                      </a:pPr>
                      <a:r>
                        <a:rPr b="1" lang="en-US" sz="1350" spc="-1" strike="noStrike">
                          <a:solidFill>
                            <a:srgbClr val="000000"/>
                          </a:solidFill>
                          <a:latin typeface="Calibri"/>
                        </a:rPr>
                        <a:t>Duration</a:t>
                      </a:r>
                      <a:endParaRPr b="0" lang="en-US" sz="135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8e7"/>
                    </a:solidFill>
                  </a:tcPr>
                </a:tc>
                <a:tc>
                  <a:txBody>
                    <a:bodyPr anchor="t">
                      <a:noAutofit/>
                    </a:bodyPr>
                    <a:p>
                      <a:pPr defTabSz="343080">
                        <a:lnSpc>
                          <a:spcPct val="100000"/>
                        </a:lnSpc>
                        <a:tabLst>
                          <a:tab algn="l" pos="0"/>
                        </a:tabLst>
                      </a:pPr>
                      <a:r>
                        <a:rPr b="0" lang="en-US" sz="1350" spc="-1" strike="noStrike">
                          <a:solidFill>
                            <a:srgbClr val="000000"/>
                          </a:solidFill>
                          <a:latin typeface="Calibri"/>
                        </a:rPr>
                        <a:t>14.5 weeks</a:t>
                      </a:r>
                      <a:endParaRPr b="0" lang="en-US" sz="135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8e7"/>
                    </a:solidFill>
                  </a:tcPr>
                </a:tc>
              </a:tr>
              <a:tr h="0">
                <a:tc>
                  <a:txBody>
                    <a:bodyPr anchor="t">
                      <a:noAutofit/>
                    </a:bodyPr>
                    <a:p>
                      <a:pPr defTabSz="343080">
                        <a:lnSpc>
                          <a:spcPct val="100000"/>
                        </a:lnSpc>
                        <a:tabLst>
                          <a:tab algn="l" pos="0"/>
                        </a:tabLst>
                      </a:pPr>
                      <a:r>
                        <a:rPr b="1" lang="en-US" sz="1350" spc="-1" strike="noStrike">
                          <a:solidFill>
                            <a:srgbClr val="000000"/>
                          </a:solidFill>
                          <a:latin typeface="Calibri"/>
                        </a:rPr>
                        <a:t>Language</a:t>
                      </a:r>
                      <a:endParaRPr b="0" lang="en-US" sz="135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cf3"/>
                    </a:solidFill>
                  </a:tcPr>
                </a:tc>
                <a:tc>
                  <a:txBody>
                    <a:bodyPr anchor="t">
                      <a:noAutofit/>
                    </a:bodyPr>
                    <a:p>
                      <a:pPr defTabSz="343080">
                        <a:lnSpc>
                          <a:spcPct val="100000"/>
                        </a:lnSpc>
                        <a:tabLst>
                          <a:tab algn="l" pos="0"/>
                        </a:tabLst>
                      </a:pPr>
                      <a:r>
                        <a:rPr b="0" lang="en-US" sz="1350" spc="-1" strike="noStrike">
                          <a:solidFill>
                            <a:srgbClr val="000000"/>
                          </a:solidFill>
                          <a:latin typeface="Calibri"/>
                        </a:rPr>
                        <a:t>English</a:t>
                      </a:r>
                      <a:endParaRPr b="0" lang="en-US" sz="135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cf3"/>
                    </a:solidFill>
                  </a:tcPr>
                </a:tc>
              </a:tr>
            </a:tbl>
          </a:graphicData>
        </a:graphic>
      </p:graphicFrame>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4"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Grading</a:t>
            </a:r>
            <a:endParaRPr b="0" lang="en-US" sz="3300" spc="-1" strike="noStrike">
              <a:solidFill>
                <a:schemeClr val="dk1"/>
              </a:solidFill>
              <a:latin typeface="Calibri"/>
            </a:endParaRPr>
          </a:p>
        </p:txBody>
      </p:sp>
      <p:graphicFrame>
        <p:nvGraphicFramePr>
          <p:cNvPr id="85" name="Content Placeholder 5"/>
          <p:cNvGraphicFramePr/>
          <p:nvPr/>
        </p:nvGraphicFramePr>
        <p:xfrm>
          <a:off x="457200" y="1193760"/>
          <a:ext cx="8229240" cy="1803600"/>
        </p:xfrm>
        <a:graphic>
          <a:graphicData uri="http://schemas.openxmlformats.org/drawingml/2006/table">
            <a:tbl>
              <a:tblPr/>
              <a:tblGrid>
                <a:gridCol w="4114800"/>
                <a:gridCol w="4114800"/>
              </a:tblGrid>
              <a:tr h="0">
                <a:tc>
                  <a:txBody>
                    <a:bodyPr anchor="t">
                      <a:noAutofit/>
                    </a:bodyPr>
                    <a:p>
                      <a:pPr defTabSz="343080">
                        <a:lnSpc>
                          <a:spcPct val="100000"/>
                        </a:lnSpc>
                        <a:tabLst>
                          <a:tab algn="l" pos="0"/>
                        </a:tabLst>
                      </a:pPr>
                      <a:r>
                        <a:rPr b="0" lang="en-US" sz="1350" spc="-1" strike="noStrike">
                          <a:solidFill>
                            <a:srgbClr val="ffffff"/>
                          </a:solidFill>
                          <a:latin typeface="Calibri"/>
                        </a:rPr>
                        <a:t>Component</a:t>
                      </a:r>
                      <a:endParaRPr b="0" lang="en-US" sz="1350" spc="-1" strike="noStrike">
                        <a:solidFill>
                          <a:srgbClr val="ffffff"/>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4f81bd"/>
                    </a:solidFill>
                  </a:tcPr>
                </a:tc>
                <a:tc>
                  <a:txBody>
                    <a:bodyPr anchor="t">
                      <a:noAutofit/>
                    </a:bodyPr>
                    <a:p>
                      <a:pPr defTabSz="343080">
                        <a:lnSpc>
                          <a:spcPct val="100000"/>
                        </a:lnSpc>
                        <a:tabLst>
                          <a:tab algn="l" pos="0"/>
                        </a:tabLst>
                      </a:pPr>
                      <a:r>
                        <a:rPr b="0" lang="en-US" sz="1350" spc="-1" strike="noStrike">
                          <a:solidFill>
                            <a:srgbClr val="ffffff"/>
                          </a:solidFill>
                          <a:latin typeface="Calibri"/>
                        </a:rPr>
                        <a:t>Weight</a:t>
                      </a:r>
                      <a:endParaRPr b="0" lang="en-US" sz="1350" spc="-1" strike="noStrike">
                        <a:solidFill>
                          <a:srgbClr val="ffffff"/>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4f81bd"/>
                    </a:solidFill>
                  </a:tcPr>
                </a:tc>
              </a:tr>
              <a:tr h="0">
                <a:tc>
                  <a:txBody>
                    <a:bodyPr anchor="t">
                      <a:noAutofit/>
                    </a:bodyPr>
                    <a:p>
                      <a:pPr defTabSz="343080">
                        <a:lnSpc>
                          <a:spcPct val="100000"/>
                        </a:lnSpc>
                        <a:tabLst>
                          <a:tab algn="l" pos="0"/>
                        </a:tabLst>
                      </a:pPr>
                      <a:r>
                        <a:rPr b="0" lang="en-US" sz="1350" spc="-1" strike="noStrike">
                          <a:solidFill>
                            <a:srgbClr val="000000"/>
                          </a:solidFill>
                          <a:latin typeface="Calibri"/>
                        </a:rPr>
                        <a:t>Weekly labs</a:t>
                      </a:r>
                      <a:endParaRPr b="0" lang="en-US" sz="135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8e7"/>
                    </a:solidFill>
                  </a:tcPr>
                </a:tc>
                <a:tc>
                  <a:txBody>
                    <a:bodyPr anchor="t">
                      <a:noAutofit/>
                    </a:bodyPr>
                    <a:p>
                      <a:pPr defTabSz="343080">
                        <a:lnSpc>
                          <a:spcPct val="100000"/>
                        </a:lnSpc>
                        <a:tabLst>
                          <a:tab algn="l" pos="0"/>
                        </a:tabLst>
                      </a:pPr>
                      <a:r>
                        <a:rPr b="0" lang="en-US" sz="1350" spc="-1" strike="noStrike">
                          <a:solidFill>
                            <a:srgbClr val="000000"/>
                          </a:solidFill>
                          <a:latin typeface="Calibri"/>
                        </a:rPr>
                        <a:t>0%</a:t>
                      </a:r>
                      <a:endParaRPr b="0" lang="en-US" sz="135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8e7"/>
                    </a:solidFill>
                  </a:tcPr>
                </a:tc>
              </a:tr>
              <a:tr h="0">
                <a:tc>
                  <a:txBody>
                    <a:bodyPr anchor="t">
                      <a:noAutofit/>
                    </a:bodyPr>
                    <a:p>
                      <a:pPr defTabSz="343080">
                        <a:lnSpc>
                          <a:spcPct val="100000"/>
                        </a:lnSpc>
                        <a:tabLst>
                          <a:tab algn="l" pos="0"/>
                        </a:tabLst>
                      </a:pPr>
                      <a:r>
                        <a:rPr b="0" lang="en-US" sz="1350" spc="-1" strike="noStrike">
                          <a:solidFill>
                            <a:srgbClr val="000000"/>
                          </a:solidFill>
                          <a:latin typeface="Calibri"/>
                        </a:rPr>
                        <a:t>Kaggle challenges</a:t>
                      </a:r>
                      <a:endParaRPr b="0" lang="en-US" sz="135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cf3"/>
                    </a:solidFill>
                  </a:tcPr>
                </a:tc>
                <a:tc>
                  <a:txBody>
                    <a:bodyPr anchor="t">
                      <a:noAutofit/>
                    </a:bodyPr>
                    <a:p>
                      <a:pPr defTabSz="343080">
                        <a:lnSpc>
                          <a:spcPct val="100000"/>
                        </a:lnSpc>
                        <a:tabLst>
                          <a:tab algn="l" pos="0"/>
                        </a:tabLst>
                      </a:pPr>
                      <a:r>
                        <a:rPr b="0" lang="en-US" sz="1350" spc="-1" strike="noStrike">
                          <a:solidFill>
                            <a:srgbClr val="000000"/>
                          </a:solidFill>
                          <a:latin typeface="Calibri"/>
                        </a:rPr>
                        <a:t>? %</a:t>
                      </a:r>
                      <a:endParaRPr b="0" lang="en-US" sz="135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cf3"/>
                    </a:solidFill>
                  </a:tcPr>
                </a:tc>
              </a:tr>
              <a:tr h="0">
                <a:tc>
                  <a:txBody>
                    <a:bodyPr anchor="t">
                      <a:noAutofit/>
                    </a:bodyPr>
                    <a:p>
                      <a:pPr defTabSz="343080">
                        <a:lnSpc>
                          <a:spcPct val="100000"/>
                        </a:lnSpc>
                        <a:tabLst>
                          <a:tab algn="l" pos="0"/>
                        </a:tabLst>
                      </a:pPr>
                      <a:r>
                        <a:rPr b="0" lang="en-US" sz="1350" spc="-1" strike="noStrike">
                          <a:solidFill>
                            <a:srgbClr val="000000"/>
                          </a:solidFill>
                          <a:latin typeface="Calibri"/>
                        </a:rPr>
                        <a:t>Paper reading presentation/report</a:t>
                      </a:r>
                      <a:endParaRPr b="0" lang="en-US" sz="135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8e7"/>
                    </a:solidFill>
                  </a:tcPr>
                </a:tc>
                <a:tc>
                  <a:txBody>
                    <a:bodyPr anchor="t">
                      <a:noAutofit/>
                    </a:bodyPr>
                    <a:p>
                      <a:pPr defTabSz="343080">
                        <a:lnSpc>
                          <a:spcPct val="100000"/>
                        </a:lnSpc>
                        <a:tabLst>
                          <a:tab algn="l" pos="0"/>
                        </a:tabLst>
                      </a:pPr>
                      <a:r>
                        <a:rPr b="0" lang="en-US" sz="1350" spc="-1" strike="noStrike">
                          <a:solidFill>
                            <a:srgbClr val="000000"/>
                          </a:solidFill>
                          <a:latin typeface="Calibri"/>
                        </a:rPr>
                        <a:t>? %</a:t>
                      </a:r>
                      <a:endParaRPr b="0" lang="en-US" sz="135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8e7"/>
                    </a:solidFill>
                  </a:tcPr>
                </a:tc>
              </a:tr>
              <a:tr h="0">
                <a:tc>
                  <a:txBody>
                    <a:bodyPr anchor="t">
                      <a:noAutofit/>
                    </a:bodyPr>
                    <a:p>
                      <a:pPr defTabSz="343080">
                        <a:lnSpc>
                          <a:spcPct val="100000"/>
                        </a:lnSpc>
                        <a:tabLst>
                          <a:tab algn="l" pos="0"/>
                        </a:tabLst>
                      </a:pPr>
                      <a:r>
                        <a:rPr b="0" lang="en-US" sz="1350" spc="-1" strike="noStrike">
                          <a:solidFill>
                            <a:srgbClr val="000000"/>
                          </a:solidFill>
                          <a:latin typeface="Calibri"/>
                        </a:rPr>
                        <a:t>Poster mini-project</a:t>
                      </a:r>
                      <a:endParaRPr b="0" lang="en-US" sz="135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cf3"/>
                    </a:solidFill>
                  </a:tcPr>
                </a:tc>
                <a:tc>
                  <a:txBody>
                    <a:bodyPr anchor="t">
                      <a:noAutofit/>
                    </a:bodyPr>
                    <a:p>
                      <a:pPr defTabSz="343080">
                        <a:lnSpc>
                          <a:spcPct val="100000"/>
                        </a:lnSpc>
                        <a:tabLst>
                          <a:tab algn="l" pos="0"/>
                        </a:tabLst>
                      </a:pPr>
                      <a:r>
                        <a:rPr b="0" lang="en-US" sz="1350" spc="-1" strike="noStrike">
                          <a:solidFill>
                            <a:srgbClr val="000000"/>
                          </a:solidFill>
                          <a:latin typeface="Calibri"/>
                        </a:rPr>
                        <a:t>? %</a:t>
                      </a:r>
                      <a:endParaRPr b="0" lang="en-US" sz="135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cf3"/>
                    </a:solidFill>
                  </a:tcPr>
                </a:tc>
              </a:tr>
              <a:tr h="0">
                <a:tc>
                  <a:txBody>
                    <a:bodyPr anchor="t">
                      <a:noAutofit/>
                    </a:bodyPr>
                    <a:p>
                      <a:pPr defTabSz="343080">
                        <a:lnSpc>
                          <a:spcPct val="100000"/>
                        </a:lnSpc>
                        <a:tabLst>
                          <a:tab algn="l" pos="0"/>
                        </a:tabLst>
                      </a:pPr>
                      <a:r>
                        <a:rPr b="0" lang="en-US" sz="1350" spc="-1" strike="noStrike">
                          <a:solidFill>
                            <a:srgbClr val="000000"/>
                          </a:solidFill>
                          <a:latin typeface="Calibri"/>
                        </a:rPr>
                        <a:t>Final project presentation/report</a:t>
                      </a:r>
                      <a:endParaRPr b="0" lang="en-US" sz="135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8e7"/>
                    </a:solidFill>
                  </a:tcPr>
                </a:tc>
                <a:tc>
                  <a:txBody>
                    <a:bodyPr anchor="t">
                      <a:noAutofit/>
                    </a:bodyPr>
                    <a:p>
                      <a:pPr defTabSz="343080">
                        <a:lnSpc>
                          <a:spcPct val="100000"/>
                        </a:lnSpc>
                        <a:tabLst>
                          <a:tab algn="l" pos="0"/>
                        </a:tabLst>
                      </a:pPr>
                      <a:r>
                        <a:rPr b="0" lang="en-US" sz="1350" spc="-1" strike="noStrike">
                          <a:solidFill>
                            <a:srgbClr val="000000"/>
                          </a:solidFill>
                          <a:latin typeface="Calibri"/>
                        </a:rPr>
                        <a:t>? %</a:t>
                      </a:r>
                      <a:endParaRPr b="0" lang="en-US" sz="135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8e7"/>
                    </a:solidFill>
                  </a:tcPr>
                </a:tc>
              </a:tr>
            </a:tbl>
          </a:graphicData>
        </a:graphic>
      </p:graphicFrame>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6"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Roadmap of the semester</a:t>
            </a:r>
            <a:endParaRPr b="0" lang="en-US" sz="3300" spc="-1" strike="noStrike">
              <a:solidFill>
                <a:schemeClr val="dk1"/>
              </a:solidFill>
              <a:latin typeface="Calibri"/>
            </a:endParaRPr>
          </a:p>
        </p:txBody>
      </p:sp>
      <p:sp>
        <p:nvSpPr>
          <p:cNvPr id="87" name="PlaceHolder 2"/>
          <p:cNvSpPr>
            <a:spLocks noGrp="1"/>
          </p:cNvSpPr>
          <p:nvPr>
            <p:ph/>
          </p:nvPr>
        </p:nvSpPr>
        <p:spPr>
          <a:xfrm>
            <a:off x="457200" y="1200240"/>
            <a:ext cx="8229240" cy="3394080"/>
          </a:xfrm>
          <a:prstGeom prst="rect">
            <a:avLst/>
          </a:prstGeom>
          <a:noFill/>
          <a:ln w="0">
            <a:noFill/>
          </a:ln>
        </p:spPr>
        <p:txBody>
          <a:bodyPr lIns="91440" rIns="91440" tIns="45720" bIns="45720" anchor="t">
            <a:normAutofit/>
          </a:bodyPr>
          <a:p>
            <a:pPr marL="343080" indent="-343080" defTabSz="343080">
              <a:lnSpc>
                <a:spcPct val="100000"/>
              </a:lnSpc>
              <a:spcBef>
                <a:spcPts val="479"/>
              </a:spcBef>
              <a:buClr>
                <a:srgbClr val="000000"/>
              </a:buClr>
              <a:buFont typeface="Arial"/>
              <a:buChar char="•"/>
            </a:pPr>
            <a:r>
              <a:rPr b="1" lang="en-US" sz="2400" spc="-1" strike="noStrike">
                <a:solidFill>
                  <a:schemeClr val="dk1"/>
                </a:solidFill>
                <a:latin typeface="Calibri"/>
              </a:rPr>
              <a:t>Weeks 1–4:</a:t>
            </a:r>
            <a:r>
              <a:rPr b="0" lang="en-US" sz="2400" spc="-1" strike="noStrike">
                <a:solidFill>
                  <a:schemeClr val="dk1"/>
                </a:solidFill>
                <a:latin typeface="Calibri"/>
              </a:rPr>
              <a:t> Foundations (data, features, missingness…)</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pPr>
            <a:r>
              <a:rPr b="1" lang="en-US" sz="2400" spc="-1" strike="noStrike">
                <a:solidFill>
                  <a:schemeClr val="dk1"/>
                </a:solidFill>
                <a:latin typeface="Calibri"/>
              </a:rPr>
              <a:t>Weeks 5–6:</a:t>
            </a:r>
            <a:r>
              <a:rPr b="0" lang="en-US" sz="2400" spc="-1" strike="noStrike">
                <a:solidFill>
                  <a:schemeClr val="dk1"/>
                </a:solidFill>
                <a:latin typeface="Calibri"/>
              </a:rPr>
              <a:t> Time series</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pPr>
            <a:r>
              <a:rPr b="1" lang="en-US" sz="2400" spc="-1" strike="noStrike">
                <a:solidFill>
                  <a:schemeClr val="dk1"/>
                </a:solidFill>
                <a:latin typeface="Calibri"/>
              </a:rPr>
              <a:t>Weeks 7–10:</a:t>
            </a:r>
            <a:r>
              <a:rPr b="0" lang="en-US" sz="2400" spc="-1" strike="noStrike">
                <a:solidFill>
                  <a:schemeClr val="dk1"/>
                </a:solidFill>
                <a:latin typeface="Calibri"/>
              </a:rPr>
              <a:t> Images (2D and 3D)</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pPr>
            <a:r>
              <a:rPr b="1" lang="en-US" sz="2400" spc="-1" strike="noStrike">
                <a:solidFill>
                  <a:schemeClr val="dk1"/>
                </a:solidFill>
                <a:latin typeface="Calibri"/>
              </a:rPr>
              <a:t>Weeks 11–12:</a:t>
            </a:r>
            <a:r>
              <a:rPr b="0" lang="en-US" sz="2400" spc="-1" strike="noStrike">
                <a:solidFill>
                  <a:schemeClr val="dk1"/>
                </a:solidFill>
                <a:latin typeface="Calibri"/>
              </a:rPr>
              <a:t> Text (NLP/LLMs)</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pPr>
            <a:r>
              <a:rPr b="1" lang="en-US" sz="2400" spc="-1" strike="noStrike">
                <a:solidFill>
                  <a:schemeClr val="dk1"/>
                </a:solidFill>
                <a:latin typeface="Calibri"/>
              </a:rPr>
              <a:t>Weeks 13–14:</a:t>
            </a:r>
            <a:r>
              <a:rPr b="0" lang="en-US" sz="2400" spc="-1" strike="noStrike">
                <a:solidFill>
                  <a:schemeClr val="dk1"/>
                </a:solidFill>
                <a:latin typeface="Calibri"/>
              </a:rPr>
              <a:t> Causality, bias, privacy, deployment</a:t>
            </a:r>
            <a:endParaRPr b="0" lang="en-US" sz="2400" spc="-1" strike="noStrike">
              <a:solidFill>
                <a:schemeClr val="dk1"/>
              </a:solidFill>
              <a:latin typeface="Calibri"/>
            </a:endParaRPr>
          </a:p>
          <a:p>
            <a:pPr indent="0" defTabSz="343080">
              <a:lnSpc>
                <a:spcPct val="100000"/>
              </a:lnSpc>
              <a:spcBef>
                <a:spcPts val="479"/>
              </a:spcBef>
              <a:buNone/>
              <a:tabLst>
                <a:tab algn="l" pos="0"/>
              </a:tabLst>
            </a:pPr>
            <a:r>
              <a:rPr b="0" i="1" lang="en-US" sz="2400" spc="-1" strike="noStrike">
                <a:solidFill>
                  <a:schemeClr val="dk1"/>
                </a:solidFill>
                <a:latin typeface="Calibri"/>
              </a:rPr>
              <a:t>This syllabus is provisional and may be adjusted weekly depending on the pace of the class.</a:t>
            </a:r>
            <a:endParaRPr b="0" lang="en-US" sz="24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8"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Tooling</a:t>
            </a:r>
            <a:endParaRPr b="0" lang="en-US" sz="3300" spc="-1" strike="noStrike">
              <a:solidFill>
                <a:schemeClr val="dk1"/>
              </a:solidFill>
              <a:latin typeface="Calibri"/>
            </a:endParaRPr>
          </a:p>
        </p:txBody>
      </p:sp>
      <p:sp>
        <p:nvSpPr>
          <p:cNvPr id="89" name="PlaceHolder 2"/>
          <p:cNvSpPr>
            <a:spLocks noGrp="1"/>
          </p:cNvSpPr>
          <p:nvPr>
            <p:ph/>
          </p:nvPr>
        </p:nvSpPr>
        <p:spPr>
          <a:xfrm>
            <a:off x="457200" y="1200240"/>
            <a:ext cx="8229240" cy="3394080"/>
          </a:xfrm>
          <a:prstGeom prst="rect">
            <a:avLst/>
          </a:prstGeom>
          <a:noFill/>
          <a:ln w="0">
            <a:noFill/>
          </a:ln>
        </p:spPr>
        <p:txBody>
          <a:bodyPr lIns="91440" rIns="91440" tIns="45720" bIns="45720" anchor="t">
            <a:normAutofit/>
          </a:bodyPr>
          <a:p>
            <a:pPr marL="343080" indent="-343080" defTabSz="343080">
              <a:lnSpc>
                <a:spcPct val="100000"/>
              </a:lnSpc>
              <a:spcBef>
                <a:spcPts val="479"/>
              </a:spcBef>
              <a:buClr>
                <a:srgbClr val="000000"/>
              </a:buClr>
              <a:buFont typeface="Arial"/>
              <a:buChar char="•"/>
            </a:pPr>
            <a:r>
              <a:rPr b="1" lang="en-US" sz="2400" spc="-1" strike="noStrike">
                <a:solidFill>
                  <a:schemeClr val="dk1"/>
                </a:solidFill>
                <a:latin typeface="Calibri"/>
              </a:rPr>
              <a:t>Python 3.11+</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pPr>
            <a:r>
              <a:rPr b="0" lang="en-US" sz="2400" spc="-1" strike="noStrike">
                <a:solidFill>
                  <a:schemeClr val="dk1"/>
                </a:solidFill>
                <a:latin typeface="Courier New"/>
              </a:rPr>
              <a:t>uv</a:t>
            </a:r>
            <a:r>
              <a:rPr b="0" lang="en-US" sz="2400" spc="-1" strike="noStrike">
                <a:solidFill>
                  <a:schemeClr val="dk1"/>
                </a:solidFill>
                <a:latin typeface="Calibri"/>
              </a:rPr>
              <a:t> for environments (or </a:t>
            </a:r>
            <a:r>
              <a:rPr b="0" lang="en-US" sz="2400" spc="-1" strike="noStrike">
                <a:solidFill>
                  <a:schemeClr val="dk1"/>
                </a:solidFill>
                <a:latin typeface="Courier New"/>
              </a:rPr>
              <a:t>pip</a:t>
            </a:r>
            <a:r>
              <a:rPr b="0" lang="en-US" sz="2400" spc="-1" strike="noStrike">
                <a:solidFill>
                  <a:schemeClr val="dk1"/>
                </a:solidFill>
                <a:latin typeface="Calibri"/>
              </a:rPr>
              <a:t>)</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pPr>
            <a:r>
              <a:rPr b="0" lang="en-US" sz="2400" spc="-1" strike="noStrike">
                <a:solidFill>
                  <a:schemeClr val="dk1"/>
                </a:solidFill>
                <a:latin typeface="Courier New"/>
              </a:rPr>
              <a:t>pandas</a:t>
            </a:r>
            <a:r>
              <a:rPr b="0" lang="en-US" sz="2400" spc="-1" strike="noStrike">
                <a:solidFill>
                  <a:schemeClr val="dk1"/>
                </a:solidFill>
                <a:latin typeface="Calibri"/>
              </a:rPr>
              <a:t>, </a:t>
            </a:r>
            <a:r>
              <a:rPr b="0" lang="en-US" sz="2400" spc="-1" strike="noStrike">
                <a:solidFill>
                  <a:schemeClr val="dk1"/>
                </a:solidFill>
                <a:latin typeface="Courier New"/>
              </a:rPr>
              <a:t>numpy</a:t>
            </a:r>
            <a:r>
              <a:rPr b="0" lang="en-US" sz="2400" spc="-1" strike="noStrike">
                <a:solidFill>
                  <a:schemeClr val="dk1"/>
                </a:solidFill>
                <a:latin typeface="Calibri"/>
              </a:rPr>
              <a:t>, </a:t>
            </a:r>
            <a:r>
              <a:rPr b="0" lang="en-US" sz="2400" spc="-1" strike="noStrike">
                <a:solidFill>
                  <a:schemeClr val="dk1"/>
                </a:solidFill>
                <a:latin typeface="Courier New"/>
              </a:rPr>
              <a:t>scikit-learn</a:t>
            </a:r>
            <a:r>
              <a:rPr b="0" lang="en-US" sz="2400" spc="-1" strike="noStrike">
                <a:solidFill>
                  <a:schemeClr val="dk1"/>
                </a:solidFill>
                <a:latin typeface="Calibri"/>
              </a:rPr>
              <a:t>, </a:t>
            </a:r>
            <a:r>
              <a:rPr b="0" lang="en-US" sz="2400" spc="-1" strike="noStrike">
                <a:solidFill>
                  <a:schemeClr val="dk1"/>
                </a:solidFill>
                <a:latin typeface="Courier New"/>
              </a:rPr>
              <a:t>matplotlib</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pPr>
            <a:r>
              <a:rPr b="0" lang="en-US" sz="2400" spc="-1" strike="noStrike">
                <a:solidFill>
                  <a:schemeClr val="dk1"/>
                </a:solidFill>
                <a:latin typeface="Courier New"/>
              </a:rPr>
              <a:t>pytorch</a:t>
            </a:r>
            <a:r>
              <a:rPr b="0" lang="en-US" sz="2400" spc="-1" strike="noStrike">
                <a:solidFill>
                  <a:schemeClr val="dk1"/>
                </a:solidFill>
                <a:latin typeface="Calibri"/>
              </a:rPr>
              <a:t> for deep learning</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pPr>
            <a:r>
              <a:rPr b="0" lang="en-US" sz="2400" spc="-1" strike="noStrike">
                <a:solidFill>
                  <a:schemeClr val="dk1"/>
                </a:solidFill>
                <a:latin typeface="Calibri"/>
              </a:rPr>
              <a:t>Jupyter notebooks for labs</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pPr>
            <a:r>
              <a:rPr b="0" lang="en-US" sz="2400" spc="-1" strike="noStrike">
                <a:solidFill>
                  <a:schemeClr val="dk1"/>
                </a:solidFill>
                <a:latin typeface="Calibri"/>
              </a:rPr>
              <a:t>Compute: a modern laptop should be enough</a:t>
            </a:r>
            <a:endParaRPr b="0" lang="en-US" sz="2400" spc="-1" strike="noStrike">
              <a:solidFill>
                <a:schemeClr val="dk1"/>
              </a:solidFill>
              <a:latin typeface="Calibri"/>
            </a:endParaRPr>
          </a:p>
          <a:p>
            <a:pPr marL="343080" indent="0" defTabSz="343080">
              <a:lnSpc>
                <a:spcPct val="100000"/>
              </a:lnSpc>
              <a:spcBef>
                <a:spcPts val="420"/>
              </a:spcBef>
              <a:buNone/>
              <a:tabLst>
                <a:tab algn="l" pos="0"/>
              </a:tabLst>
            </a:pPr>
            <a:r>
              <a:rPr b="0" lang="en-US" sz="2100" spc="-1" strike="noStrike">
                <a:solidFill>
                  <a:schemeClr val="dk1"/>
                </a:solidFill>
                <a:latin typeface="Calibri"/>
              </a:rPr>
              <a:t>if more compute is needed, we will make arrangements</a:t>
            </a:r>
            <a:endParaRPr b="0" lang="en-US" sz="21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0" name="PlaceHolder 1"/>
          <p:cNvSpPr>
            <a:spLocks noGrp="1"/>
          </p:cNvSpPr>
          <p:nvPr>
            <p:ph type="title"/>
          </p:nvPr>
        </p:nvSpPr>
        <p:spPr>
          <a:xfrm>
            <a:off x="722160" y="3305160"/>
            <a:ext cx="7772040" cy="1021320"/>
          </a:xfrm>
          <a:prstGeom prst="rect">
            <a:avLst/>
          </a:prstGeom>
          <a:noFill/>
          <a:ln w="0">
            <a:noFill/>
          </a:ln>
        </p:spPr>
        <p:txBody>
          <a:bodyPr lIns="91440" rIns="91440" tIns="45720" bIns="45720" anchor="t">
            <a:normAutofit/>
          </a:bodyPr>
          <a:p>
            <a:pPr indent="0" defTabSz="343080">
              <a:lnSpc>
                <a:spcPct val="100000"/>
              </a:lnSpc>
              <a:buNone/>
              <a:tabLst>
                <a:tab algn="l" pos="0"/>
              </a:tabLst>
            </a:pPr>
            <a:r>
              <a:rPr b="1" lang="en-US" sz="3000" spc="-1" strike="noStrike" cap="all">
                <a:solidFill>
                  <a:schemeClr val="dk1"/>
                </a:solidFill>
                <a:latin typeface="Calibri"/>
              </a:rPr>
              <a:t>1. What makes data science hard</a:t>
            </a:r>
            <a:endParaRPr b="0" lang="en-US" sz="30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1"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The textbook picture</a:t>
            </a:r>
            <a:endParaRPr b="0" lang="en-US" sz="3300" spc="-1" strike="noStrike">
              <a:solidFill>
                <a:schemeClr val="dk1"/>
              </a:solidFill>
              <a:latin typeface="Calibri"/>
            </a:endParaRPr>
          </a:p>
        </p:txBody>
      </p:sp>
      <p:sp>
        <p:nvSpPr>
          <p:cNvPr id="92" name="PlaceHolder 2"/>
          <p:cNvSpPr>
            <a:spLocks noGrp="1"/>
          </p:cNvSpPr>
          <p:nvPr>
            <p:ph/>
          </p:nvPr>
        </p:nvSpPr>
        <p:spPr>
          <a:xfrm>
            <a:off x="457200" y="1200240"/>
            <a:ext cx="8229240" cy="3394080"/>
          </a:xfrm>
          <a:prstGeom prst="rect">
            <a:avLst/>
          </a:prstGeom>
          <a:noFill/>
          <a:ln w="0">
            <a:noFill/>
          </a:ln>
        </p:spPr>
        <p:txBody>
          <a:bodyPr lIns="91440" rIns="91440" tIns="45720" bIns="45720" anchor="t">
            <a:normAutofit/>
          </a:bodyPr>
          <a:p>
            <a:pPr marL="1270080" indent="0" defTabSz="343080">
              <a:lnSpc>
                <a:spcPct val="100000"/>
              </a:lnSpc>
              <a:spcBef>
                <a:spcPts val="400"/>
              </a:spcBef>
              <a:buNone/>
              <a:tabLst>
                <a:tab algn="l" pos="0"/>
              </a:tabLst>
            </a:pPr>
            <a:r>
              <a:rPr b="1" lang="en-US" sz="2000" spc="-1" strike="noStrike">
                <a:solidFill>
                  <a:schemeClr val="dk1"/>
                </a:solidFill>
                <a:latin typeface="Calibri"/>
              </a:rPr>
              <a:t>D</a:t>
            </a:r>
            <a:r>
              <a:rPr b="0" lang="en-US" sz="2000" spc="-1" strike="noStrike">
                <a:solidFill>
                  <a:schemeClr val="dk1"/>
                </a:solidFill>
                <a:latin typeface="Calibri"/>
              </a:rPr>
              <a:t> = {(x⁽ⁱ⁾, y⁽ⁱ⁾)}, i = 1 … n drawn </a:t>
            </a:r>
            <a:r>
              <a:rPr b="1" lang="en-US" sz="2000" spc="-1" strike="noStrike">
                <a:solidFill>
                  <a:schemeClr val="dk1"/>
                </a:solidFill>
                <a:latin typeface="Calibri"/>
              </a:rPr>
              <a:t>i.i.d.</a:t>
            </a:r>
            <a:r>
              <a:rPr b="0" lang="en-US" sz="2000" spc="-1" strike="noStrike">
                <a:solidFill>
                  <a:schemeClr val="dk1"/>
                </a:solidFill>
                <a:latin typeface="Calibri"/>
              </a:rPr>
              <a:t> from P(X, Y)</a:t>
            </a:r>
            <a:endParaRPr b="0" lang="en-US" sz="2000" spc="-1" strike="noStrike">
              <a:solidFill>
                <a:schemeClr val="dk1"/>
              </a:solidFill>
              <a:latin typeface="Calibri"/>
            </a:endParaRPr>
          </a:p>
          <a:p>
            <a:pPr indent="0" defTabSz="343080">
              <a:lnSpc>
                <a:spcPct val="100000"/>
              </a:lnSpc>
              <a:spcBef>
                <a:spcPts val="479"/>
              </a:spcBef>
              <a:buNone/>
              <a:tabLst>
                <a:tab algn="l" pos="0"/>
              </a:tabLst>
            </a:pPr>
            <a:r>
              <a:rPr b="0" lang="en-US" sz="2400" spc="-1" strike="noStrike">
                <a:solidFill>
                  <a:schemeClr val="dk1"/>
                </a:solidFill>
                <a:latin typeface="Calibri"/>
              </a:rPr>
              <a:t>Given </a:t>
            </a:r>
            <a:r>
              <a:rPr b="1" lang="en-US" sz="2400" spc="-1" strike="noStrike">
                <a:solidFill>
                  <a:schemeClr val="dk1"/>
                </a:solidFill>
                <a:latin typeface="Calibri"/>
              </a:rPr>
              <a:t>D</a:t>
            </a:r>
            <a:r>
              <a:rPr b="0" lang="en-US" sz="2400" spc="-1" strike="noStrike">
                <a:solidFill>
                  <a:schemeClr val="dk1"/>
                </a:solidFill>
                <a:latin typeface="Calibri"/>
              </a:rPr>
              <a:t>, generalise to new draws from P.</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tabLst>
                <a:tab algn="l" pos="0"/>
              </a:tabLst>
            </a:pPr>
            <a:r>
              <a:rPr b="1" lang="en-US" sz="2400" spc="-1" strike="noStrike">
                <a:solidFill>
                  <a:schemeClr val="dk1"/>
                </a:solidFill>
                <a:latin typeface="Calibri"/>
              </a:rPr>
              <a:t>Noise/errors:</a:t>
            </a:r>
            <a:r>
              <a:rPr b="0" lang="en-US" sz="2400" spc="-1" strike="noStrike">
                <a:solidFill>
                  <a:schemeClr val="dk1"/>
                </a:solidFill>
                <a:latin typeface="Calibri"/>
              </a:rPr>
              <a:t> the labels and the features are wrong, sometimes badly</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tabLst>
                <a:tab algn="l" pos="0"/>
              </a:tabLst>
            </a:pPr>
            <a:r>
              <a:rPr b="1" lang="en-US" sz="2400" spc="-1" strike="noStrike">
                <a:solidFill>
                  <a:schemeClr val="dk1"/>
                </a:solidFill>
                <a:latin typeface="Calibri"/>
              </a:rPr>
              <a:t>Missingness:</a:t>
            </a:r>
            <a:r>
              <a:rPr b="0" lang="en-US" sz="2400" spc="-1" strike="noStrike">
                <a:solidFill>
                  <a:schemeClr val="dk1"/>
                </a:solidFill>
                <a:latin typeface="Calibri"/>
              </a:rPr>
              <a:t> the data is (sometimes) absent</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tabLst>
                <a:tab algn="l" pos="0"/>
              </a:tabLst>
            </a:pPr>
            <a:r>
              <a:rPr b="1" lang="en-US" sz="2400" spc="-1" strike="noStrike">
                <a:solidFill>
                  <a:schemeClr val="dk1"/>
                </a:solidFill>
                <a:latin typeface="Calibri"/>
              </a:rPr>
              <a:t>Class imbalance:</a:t>
            </a:r>
            <a:r>
              <a:rPr b="0" lang="en-US" sz="2400" spc="-1" strike="noStrike">
                <a:solidFill>
                  <a:schemeClr val="dk1"/>
                </a:solidFill>
                <a:latin typeface="Calibri"/>
              </a:rPr>
              <a:t> the event you care about is rare</a:t>
            </a:r>
            <a:endParaRPr b="0" lang="en-US" sz="24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3"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Noise</a:t>
            </a:r>
            <a:endParaRPr b="0" lang="en-US" sz="3300" spc="-1" strike="noStrike">
              <a:solidFill>
                <a:schemeClr val="dk1"/>
              </a:solidFill>
              <a:latin typeface="Calibri"/>
            </a:endParaRPr>
          </a:p>
        </p:txBody>
      </p:sp>
      <p:sp>
        <p:nvSpPr>
          <p:cNvPr id="94" name="PlaceHolder 2"/>
          <p:cNvSpPr>
            <a:spLocks noGrp="1"/>
          </p:cNvSpPr>
          <p:nvPr>
            <p:ph/>
          </p:nvPr>
        </p:nvSpPr>
        <p:spPr>
          <a:xfrm>
            <a:off x="457200" y="1200240"/>
            <a:ext cx="8229240" cy="3394080"/>
          </a:xfrm>
          <a:prstGeom prst="rect">
            <a:avLst/>
          </a:prstGeom>
          <a:noFill/>
          <a:ln w="0">
            <a:noFill/>
          </a:ln>
        </p:spPr>
        <p:txBody>
          <a:bodyPr lIns="91440" rIns="91440" tIns="45720" bIns="45720" anchor="t">
            <a:normAutofit fontScale="87465" lnSpcReduction="10000"/>
          </a:bodyPr>
          <a:p>
            <a:pPr indent="0" defTabSz="343080">
              <a:lnSpc>
                <a:spcPct val="100000"/>
              </a:lnSpc>
              <a:spcBef>
                <a:spcPts val="479"/>
              </a:spcBef>
              <a:buNone/>
              <a:tabLst>
                <a:tab algn="l" pos="0"/>
              </a:tabLst>
            </a:pPr>
            <a:r>
              <a:rPr b="0" lang="en-US" sz="2400" spc="-1" strike="noStrike">
                <a:solidFill>
                  <a:schemeClr val="dk1"/>
                </a:solidFill>
                <a:latin typeface="Calibri"/>
              </a:rPr>
              <a:t>Your label is not the truth: It is </a:t>
            </a:r>
            <a:r>
              <a:rPr b="0" lang="en-US" sz="2400" spc="-1" strike="noStrike">
                <a:solidFill>
                  <a:schemeClr val="dk1"/>
                </a:solidFill>
                <a:latin typeface="Calibri"/>
              </a:rPr>
              <a:t>a </a:t>
            </a:r>
            <a:r>
              <a:rPr b="1" lang="en-US" sz="2400" spc="-1" strike="noStrike">
                <a:solidFill>
                  <a:schemeClr val="dk1"/>
                </a:solidFill>
                <a:latin typeface="Calibri"/>
              </a:rPr>
              <a:t>proxy</a:t>
            </a:r>
            <a:r>
              <a:rPr b="0" lang="en-US" sz="2400" spc="-1" strike="noStrike">
                <a:solidFill>
                  <a:schemeClr val="dk1"/>
                </a:solidFill>
                <a:latin typeface="Calibri"/>
              </a:rPr>
              <a:t> produced by the </a:t>
            </a:r>
            <a:r>
              <a:rPr b="0" lang="en-US" sz="2400" spc="-1" strike="noStrike">
                <a:solidFill>
                  <a:schemeClr val="dk1"/>
                </a:solidFill>
                <a:latin typeface="Calibri"/>
              </a:rPr>
              <a:t>measurement process.</a:t>
            </a:r>
            <a:endParaRPr b="0" lang="en-US" sz="2400" spc="-1" strike="noStrike">
              <a:solidFill>
                <a:schemeClr val="dk1"/>
              </a:solidFill>
              <a:latin typeface="Calibri"/>
            </a:endParaRPr>
          </a:p>
          <a:p>
            <a:pPr indent="0" defTabSz="343080">
              <a:lnSpc>
                <a:spcPct val="100000"/>
              </a:lnSpc>
              <a:spcBef>
                <a:spcPts val="479"/>
              </a:spcBef>
              <a:buNone/>
              <a:tabLst>
                <a:tab algn="l" pos="0"/>
              </a:tabLst>
            </a:pPr>
            <a:r>
              <a:rPr b="0" lang="en-US" sz="2400" spc="-1" strike="noStrike">
                <a:solidFill>
                  <a:schemeClr val="dk1"/>
                </a:solidFill>
                <a:latin typeface="Calibri"/>
              </a:rPr>
              <a:t>Example:</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tabLst>
                <a:tab algn="l" pos="0"/>
              </a:tabLst>
            </a:pPr>
            <a:r>
              <a:rPr b="0" lang="en-US" sz="2400" spc="-1" strike="noStrike">
                <a:solidFill>
                  <a:schemeClr val="dk1"/>
                </a:solidFill>
                <a:latin typeface="Calibri"/>
              </a:rPr>
              <a:t>“</a:t>
            </a:r>
            <a:r>
              <a:rPr b="0" lang="en-US" sz="2400" spc="-1" strike="noStrike">
                <a:solidFill>
                  <a:schemeClr val="dk1"/>
                </a:solidFill>
                <a:latin typeface="Calibri"/>
              </a:rPr>
              <a:t>Pneumonia” on a chest X-</a:t>
            </a:r>
            <a:r>
              <a:rPr b="0" lang="en-US" sz="2400" spc="-1" strike="noStrike">
                <a:solidFill>
                  <a:schemeClr val="dk1"/>
                </a:solidFill>
                <a:latin typeface="Calibri"/>
              </a:rPr>
              <a:t>ray: one radiologist’s </a:t>
            </a:r>
            <a:r>
              <a:rPr b="0" lang="en-US" sz="2400" spc="-1" strike="noStrike">
                <a:solidFill>
                  <a:schemeClr val="dk1"/>
                </a:solidFill>
                <a:latin typeface="Calibri"/>
              </a:rPr>
              <a:t>opinion, alone</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tabLst>
                <a:tab algn="l" pos="0"/>
              </a:tabLst>
            </a:pPr>
            <a:r>
              <a:rPr b="0" lang="en-US" sz="2400" spc="-1" strike="noStrike">
                <a:solidFill>
                  <a:schemeClr val="dk1"/>
                </a:solidFill>
                <a:latin typeface="Calibri"/>
              </a:rPr>
              <a:t>Inter-rater agreement </a:t>
            </a:r>
            <a:r>
              <a:rPr b="0" lang="en-US" sz="2400" spc="-1" strike="noStrike">
                <a:solidFill>
                  <a:schemeClr val="dk1"/>
                </a:solidFill>
                <a:latin typeface="Calibri"/>
              </a:rPr>
              <a:t>between radiologists is </a:t>
            </a:r>
            <a:r>
              <a:rPr b="0" lang="en-US" sz="2400" spc="-1" strike="noStrike">
                <a:solidFill>
                  <a:schemeClr val="dk1"/>
                </a:solidFill>
                <a:latin typeface="Calibri"/>
              </a:rPr>
              <a:t>often 40% to 70%</a:t>
            </a:r>
            <a:endParaRPr b="0" lang="en-US" sz="2400" spc="-1" strike="noStrike">
              <a:solidFill>
                <a:schemeClr val="dk1"/>
              </a:solidFill>
              <a:latin typeface="Calibri"/>
            </a:endParaRPr>
          </a:p>
          <a:p>
            <a:pPr indent="0" defTabSz="343080">
              <a:lnSpc>
                <a:spcPct val="100000"/>
              </a:lnSpc>
              <a:spcBef>
                <a:spcPts val="479"/>
              </a:spcBef>
              <a:buNone/>
              <a:tabLst>
                <a:tab algn="l" pos="0"/>
              </a:tabLst>
            </a:pPr>
            <a:r>
              <a:rPr b="1" lang="en-US" sz="2400" spc="-1" strike="noStrike">
                <a:solidFill>
                  <a:schemeClr val="dk1"/>
                </a:solidFill>
                <a:latin typeface="Calibri"/>
              </a:rPr>
              <a:t>Practical rule:</a:t>
            </a:r>
            <a:r>
              <a:rPr b="0" lang="en-US" sz="2400" spc="-1" strike="noStrike">
                <a:solidFill>
                  <a:schemeClr val="dk1"/>
                </a:solidFill>
                <a:latin typeface="Calibri"/>
              </a:rPr>
              <a:t> before </a:t>
            </a:r>
            <a:r>
              <a:rPr b="0" lang="en-US" sz="2400" spc="-1" strike="noStrike">
                <a:solidFill>
                  <a:schemeClr val="dk1"/>
                </a:solidFill>
                <a:latin typeface="Calibri"/>
              </a:rPr>
              <a:t>modelling, ask </a:t>
            </a:r>
            <a:r>
              <a:rPr b="0" i="1" lang="en-US" sz="2400" spc="-1" strike="noStrike">
                <a:solidFill>
                  <a:schemeClr val="dk1"/>
                </a:solidFill>
                <a:latin typeface="Calibri"/>
              </a:rPr>
              <a:t>who</a:t>
            </a:r>
            <a:r>
              <a:rPr b="0" lang="en-US" sz="2400" spc="-1" strike="noStrike">
                <a:solidFill>
                  <a:schemeClr val="dk1"/>
                </a:solidFill>
                <a:latin typeface="Calibri"/>
              </a:rPr>
              <a:t> produced </a:t>
            </a:r>
            <a:r>
              <a:rPr b="0" lang="en-US" sz="2400" spc="-1" strike="noStrike">
                <a:solidFill>
                  <a:schemeClr val="dk1"/>
                </a:solidFill>
                <a:latin typeface="Calibri"/>
              </a:rPr>
              <a:t>this label, </a:t>
            </a:r>
            <a:r>
              <a:rPr b="0" i="1" lang="en-US" sz="2400" spc="-1" strike="noStrike">
                <a:solidFill>
                  <a:schemeClr val="dk1"/>
                </a:solidFill>
                <a:latin typeface="Calibri"/>
              </a:rPr>
              <a:t>when</a:t>
            </a:r>
            <a:r>
              <a:rPr b="0" lang="en-US" sz="2400" spc="-1" strike="noStrike">
                <a:solidFill>
                  <a:schemeClr val="dk1"/>
                </a:solidFill>
                <a:latin typeface="Calibri"/>
              </a:rPr>
              <a:t>, and </a:t>
            </a:r>
            <a:r>
              <a:rPr b="0" i="1" lang="en-US" sz="2400" spc="-1" strike="noStrike">
                <a:solidFill>
                  <a:schemeClr val="dk1"/>
                </a:solidFill>
                <a:latin typeface="Calibri"/>
              </a:rPr>
              <a:t>why</a:t>
            </a:r>
            <a:r>
              <a:rPr b="0" lang="en-US" sz="2400" spc="-1" strike="noStrike">
                <a:solidFill>
                  <a:schemeClr val="dk1"/>
                </a:solidFill>
                <a:latin typeface="Calibri"/>
              </a:rPr>
              <a:t>.</a:t>
            </a:r>
            <a:endParaRPr b="0" lang="en-US" sz="2400" spc="-1" strike="noStrike">
              <a:solidFill>
                <a:schemeClr val="dk1"/>
              </a:solidFill>
              <a:latin typeface="Calibri"/>
            </a:endParaRPr>
          </a:p>
          <a:p>
            <a:pPr indent="0" defTabSz="343080">
              <a:lnSpc>
                <a:spcPct val="100000"/>
              </a:lnSpc>
              <a:spcBef>
                <a:spcPts val="479"/>
              </a:spcBef>
              <a:buNone/>
              <a:tabLst>
                <a:tab algn="l" pos="0"/>
              </a:tabLst>
            </a:pPr>
            <a:r>
              <a:rPr b="0" lang="en-US" sz="2400" spc="-1" strike="noStrike">
                <a:solidFill>
                  <a:schemeClr val="dk1"/>
                </a:solidFill>
                <a:latin typeface="Calibri"/>
              </a:rPr>
              <a:t>Label noise caps your </a:t>
            </a:r>
            <a:r>
              <a:rPr b="0" lang="en-US" sz="2400" spc="-1" strike="noStrike">
                <a:solidFill>
                  <a:schemeClr val="dk1"/>
                </a:solidFill>
                <a:latin typeface="Calibri"/>
              </a:rPr>
              <a:t>achievable performance: you </a:t>
            </a:r>
            <a:r>
              <a:rPr b="0" lang="en-US" sz="2400" spc="-1" strike="noStrike">
                <a:solidFill>
                  <a:schemeClr val="dk1"/>
                </a:solidFill>
                <a:latin typeface="Calibri"/>
              </a:rPr>
              <a:t>cannot beat the annotator.</a:t>
            </a:r>
            <a:endParaRPr b="0" lang="en-US" sz="2400" spc="-1" strike="noStrike">
              <a:solidFill>
                <a:schemeClr val="dk1"/>
              </a:solidFill>
              <a:latin typeface="Calibri"/>
            </a:endParaRPr>
          </a:p>
          <a:p>
            <a:pPr indent="0" defTabSz="343080">
              <a:lnSpc>
                <a:spcPct val="100000"/>
              </a:lnSpc>
              <a:spcBef>
                <a:spcPts val="479"/>
              </a:spcBef>
              <a:buNone/>
              <a:tabLst>
                <a:tab algn="l" pos="0"/>
              </a:tabLst>
            </a:pPr>
            <a:r>
              <a:rPr b="0" lang="en-US" sz="2400" spc="-1" strike="noStrike">
                <a:solidFill>
                  <a:schemeClr val="dk1"/>
                </a:solidFill>
                <a:latin typeface="Calibri"/>
              </a:rPr>
              <a:t>Symmetric noise hurts </a:t>
            </a:r>
            <a:r>
              <a:rPr b="0" i="1" lang="en-US" sz="2400" spc="-1" strike="noStrike">
                <a:solidFill>
                  <a:schemeClr val="dk1"/>
                </a:solidFill>
                <a:latin typeface="Calibri"/>
              </a:rPr>
              <a:t>variance</a:t>
            </a:r>
            <a:r>
              <a:rPr b="0" lang="en-US" sz="2400" spc="-1" strike="noStrike">
                <a:solidFill>
                  <a:schemeClr val="dk1"/>
                </a:solidFill>
                <a:latin typeface="Calibri"/>
              </a:rPr>
              <a:t>; asymmetric noise </a:t>
            </a:r>
            <a:r>
              <a:rPr b="0" lang="en-US" sz="2400" spc="-1" strike="noStrike">
                <a:solidFill>
                  <a:schemeClr val="dk1"/>
                </a:solidFill>
                <a:latin typeface="Calibri"/>
              </a:rPr>
              <a:t>creates a </a:t>
            </a:r>
            <a:r>
              <a:rPr b="0" i="1" lang="en-US" sz="2400" spc="-1" strike="noStrike">
                <a:solidFill>
                  <a:schemeClr val="dk1"/>
                </a:solidFill>
                <a:latin typeface="Calibri"/>
              </a:rPr>
              <a:t>bias</a:t>
            </a:r>
            <a:r>
              <a:rPr b="0" lang="en-US" sz="2400" spc="-1" strike="noStrike">
                <a:solidFill>
                  <a:schemeClr val="dk1"/>
                </a:solidFill>
                <a:latin typeface="Calibri"/>
              </a:rPr>
              <a:t>.</a:t>
            </a:r>
            <a:endParaRPr b="0" lang="en-US" sz="24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5"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Noise</a:t>
            </a:r>
            <a:endParaRPr b="0" lang="en-US" sz="3300" spc="-1" strike="noStrike">
              <a:solidFill>
                <a:schemeClr val="dk1"/>
              </a:solidFill>
              <a:latin typeface="Calibri"/>
            </a:endParaRPr>
          </a:p>
        </p:txBody>
      </p:sp>
      <p:pic>
        <p:nvPicPr>
          <p:cNvPr id="96" name="Picture 1" descr="img/noise.png"/>
          <p:cNvPicPr/>
          <p:nvPr/>
        </p:nvPicPr>
        <p:blipFill>
          <a:blip r:embed="rId1"/>
          <a:stretch/>
        </p:blipFill>
        <p:spPr>
          <a:xfrm>
            <a:off x="635040" y="1193760"/>
            <a:ext cx="7873560" cy="3390480"/>
          </a:xfrm>
          <a:prstGeom prst="rect">
            <a:avLst/>
          </a:prstGeom>
          <a:ln w="9525">
            <a:noFill/>
          </a:ln>
        </p:spPr>
      </p:pic>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7"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Errors in features</a:t>
            </a:r>
            <a:endParaRPr b="0" lang="en-US" sz="3300" spc="-1" strike="noStrike">
              <a:solidFill>
                <a:schemeClr val="dk1"/>
              </a:solidFill>
              <a:latin typeface="Calibri"/>
            </a:endParaRPr>
          </a:p>
        </p:txBody>
      </p:sp>
      <p:sp>
        <p:nvSpPr>
          <p:cNvPr id="98" name="PlaceHolder 2"/>
          <p:cNvSpPr>
            <a:spLocks noGrp="1"/>
          </p:cNvSpPr>
          <p:nvPr>
            <p:ph/>
          </p:nvPr>
        </p:nvSpPr>
        <p:spPr>
          <a:xfrm>
            <a:off x="457200" y="1200240"/>
            <a:ext cx="8229240" cy="3394080"/>
          </a:xfrm>
          <a:prstGeom prst="rect">
            <a:avLst/>
          </a:prstGeom>
          <a:noFill/>
          <a:ln w="0">
            <a:noFill/>
          </a:ln>
        </p:spPr>
        <p:txBody>
          <a:bodyPr lIns="91440" rIns="91440" tIns="45720" bIns="45720" anchor="t">
            <a:normAutofit/>
          </a:bodyPr>
          <a:p>
            <a:pPr marL="343080" indent="-343080" defTabSz="343080">
              <a:lnSpc>
                <a:spcPct val="100000"/>
              </a:lnSpc>
              <a:spcBef>
                <a:spcPts val="479"/>
              </a:spcBef>
              <a:buClr>
                <a:srgbClr val="000000"/>
              </a:buClr>
              <a:buFont typeface="Arial"/>
              <a:buChar char="•"/>
            </a:pPr>
            <a:r>
              <a:rPr b="0" lang="en-US" sz="2400" spc="-1" strike="noStrike">
                <a:solidFill>
                  <a:schemeClr val="dk1"/>
                </a:solidFill>
                <a:latin typeface="Calibri"/>
              </a:rPr>
              <a:t>Sensor artefacts: a heart rate of 300 bpm is a detached lead, not tachycardia</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pPr>
            <a:r>
              <a:rPr b="0" lang="en-US" sz="2400" spc="-1" strike="noStrike">
                <a:solidFill>
                  <a:schemeClr val="dk1"/>
                </a:solidFill>
                <a:latin typeface="Calibri"/>
              </a:rPr>
              <a:t>Unit chaos: weight in kg </a:t>
            </a:r>
            <a:r>
              <a:rPr b="0" i="1" lang="en-US" sz="2400" spc="-1" strike="noStrike">
                <a:solidFill>
                  <a:schemeClr val="dk1"/>
                </a:solidFill>
                <a:latin typeface="Calibri"/>
              </a:rPr>
              <a:t>and</a:t>
            </a:r>
            <a:r>
              <a:rPr b="0" lang="en-US" sz="2400" spc="-1" strike="noStrike">
                <a:solidFill>
                  <a:schemeClr val="dk1"/>
                </a:solidFill>
                <a:latin typeface="Calibri"/>
              </a:rPr>
              <a:t> lb in the same column; glucose in mg/dL </a:t>
            </a:r>
            <a:r>
              <a:rPr b="0" i="1" lang="en-US" sz="2400" spc="-1" strike="noStrike">
                <a:solidFill>
                  <a:schemeClr val="dk1"/>
                </a:solidFill>
                <a:latin typeface="Calibri"/>
              </a:rPr>
              <a:t>and</a:t>
            </a:r>
            <a:r>
              <a:rPr b="0" lang="en-US" sz="2400" spc="-1" strike="noStrike">
                <a:solidFill>
                  <a:schemeClr val="dk1"/>
                </a:solidFill>
                <a:latin typeface="Calibri"/>
              </a:rPr>
              <a:t> mmol/L</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pPr>
            <a:r>
              <a:rPr b="0" lang="en-US" sz="2400" spc="-1" strike="noStrike">
                <a:solidFill>
                  <a:schemeClr val="dk1"/>
                </a:solidFill>
                <a:latin typeface="Calibri"/>
              </a:rPr>
              <a:t>Copy-forward: the same “current” value duplicated across days of notes</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pPr>
            <a:r>
              <a:rPr b="0" lang="en-US" sz="2400" spc="-1" strike="noStrike">
                <a:solidFill>
                  <a:schemeClr val="dk1"/>
                </a:solidFill>
                <a:latin typeface="Calibri"/>
              </a:rPr>
              <a:t>Timestamps: charted at the time of </a:t>
            </a:r>
            <a:r>
              <a:rPr b="0" i="1" lang="en-US" sz="2400" spc="-1" strike="noStrike">
                <a:solidFill>
                  <a:schemeClr val="dk1"/>
                </a:solidFill>
                <a:latin typeface="Calibri"/>
              </a:rPr>
              <a:t>entry</a:t>
            </a:r>
            <a:r>
              <a:rPr b="0" lang="en-US" sz="2400" spc="-1" strike="noStrike">
                <a:solidFill>
                  <a:schemeClr val="dk1"/>
                </a:solidFill>
                <a:latin typeface="Calibri"/>
              </a:rPr>
              <a:t>, not the time of </a:t>
            </a:r>
            <a:r>
              <a:rPr b="0" i="1" lang="en-US" sz="2400" spc="-1" strike="noStrike">
                <a:solidFill>
                  <a:schemeClr val="dk1"/>
                </a:solidFill>
                <a:latin typeface="Calibri"/>
              </a:rPr>
              <a:t>measurement</a:t>
            </a:r>
            <a:endParaRPr b="0" lang="en-US" sz="24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9"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Errors in features: three lines that find them</a:t>
            </a:r>
            <a:endParaRPr b="0" lang="en-US" sz="3300" spc="-1" strike="noStrike">
              <a:solidFill>
                <a:schemeClr val="dk1"/>
              </a:solidFill>
              <a:latin typeface="Calibri"/>
            </a:endParaRPr>
          </a:p>
        </p:txBody>
      </p:sp>
      <p:sp>
        <p:nvSpPr>
          <p:cNvPr id="100" name="PlaceHolder 2"/>
          <p:cNvSpPr>
            <a:spLocks noGrp="1"/>
          </p:cNvSpPr>
          <p:nvPr>
            <p:ph/>
          </p:nvPr>
        </p:nvSpPr>
        <p:spPr>
          <a:xfrm>
            <a:off x="457200" y="1200240"/>
            <a:ext cx="8229240" cy="3394080"/>
          </a:xfrm>
          <a:prstGeom prst="rect">
            <a:avLst/>
          </a:prstGeom>
          <a:noFill/>
          <a:ln w="0">
            <a:noFill/>
          </a:ln>
        </p:spPr>
        <p:txBody>
          <a:bodyPr lIns="91440" rIns="91440" tIns="45720" bIns="45720" anchor="t">
            <a:normAutofit fontScale="87465"/>
          </a:bodyPr>
          <a:p>
            <a:pPr marL="343080" indent="0" defTabSz="343080">
              <a:lnSpc>
                <a:spcPct val="100000"/>
              </a:lnSpc>
              <a:spcBef>
                <a:spcPts val="479"/>
              </a:spcBef>
              <a:buNone/>
              <a:tabLst>
                <a:tab algn="l" pos="0"/>
              </a:tabLst>
            </a:pPr>
            <a:r>
              <a:rPr b="0" lang="en-US" sz="2400" spc="-1" strike="noStrike">
                <a:solidFill>
                  <a:srgbClr val="666666"/>
                </a:solidFill>
                <a:latin typeface="Courier New"/>
              </a:rPr>
              <a:t>&gt;&gt;&gt;</a:t>
            </a:r>
            <a:r>
              <a:rPr b="0" lang="en-US" sz="2400" spc="-1" strike="noStrike">
                <a:solidFill>
                  <a:schemeClr val="dk1"/>
                </a:solidFill>
                <a:latin typeface="Courier New"/>
              </a:rPr>
              <a:t> vitals.heart_rate.agg([</a:t>
            </a:r>
            <a:r>
              <a:rPr b="0" lang="en-US" sz="2400" spc="-1" strike="noStrike">
                <a:solidFill>
                  <a:srgbClr val="4070a0"/>
                </a:solidFill>
                <a:latin typeface="Courier New"/>
              </a:rPr>
              <a:t>"min"</a:t>
            </a:r>
            <a:r>
              <a:rPr b="0" lang="en-US" sz="2400" spc="-1" strike="noStrike">
                <a:solidFill>
                  <a:schemeClr val="dk1"/>
                </a:solidFill>
                <a:latin typeface="Courier New"/>
              </a:rPr>
              <a:t>, </a:t>
            </a:r>
            <a:r>
              <a:rPr b="0" lang="en-US" sz="2400" spc="-1" strike="noStrike">
                <a:solidFill>
                  <a:srgbClr val="4070a0"/>
                </a:solidFill>
                <a:latin typeface="Courier New"/>
              </a:rPr>
              <a:t>"max"</a:t>
            </a:r>
            <a:r>
              <a:rPr b="0" lang="en-US" sz="2400" spc="-1" strike="noStrike">
                <a:solidFill>
                  <a:schemeClr val="dk1"/>
                </a:solidFill>
                <a:latin typeface="Courier New"/>
              </a:rPr>
              <a:t>])</a:t>
            </a:r>
            <a:br>
              <a:rPr sz="2400"/>
            </a:br>
            <a:r>
              <a:rPr b="0" lang="en-US" sz="2400" spc="-1" strike="noStrike">
                <a:solidFill>
                  <a:srgbClr val="008000"/>
                </a:solidFill>
                <a:latin typeface="Courier New"/>
              </a:rPr>
              <a:t>min</a:t>
            </a:r>
            <a:r>
              <a:rPr b="0" lang="en-US" sz="2400" spc="-1" strike="noStrike">
                <a:solidFill>
                  <a:schemeClr val="dk1"/>
                </a:solidFill>
                <a:latin typeface="Courier New"/>
              </a:rPr>
              <a:t>      </a:t>
            </a:r>
            <a:r>
              <a:rPr b="0" lang="en-US" sz="2400" spc="-1" strike="noStrike">
                <a:solidFill>
                  <a:srgbClr val="40a070"/>
                </a:solidFill>
                <a:latin typeface="Courier New"/>
              </a:rPr>
              <a:t>0.0</a:t>
            </a:r>
            <a:br>
              <a:rPr sz="2400"/>
            </a:br>
            <a:r>
              <a:rPr b="0" lang="en-US" sz="2400" spc="-1" strike="noStrike">
                <a:solidFill>
                  <a:srgbClr val="008000"/>
                </a:solidFill>
                <a:latin typeface="Courier New"/>
              </a:rPr>
              <a:t>max</a:t>
            </a:r>
            <a:r>
              <a:rPr b="0" lang="en-US" sz="2400" spc="-1" strike="noStrike">
                <a:solidFill>
                  <a:schemeClr val="dk1"/>
                </a:solidFill>
                <a:latin typeface="Courier New"/>
              </a:rPr>
              <a:t>    </a:t>
            </a:r>
            <a:r>
              <a:rPr b="0" lang="en-US" sz="2400" spc="-1" strike="noStrike">
                <a:solidFill>
                  <a:srgbClr val="40a070"/>
                </a:solidFill>
                <a:latin typeface="Courier New"/>
              </a:rPr>
              <a:t>300.0</a:t>
            </a:r>
            <a:r>
              <a:rPr b="0" lang="en-US" sz="2400" spc="-1" strike="noStrike">
                <a:solidFill>
                  <a:schemeClr val="dk1"/>
                </a:solidFill>
                <a:latin typeface="Courier New"/>
              </a:rPr>
              <a:t>    </a:t>
            </a:r>
            <a:r>
              <a:rPr b="0" i="1" lang="en-US" sz="2400" spc="-1" strike="noStrike">
                <a:solidFill>
                  <a:srgbClr val="60a0b0"/>
                </a:solidFill>
                <a:latin typeface="Courier New"/>
              </a:rPr>
              <a:t># a detached lead</a:t>
            </a:r>
            <a:br>
              <a:rPr sz="2400"/>
            </a:br>
            <a:br>
              <a:rPr sz="2400"/>
            </a:br>
            <a:r>
              <a:rPr b="0" lang="en-US" sz="2400" spc="-1" strike="noStrike">
                <a:solidFill>
                  <a:srgbClr val="666666"/>
                </a:solidFill>
                <a:latin typeface="Courier New"/>
              </a:rPr>
              <a:t>&gt;&gt;&gt;</a:t>
            </a:r>
            <a:r>
              <a:rPr b="0" lang="en-US" sz="2400" spc="-1" strike="noStrike">
                <a:solidFill>
                  <a:schemeClr val="dk1"/>
                </a:solidFill>
                <a:latin typeface="Courier New"/>
              </a:rPr>
              <a:t> vitals.weight.plot.hist(bins</a:t>
            </a:r>
            <a:r>
              <a:rPr b="0" lang="en-US" sz="2400" spc="-1" strike="noStrike">
                <a:solidFill>
                  <a:srgbClr val="666666"/>
                </a:solidFill>
                <a:latin typeface="Courier New"/>
              </a:rPr>
              <a:t>=</a:t>
            </a:r>
            <a:r>
              <a:rPr b="0" lang="en-US" sz="2400" spc="-1" strike="noStrike">
                <a:solidFill>
                  <a:srgbClr val="40a070"/>
                </a:solidFill>
                <a:latin typeface="Courier New"/>
              </a:rPr>
              <a:t>60</a:t>
            </a:r>
            <a:r>
              <a:rPr b="0" lang="en-US" sz="2400" spc="-1" strike="noStrike">
                <a:solidFill>
                  <a:schemeClr val="dk1"/>
                </a:solidFill>
                <a:latin typeface="Courier New"/>
              </a:rPr>
              <a:t>)</a:t>
            </a:r>
            <a:br>
              <a:rPr sz="2400"/>
            </a:br>
            <a:r>
              <a:rPr b="0" lang="en-US" sz="2400" spc="-1" strike="noStrike">
                <a:solidFill>
                  <a:schemeClr val="dk1"/>
                </a:solidFill>
                <a:latin typeface="Courier New"/>
              </a:rPr>
              <a:t>                </a:t>
            </a:r>
            <a:r>
              <a:rPr b="0" i="1" lang="en-US" sz="2400" spc="-1" strike="noStrike">
                <a:solidFill>
                  <a:srgbClr val="60a0b0"/>
                </a:solidFill>
                <a:latin typeface="Courier New"/>
              </a:rPr>
              <a:t># two humps: kg and lb</a:t>
            </a:r>
            <a:br>
              <a:rPr sz="2400"/>
            </a:br>
            <a:br>
              <a:rPr sz="2400"/>
            </a:br>
            <a:r>
              <a:rPr b="0" lang="en-US" sz="2400" spc="-1" strike="noStrike">
                <a:solidFill>
                  <a:srgbClr val="666666"/>
                </a:solidFill>
                <a:latin typeface="Courier New"/>
              </a:rPr>
              <a:t>&gt;&gt;&gt;</a:t>
            </a:r>
            <a:r>
              <a:rPr b="0" lang="en-US" sz="2400" spc="-1" strike="noStrike">
                <a:solidFill>
                  <a:schemeClr val="dk1"/>
                </a:solidFill>
                <a:latin typeface="Courier New"/>
              </a:rPr>
              <a:t> labs.groupby(</a:t>
            </a:r>
            <a:r>
              <a:rPr b="0" lang="en-US" sz="2400" spc="-1" strike="noStrike">
                <a:solidFill>
                  <a:srgbClr val="4070a0"/>
                </a:solidFill>
                <a:latin typeface="Courier New"/>
              </a:rPr>
              <a:t>"unit"</a:t>
            </a:r>
            <a:r>
              <a:rPr b="0" lang="en-US" sz="2400" spc="-1" strike="noStrike">
                <a:solidFill>
                  <a:schemeClr val="dk1"/>
                </a:solidFill>
                <a:latin typeface="Courier New"/>
              </a:rPr>
              <a:t>).glucose.median()</a:t>
            </a:r>
            <a:br>
              <a:rPr sz="2400"/>
            </a:br>
            <a:r>
              <a:rPr b="0" lang="en-US" sz="2400" spc="-1" strike="noStrike">
                <a:solidFill>
                  <a:schemeClr val="dk1"/>
                </a:solidFill>
                <a:latin typeface="Courier New"/>
              </a:rPr>
              <a:t>mg</a:t>
            </a:r>
            <a:r>
              <a:rPr b="0" lang="en-US" sz="2400" spc="-1" strike="noStrike">
                <a:solidFill>
                  <a:srgbClr val="666666"/>
                </a:solidFill>
                <a:latin typeface="Courier New"/>
              </a:rPr>
              <a:t>/</a:t>
            </a:r>
            <a:r>
              <a:rPr b="0" lang="en-US" sz="2400" spc="-1" strike="noStrike">
                <a:solidFill>
                  <a:schemeClr val="dk1"/>
                </a:solidFill>
                <a:latin typeface="Courier New"/>
              </a:rPr>
              <a:t>dL    </a:t>
            </a:r>
            <a:r>
              <a:rPr b="0" lang="en-US" sz="2400" spc="-1" strike="noStrike">
                <a:solidFill>
                  <a:srgbClr val="40a070"/>
                </a:solidFill>
                <a:latin typeface="Courier New"/>
              </a:rPr>
              <a:t>126.0</a:t>
            </a:r>
            <a:br>
              <a:rPr sz="2400"/>
            </a:br>
            <a:r>
              <a:rPr b="0" lang="en-US" sz="2400" spc="-1" strike="noStrike">
                <a:solidFill>
                  <a:schemeClr val="dk1"/>
                </a:solidFill>
                <a:latin typeface="Courier New"/>
              </a:rPr>
              <a:t>mmol</a:t>
            </a:r>
            <a:r>
              <a:rPr b="0" lang="en-US" sz="2400" spc="-1" strike="noStrike">
                <a:solidFill>
                  <a:srgbClr val="666666"/>
                </a:solidFill>
                <a:latin typeface="Courier New"/>
              </a:rPr>
              <a:t>/</a:t>
            </a:r>
            <a:r>
              <a:rPr b="0" lang="en-US" sz="2400" spc="-1" strike="noStrike">
                <a:solidFill>
                  <a:schemeClr val="dk1"/>
                </a:solidFill>
                <a:latin typeface="Courier New"/>
              </a:rPr>
              <a:t>L     </a:t>
            </a:r>
            <a:r>
              <a:rPr b="0" lang="en-US" sz="2400" spc="-1" strike="noStrike">
                <a:solidFill>
                  <a:srgbClr val="40a070"/>
                </a:solidFill>
                <a:latin typeface="Courier New"/>
              </a:rPr>
              <a:t>7.0</a:t>
            </a:r>
            <a:r>
              <a:rPr b="0" lang="en-US" sz="2400" spc="-1" strike="noStrike">
                <a:solidFill>
                  <a:schemeClr val="dk1"/>
                </a:solidFill>
                <a:latin typeface="Courier New"/>
              </a:rPr>
              <a:t>  </a:t>
            </a:r>
            <a:r>
              <a:rPr b="0" i="1" lang="en-US" sz="2400" spc="-1" strike="noStrike">
                <a:solidFill>
                  <a:srgbClr val="60a0b0"/>
                </a:solidFill>
                <a:latin typeface="Courier New"/>
              </a:rPr>
              <a:t># same test, same patient</a:t>
            </a:r>
            <a:endParaRPr b="0" lang="en-US" sz="24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1"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Missingness</a:t>
            </a:r>
            <a:endParaRPr b="0" lang="en-US" sz="3300" spc="-1" strike="noStrike">
              <a:solidFill>
                <a:schemeClr val="dk1"/>
              </a:solidFill>
              <a:latin typeface="Calibri"/>
            </a:endParaRPr>
          </a:p>
        </p:txBody>
      </p:sp>
      <p:graphicFrame>
        <p:nvGraphicFramePr>
          <p:cNvPr id="102" name="Content Placeholder 5"/>
          <p:cNvGraphicFramePr/>
          <p:nvPr/>
        </p:nvGraphicFramePr>
        <p:xfrm>
          <a:off x="457200" y="1193760"/>
          <a:ext cx="8229240" cy="1411200"/>
        </p:xfrm>
        <a:graphic>
          <a:graphicData uri="http://schemas.openxmlformats.org/drawingml/2006/table">
            <a:tbl>
              <a:tblPr/>
              <a:tblGrid>
                <a:gridCol w="2743200"/>
                <a:gridCol w="2743200"/>
                <a:gridCol w="2743200"/>
              </a:tblGrid>
              <a:tr h="0">
                <a:tc>
                  <a:txBody>
                    <a:bodyPr anchor="t">
                      <a:noAutofit/>
                    </a:bodyPr>
                    <a:p>
                      <a:pPr defTabSz="343080">
                        <a:lnSpc>
                          <a:spcPct val="100000"/>
                        </a:lnSpc>
                        <a:tabLst>
                          <a:tab algn="l" pos="0"/>
                        </a:tabLst>
                      </a:pPr>
                      <a:r>
                        <a:rPr b="0" lang="en-US" sz="1350" spc="-1" strike="noStrike">
                          <a:solidFill>
                            <a:srgbClr val="ffffff"/>
                          </a:solidFill>
                          <a:latin typeface="Calibri"/>
                        </a:rPr>
                        <a:t>Mechanism</a:t>
                      </a:r>
                      <a:endParaRPr b="0" lang="en-US" sz="1350" spc="-1" strike="noStrike">
                        <a:solidFill>
                          <a:srgbClr val="ffffff"/>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4f81bd"/>
                    </a:solidFill>
                  </a:tcPr>
                </a:tc>
                <a:tc>
                  <a:txBody>
                    <a:bodyPr anchor="t">
                      <a:noAutofit/>
                    </a:bodyPr>
                    <a:p>
                      <a:pPr defTabSz="343080">
                        <a:lnSpc>
                          <a:spcPct val="100000"/>
                        </a:lnSpc>
                        <a:tabLst>
                          <a:tab algn="l" pos="0"/>
                        </a:tabLst>
                      </a:pPr>
                      <a:r>
                        <a:rPr b="0" lang="en-US" sz="1350" spc="-1" strike="noStrike">
                          <a:solidFill>
                            <a:srgbClr val="ffffff"/>
                          </a:solidFill>
                          <a:latin typeface="Calibri"/>
                        </a:rPr>
                        <a:t>Meaning</a:t>
                      </a:r>
                      <a:endParaRPr b="0" lang="en-US" sz="1350" spc="-1" strike="noStrike">
                        <a:solidFill>
                          <a:srgbClr val="ffffff"/>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4f81bd"/>
                    </a:solidFill>
                  </a:tcPr>
                </a:tc>
                <a:tc>
                  <a:txBody>
                    <a:bodyPr anchor="t">
                      <a:noAutofit/>
                    </a:bodyPr>
                    <a:p>
                      <a:pPr defTabSz="343080">
                        <a:lnSpc>
                          <a:spcPct val="100000"/>
                        </a:lnSpc>
                        <a:tabLst>
                          <a:tab algn="l" pos="0"/>
                        </a:tabLst>
                      </a:pPr>
                      <a:r>
                        <a:rPr b="0" lang="en-US" sz="1350" spc="-1" strike="noStrike">
                          <a:solidFill>
                            <a:srgbClr val="ffffff"/>
                          </a:solidFill>
                          <a:latin typeface="Calibri"/>
                        </a:rPr>
                        <a:t>Safe to drop?</a:t>
                      </a:r>
                      <a:endParaRPr b="0" lang="en-US" sz="1350" spc="-1" strike="noStrike">
                        <a:solidFill>
                          <a:srgbClr val="ffffff"/>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4f81bd"/>
                    </a:solidFill>
                  </a:tcPr>
                </a:tc>
              </a:tr>
              <a:tr h="0">
                <a:tc>
                  <a:txBody>
                    <a:bodyPr anchor="t">
                      <a:noAutofit/>
                    </a:bodyPr>
                    <a:p>
                      <a:pPr defTabSz="343080">
                        <a:lnSpc>
                          <a:spcPct val="100000"/>
                        </a:lnSpc>
                        <a:tabLst>
                          <a:tab algn="l" pos="0"/>
                        </a:tabLst>
                      </a:pPr>
                      <a:r>
                        <a:rPr b="1" lang="en-US" sz="1350" spc="-1" strike="noStrike">
                          <a:solidFill>
                            <a:srgbClr val="000000"/>
                          </a:solidFill>
                          <a:latin typeface="Calibri"/>
                        </a:rPr>
                        <a:t>MCAR</a:t>
                      </a:r>
                      <a:endParaRPr b="0" lang="en-US" sz="135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8e7"/>
                    </a:solidFill>
                  </a:tcPr>
                </a:tc>
                <a:tc>
                  <a:txBody>
                    <a:bodyPr anchor="t">
                      <a:noAutofit/>
                    </a:bodyPr>
                    <a:p>
                      <a:pPr defTabSz="343080">
                        <a:lnSpc>
                          <a:spcPct val="100000"/>
                        </a:lnSpc>
                        <a:tabLst>
                          <a:tab algn="l" pos="0"/>
                        </a:tabLst>
                      </a:pPr>
                      <a:r>
                        <a:rPr b="0" lang="en-US" sz="1350" spc="-1" strike="noStrike">
                          <a:solidFill>
                            <a:srgbClr val="000000"/>
                          </a:solidFill>
                          <a:latin typeface="Calibri"/>
                        </a:rPr>
                        <a:t>Missing completely at random</a:t>
                      </a:r>
                      <a:endParaRPr b="0" lang="en-US" sz="135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8e7"/>
                    </a:solidFill>
                  </a:tcPr>
                </a:tc>
                <a:tc>
                  <a:txBody>
                    <a:bodyPr anchor="t">
                      <a:noAutofit/>
                    </a:bodyPr>
                    <a:p>
                      <a:pPr defTabSz="343080">
                        <a:lnSpc>
                          <a:spcPct val="100000"/>
                        </a:lnSpc>
                        <a:tabLst>
                          <a:tab algn="l" pos="0"/>
                        </a:tabLst>
                      </a:pPr>
                      <a:r>
                        <a:rPr b="0" lang="en-US" sz="1350" spc="-1" strike="noStrike">
                          <a:solidFill>
                            <a:srgbClr val="000000"/>
                          </a:solidFill>
                          <a:latin typeface="Calibri"/>
                        </a:rPr>
                        <a:t>Yes (lose power only)</a:t>
                      </a:r>
                      <a:endParaRPr b="0" lang="en-US" sz="135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8e7"/>
                    </a:solidFill>
                  </a:tcPr>
                </a:tc>
              </a:tr>
              <a:tr h="0">
                <a:tc>
                  <a:txBody>
                    <a:bodyPr anchor="t">
                      <a:noAutofit/>
                    </a:bodyPr>
                    <a:p>
                      <a:pPr defTabSz="343080">
                        <a:lnSpc>
                          <a:spcPct val="100000"/>
                        </a:lnSpc>
                        <a:tabLst>
                          <a:tab algn="l" pos="0"/>
                        </a:tabLst>
                      </a:pPr>
                      <a:r>
                        <a:rPr b="1" lang="en-US" sz="1350" spc="-1" strike="noStrike">
                          <a:solidFill>
                            <a:srgbClr val="000000"/>
                          </a:solidFill>
                          <a:latin typeface="Calibri"/>
                        </a:rPr>
                        <a:t>MAR</a:t>
                      </a:r>
                      <a:endParaRPr b="0" lang="en-US" sz="135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cf3"/>
                    </a:solidFill>
                  </a:tcPr>
                </a:tc>
                <a:tc>
                  <a:txBody>
                    <a:bodyPr anchor="t">
                      <a:noAutofit/>
                    </a:bodyPr>
                    <a:p>
                      <a:pPr defTabSz="343080">
                        <a:lnSpc>
                          <a:spcPct val="100000"/>
                        </a:lnSpc>
                        <a:tabLst>
                          <a:tab algn="l" pos="0"/>
                        </a:tabLst>
                      </a:pPr>
                      <a:r>
                        <a:rPr b="0" lang="en-US" sz="1350" spc="-1" strike="noStrike">
                          <a:solidFill>
                            <a:srgbClr val="000000"/>
                          </a:solidFill>
                          <a:latin typeface="Calibri"/>
                        </a:rPr>
                        <a:t>Missing depends on </a:t>
                      </a:r>
                      <a:r>
                        <a:rPr b="0" i="1" lang="en-US" sz="1350" spc="-1" strike="noStrike">
                          <a:solidFill>
                            <a:srgbClr val="000000"/>
                          </a:solidFill>
                          <a:latin typeface="Calibri"/>
                        </a:rPr>
                        <a:t>observed</a:t>
                      </a:r>
                      <a:r>
                        <a:rPr b="0" lang="en-US" sz="1350" spc="-1" strike="noStrike">
                          <a:solidFill>
                            <a:srgbClr val="000000"/>
                          </a:solidFill>
                          <a:latin typeface="Calibri"/>
                        </a:rPr>
                        <a:t> data</a:t>
                      </a:r>
                      <a:endParaRPr b="0" lang="en-US" sz="135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cf3"/>
                    </a:solidFill>
                  </a:tcPr>
                </a:tc>
                <a:tc>
                  <a:txBody>
                    <a:bodyPr anchor="t">
                      <a:noAutofit/>
                    </a:bodyPr>
                    <a:p>
                      <a:pPr defTabSz="343080">
                        <a:lnSpc>
                          <a:spcPct val="100000"/>
                        </a:lnSpc>
                        <a:tabLst>
                          <a:tab algn="l" pos="0"/>
                        </a:tabLst>
                      </a:pPr>
                      <a:r>
                        <a:rPr b="0" lang="en-US" sz="1350" spc="-1" strike="noStrike">
                          <a:solidFill>
                            <a:srgbClr val="000000"/>
                          </a:solidFill>
                          <a:latin typeface="Calibri"/>
                        </a:rPr>
                        <a:t>With correct modelling</a:t>
                      </a:r>
                      <a:endParaRPr b="0" lang="en-US" sz="135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cf3"/>
                    </a:solidFill>
                  </a:tcPr>
                </a:tc>
              </a:tr>
              <a:tr h="0">
                <a:tc>
                  <a:txBody>
                    <a:bodyPr anchor="t">
                      <a:noAutofit/>
                    </a:bodyPr>
                    <a:p>
                      <a:pPr defTabSz="343080">
                        <a:lnSpc>
                          <a:spcPct val="100000"/>
                        </a:lnSpc>
                        <a:tabLst>
                          <a:tab algn="l" pos="0"/>
                        </a:tabLst>
                      </a:pPr>
                      <a:r>
                        <a:rPr b="1" lang="en-US" sz="1350" spc="-1" strike="noStrike">
                          <a:solidFill>
                            <a:srgbClr val="000000"/>
                          </a:solidFill>
                          <a:latin typeface="Calibri"/>
                        </a:rPr>
                        <a:t>MNAR</a:t>
                      </a:r>
                      <a:endParaRPr b="0" lang="en-US" sz="135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8e7"/>
                    </a:solidFill>
                  </a:tcPr>
                </a:tc>
                <a:tc>
                  <a:txBody>
                    <a:bodyPr anchor="t">
                      <a:noAutofit/>
                    </a:bodyPr>
                    <a:p>
                      <a:pPr defTabSz="343080">
                        <a:lnSpc>
                          <a:spcPct val="100000"/>
                        </a:lnSpc>
                        <a:tabLst>
                          <a:tab algn="l" pos="0"/>
                        </a:tabLst>
                      </a:pPr>
                      <a:r>
                        <a:rPr b="0" lang="en-US" sz="1350" spc="-1" strike="noStrike">
                          <a:solidFill>
                            <a:srgbClr val="000000"/>
                          </a:solidFill>
                          <a:latin typeface="Calibri"/>
                        </a:rPr>
                        <a:t>Missing depends on the </a:t>
                      </a:r>
                      <a:r>
                        <a:rPr b="0" i="1" lang="en-US" sz="1350" spc="-1" strike="noStrike">
                          <a:solidFill>
                            <a:srgbClr val="000000"/>
                          </a:solidFill>
                          <a:latin typeface="Calibri"/>
                        </a:rPr>
                        <a:t>unobserved</a:t>
                      </a:r>
                      <a:r>
                        <a:rPr b="0" lang="en-US" sz="1350" spc="-1" strike="noStrike">
                          <a:solidFill>
                            <a:srgbClr val="000000"/>
                          </a:solidFill>
                          <a:latin typeface="Calibri"/>
                        </a:rPr>
                        <a:t> value</a:t>
                      </a:r>
                      <a:endParaRPr b="0" lang="en-US" sz="135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8e7"/>
                    </a:solidFill>
                  </a:tcPr>
                </a:tc>
                <a:tc>
                  <a:txBody>
                    <a:bodyPr anchor="t">
                      <a:noAutofit/>
                    </a:bodyPr>
                    <a:p>
                      <a:pPr defTabSz="343080">
                        <a:lnSpc>
                          <a:spcPct val="100000"/>
                        </a:lnSpc>
                        <a:tabLst>
                          <a:tab algn="l" pos="0"/>
                        </a:tabLst>
                      </a:pPr>
                      <a:r>
                        <a:rPr b="0" lang="en-US" sz="1350" spc="-1" strike="noStrike">
                          <a:solidFill>
                            <a:srgbClr val="000000"/>
                          </a:solidFill>
                          <a:latin typeface="Calibri"/>
                        </a:rPr>
                        <a:t>No — bias is unavoidable</a:t>
                      </a:r>
                      <a:endParaRPr b="0" lang="en-US" sz="135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8e7"/>
                    </a:solidFill>
                  </a:tcPr>
                </a:tc>
              </a:tr>
            </a:tbl>
          </a:graphicData>
        </a:graphic>
      </p:graphicFrame>
      <p:sp>
        <p:nvSpPr>
          <p:cNvPr id="103" name="Content Placeholder 1"/>
          <p:cNvSpPr txBox="1"/>
          <p:nvPr/>
        </p:nvSpPr>
        <p:spPr>
          <a:xfrm>
            <a:off x="457560" y="2743200"/>
            <a:ext cx="8229240" cy="1851120"/>
          </a:xfrm>
          <a:prstGeom prst="rect">
            <a:avLst/>
          </a:prstGeom>
          <a:noFill/>
          <a:ln w="0">
            <a:noFill/>
          </a:ln>
        </p:spPr>
        <p:txBody>
          <a:bodyPr anchor="t">
            <a:normAutofit fontScale="87465" lnSpcReduction="10000"/>
          </a:bodyPr>
          <a:p>
            <a:pPr marL="343080" indent="-343080" defTabSz="343080">
              <a:lnSpc>
                <a:spcPct val="100000"/>
              </a:lnSpc>
              <a:spcBef>
                <a:spcPts val="479"/>
              </a:spcBef>
              <a:buClr>
                <a:srgbClr val="000000"/>
              </a:buClr>
              <a:buFont typeface="Arial"/>
              <a:buChar char="•"/>
            </a:pPr>
            <a:r>
              <a:rPr b="0" lang="en-US" sz="2400" spc="-1" strike="noStrike">
                <a:solidFill>
                  <a:schemeClr val="dk1"/>
                </a:solidFill>
                <a:latin typeface="Calibri"/>
              </a:rPr>
              <a:t>Missingness is almost never random:</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pPr>
            <a:r>
              <a:rPr b="0" lang="en-US" sz="2400" spc="-1" strike="noStrike">
                <a:solidFill>
                  <a:schemeClr val="dk1"/>
                </a:solidFill>
                <a:latin typeface="Calibri"/>
              </a:rPr>
              <a:t>A test is measured </a:t>
            </a:r>
            <a:r>
              <a:rPr b="1" lang="en-US" sz="2400" spc="-1" strike="noStrike">
                <a:solidFill>
                  <a:schemeClr val="dk1"/>
                </a:solidFill>
                <a:latin typeface="Calibri"/>
              </a:rPr>
              <a:t>because</a:t>
            </a:r>
            <a:r>
              <a:rPr b="0" lang="en-US" sz="2400" spc="-1" strike="noStrike">
                <a:solidFill>
                  <a:schemeClr val="dk1"/>
                </a:solidFill>
                <a:latin typeface="Calibri"/>
              </a:rPr>
              <a:t> the clinician suspects a problem</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pPr>
            <a:r>
              <a:rPr b="0" lang="en-US" sz="2400" spc="-1" strike="noStrike">
                <a:solidFill>
                  <a:schemeClr val="dk1"/>
                </a:solidFill>
                <a:latin typeface="Calibri"/>
              </a:rPr>
              <a:t>A patient with no lab results is usually very healthy</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pPr>
            <a:r>
              <a:rPr b="0" lang="en-US" sz="2400" spc="-1" strike="noStrike">
                <a:solidFill>
                  <a:schemeClr val="dk1"/>
                </a:solidFill>
                <a:latin typeface="Calibri"/>
              </a:rPr>
              <a:t>The </a:t>
            </a:r>
            <a:r>
              <a:rPr b="0" i="1" lang="en-US" sz="2400" spc="-1" strike="noStrike">
                <a:solidFill>
                  <a:schemeClr val="dk1"/>
                </a:solidFill>
                <a:latin typeface="Calibri"/>
              </a:rPr>
              <a:t>absence</a:t>
            </a:r>
            <a:r>
              <a:rPr b="0" lang="en-US" sz="2400" spc="-1" strike="noStrike">
                <a:solidFill>
                  <a:schemeClr val="dk1"/>
                </a:solidFill>
                <a:latin typeface="Calibri"/>
              </a:rPr>
              <a:t> of a test can predict the outcome better than the test’s value</a:t>
            </a:r>
            <a:endParaRPr b="0" lang="en-US" sz="24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4"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Missingness</a:t>
            </a:r>
            <a:endParaRPr b="0" lang="en-US" sz="3300" spc="-1" strike="noStrike">
              <a:solidFill>
                <a:schemeClr val="dk1"/>
              </a:solidFill>
              <a:latin typeface="Calibri"/>
            </a:endParaRPr>
          </a:p>
        </p:txBody>
      </p:sp>
      <p:pic>
        <p:nvPicPr>
          <p:cNvPr id="105" name="Picture 1" descr="img/missingness.png"/>
          <p:cNvPicPr/>
          <p:nvPr/>
        </p:nvPicPr>
        <p:blipFill>
          <a:blip r:embed="rId1"/>
          <a:stretch/>
        </p:blipFill>
        <p:spPr>
          <a:xfrm>
            <a:off x="774720" y="1600200"/>
            <a:ext cx="7594200" cy="2984040"/>
          </a:xfrm>
          <a:prstGeom prst="rect">
            <a:avLst/>
          </a:prstGeom>
          <a:ln w="9525">
            <a:noFill/>
          </a:ln>
        </p:spPr>
      </p:pic>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6"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Class imbalance</a:t>
            </a:r>
            <a:endParaRPr b="0" lang="en-US" sz="3300" spc="-1" strike="noStrike">
              <a:solidFill>
                <a:schemeClr val="dk1"/>
              </a:solidFill>
              <a:latin typeface="Calibri"/>
            </a:endParaRPr>
          </a:p>
        </p:txBody>
      </p:sp>
      <p:sp>
        <p:nvSpPr>
          <p:cNvPr id="107" name="PlaceHolder 2"/>
          <p:cNvSpPr>
            <a:spLocks noGrp="1"/>
          </p:cNvSpPr>
          <p:nvPr>
            <p:ph/>
          </p:nvPr>
        </p:nvSpPr>
        <p:spPr>
          <a:xfrm>
            <a:off x="457200" y="1200240"/>
            <a:ext cx="8229240" cy="3394080"/>
          </a:xfrm>
          <a:prstGeom prst="rect">
            <a:avLst/>
          </a:prstGeom>
          <a:noFill/>
          <a:ln w="0">
            <a:noFill/>
          </a:ln>
        </p:spPr>
        <p:txBody>
          <a:bodyPr lIns="91440" rIns="91440" tIns="45720" bIns="45720" anchor="t">
            <a:normAutofit/>
          </a:bodyPr>
          <a:p>
            <a:pPr marL="343080" indent="-343080" defTabSz="343080">
              <a:lnSpc>
                <a:spcPct val="100000"/>
              </a:lnSpc>
              <a:spcBef>
                <a:spcPts val="479"/>
              </a:spcBef>
              <a:buClr>
                <a:srgbClr val="000000"/>
              </a:buClr>
              <a:buFont typeface="Arial"/>
              <a:buChar char="•"/>
            </a:pPr>
            <a:r>
              <a:rPr b="0" lang="en-US" sz="2400" spc="-1" strike="noStrike">
                <a:solidFill>
                  <a:schemeClr val="dk1"/>
                </a:solidFill>
                <a:latin typeface="Calibri"/>
              </a:rPr>
              <a:t>Rare disease screening: 1 in 10 000</a:t>
            </a:r>
            <a:endParaRPr b="0" lang="en-US" sz="2400" spc="-1" strike="noStrike">
              <a:solidFill>
                <a:schemeClr val="dk1"/>
              </a:solidFill>
              <a:latin typeface="Calibri"/>
            </a:endParaRPr>
          </a:p>
          <a:p>
            <a:pPr marL="343080" indent="0" defTabSz="343080">
              <a:lnSpc>
                <a:spcPct val="100000"/>
              </a:lnSpc>
              <a:spcBef>
                <a:spcPts val="420"/>
              </a:spcBef>
              <a:buNone/>
              <a:tabLst>
                <a:tab algn="l" pos="0"/>
              </a:tabLst>
            </a:pPr>
            <a:r>
              <a:rPr b="0" lang="en-US" sz="2100" spc="-1" strike="noStrike">
                <a:solidFill>
                  <a:schemeClr val="dk1"/>
                </a:solidFill>
                <a:latin typeface="Calibri"/>
              </a:rPr>
              <a:t>A model that predicts “no” always is 99.99% accurate</a:t>
            </a:r>
            <a:endParaRPr b="0" lang="en-US" sz="21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tabLst>
                <a:tab algn="l" pos="0"/>
              </a:tabLst>
            </a:pPr>
            <a:r>
              <a:rPr b="0" lang="en-US" sz="2400" spc="-1" strike="noStrike">
                <a:solidFill>
                  <a:schemeClr val="dk1"/>
                </a:solidFill>
                <a:latin typeface="Calibri"/>
              </a:rPr>
              <a:t>Blood types are not equally spread on the population</a:t>
            </a:r>
            <a:endParaRPr b="0" lang="en-US" sz="2400" spc="-1" strike="noStrike">
              <a:solidFill>
                <a:schemeClr val="dk1"/>
              </a:solidFill>
              <a:latin typeface="Calibri"/>
            </a:endParaRPr>
          </a:p>
          <a:p>
            <a:pPr marL="343080" indent="0" defTabSz="343080">
              <a:lnSpc>
                <a:spcPct val="100000"/>
              </a:lnSpc>
              <a:spcBef>
                <a:spcPts val="420"/>
              </a:spcBef>
              <a:buNone/>
              <a:tabLst>
                <a:tab algn="l" pos="0"/>
              </a:tabLst>
            </a:pPr>
            <a:r>
              <a:rPr b="0" lang="en-US" sz="2100" spc="-1" strike="noStrike">
                <a:solidFill>
                  <a:schemeClr val="dk1"/>
                </a:solidFill>
                <a:latin typeface="Calibri"/>
              </a:rPr>
              <a:t>The imbalance is changing according to the world regions</a:t>
            </a:r>
            <a:endParaRPr b="0" lang="en-US" sz="2100" spc="-1" strike="noStrike">
              <a:solidFill>
                <a:schemeClr val="dk1"/>
              </a:solidFill>
              <a:latin typeface="Calibri"/>
            </a:endParaRPr>
          </a:p>
          <a:p>
            <a:pPr marL="343080" indent="0" defTabSz="343080">
              <a:lnSpc>
                <a:spcPct val="100000"/>
              </a:lnSpc>
              <a:spcBef>
                <a:spcPts val="420"/>
              </a:spcBef>
              <a:buNone/>
              <a:tabLst>
                <a:tab algn="l" pos="0"/>
              </a:tabLst>
            </a:pPr>
            <a:r>
              <a:rPr b="0" lang="en-US" sz="2100" spc="-1" strike="noStrike">
                <a:solidFill>
                  <a:schemeClr val="dk1"/>
                </a:solidFill>
                <a:latin typeface="Calibri"/>
              </a:rPr>
              <a:t>=&gt; Can lead to distribution shift</a:t>
            </a:r>
            <a:endParaRPr b="0" lang="en-US" sz="21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8"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Class imbalance</a:t>
            </a:r>
            <a:endParaRPr b="0" lang="en-US" sz="3300" spc="-1" strike="noStrike">
              <a:solidFill>
                <a:schemeClr val="dk1"/>
              </a:solidFill>
              <a:latin typeface="Calibri"/>
            </a:endParaRPr>
          </a:p>
        </p:txBody>
      </p:sp>
      <p:pic>
        <p:nvPicPr>
          <p:cNvPr id="109" name="Picture 1" descr="img/imbalance.png"/>
          <p:cNvPicPr/>
          <p:nvPr/>
        </p:nvPicPr>
        <p:blipFill>
          <a:blip r:embed="rId1"/>
          <a:stretch/>
        </p:blipFill>
        <p:spPr>
          <a:xfrm>
            <a:off x="520560" y="1193760"/>
            <a:ext cx="8089560" cy="3390480"/>
          </a:xfrm>
          <a:prstGeom prst="rect">
            <a:avLst/>
          </a:prstGeom>
          <a:ln w="9525">
            <a:noFill/>
          </a:ln>
        </p:spPr>
      </p:pic>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0"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Distribution shift</a:t>
            </a:r>
            <a:endParaRPr b="0" lang="en-US" sz="3300" spc="-1" strike="noStrike">
              <a:solidFill>
                <a:schemeClr val="dk1"/>
              </a:solidFill>
              <a:latin typeface="Calibri"/>
            </a:endParaRPr>
          </a:p>
        </p:txBody>
      </p:sp>
      <p:sp>
        <p:nvSpPr>
          <p:cNvPr id="111" name="PlaceHolder 2"/>
          <p:cNvSpPr>
            <a:spLocks noGrp="1"/>
          </p:cNvSpPr>
          <p:nvPr>
            <p:ph/>
          </p:nvPr>
        </p:nvSpPr>
        <p:spPr>
          <a:xfrm>
            <a:off x="457200" y="1200240"/>
            <a:ext cx="8229240" cy="3394080"/>
          </a:xfrm>
          <a:prstGeom prst="rect">
            <a:avLst/>
          </a:prstGeom>
          <a:noFill/>
          <a:ln w="0">
            <a:noFill/>
          </a:ln>
        </p:spPr>
        <p:txBody>
          <a:bodyPr lIns="91440" rIns="91440" tIns="45720" bIns="45720" anchor="t">
            <a:normAutofit/>
          </a:bodyPr>
          <a:p>
            <a:pPr indent="0" defTabSz="343080">
              <a:lnSpc>
                <a:spcPct val="100000"/>
              </a:lnSpc>
              <a:spcBef>
                <a:spcPts val="479"/>
              </a:spcBef>
              <a:buNone/>
              <a:tabLst>
                <a:tab algn="l" pos="0"/>
              </a:tabLst>
            </a:pPr>
            <a:r>
              <a:rPr b="0" lang="en-US" sz="2400" spc="-1" strike="noStrike">
                <a:solidFill>
                  <a:schemeClr val="dk1"/>
                </a:solidFill>
                <a:latin typeface="Calibri"/>
              </a:rPr>
              <a:t>Your model is trained on one slice of the world, then deployed in another:</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tabLst>
                <a:tab algn="l" pos="0"/>
              </a:tabLst>
            </a:pPr>
            <a:r>
              <a:rPr b="1" lang="en-US" sz="2400" spc="-1" strike="noStrike">
                <a:solidFill>
                  <a:schemeClr val="dk1"/>
                </a:solidFill>
                <a:latin typeface="Calibri"/>
              </a:rPr>
              <a:t>Covariate shift:</a:t>
            </a:r>
            <a:r>
              <a:rPr b="0" lang="en-US" sz="2400" spc="-1" strike="noStrike">
                <a:solidFill>
                  <a:schemeClr val="dk1"/>
                </a:solidFill>
                <a:latin typeface="Calibri"/>
              </a:rPr>
              <a:t> P(X) changes: new hospital, new scanner, new population</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tabLst>
                <a:tab algn="l" pos="0"/>
              </a:tabLst>
            </a:pPr>
            <a:r>
              <a:rPr b="1" lang="en-US" sz="2400" spc="-1" strike="noStrike">
                <a:solidFill>
                  <a:schemeClr val="dk1"/>
                </a:solidFill>
                <a:latin typeface="Calibri"/>
              </a:rPr>
              <a:t>Label shift:</a:t>
            </a:r>
            <a:r>
              <a:rPr b="0" lang="en-US" sz="2400" spc="-1" strike="noStrike">
                <a:solidFill>
                  <a:schemeClr val="dk1"/>
                </a:solidFill>
                <a:latin typeface="Calibri"/>
              </a:rPr>
              <a:t> P(Y) changes: a new variant, a new season</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tabLst>
                <a:tab algn="l" pos="0"/>
              </a:tabLst>
            </a:pPr>
            <a:r>
              <a:rPr b="1" lang="en-US" sz="2400" spc="-1" strike="noStrike">
                <a:solidFill>
                  <a:schemeClr val="dk1"/>
                </a:solidFill>
                <a:latin typeface="Calibri"/>
              </a:rPr>
              <a:t>Concept drift:</a:t>
            </a:r>
            <a:r>
              <a:rPr b="0" lang="en-US" sz="2400" spc="-1" strike="noStrike">
                <a:solidFill>
                  <a:schemeClr val="dk1"/>
                </a:solidFill>
                <a:latin typeface="Calibri"/>
              </a:rPr>
              <a:t> P(Y | X) changes: treatment guidelines are updated</a:t>
            </a:r>
            <a:endParaRPr b="0" lang="en-US" sz="24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2"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Distribution shift</a:t>
            </a:r>
            <a:endParaRPr b="0" lang="en-US" sz="3300" spc="-1" strike="noStrike">
              <a:solidFill>
                <a:schemeClr val="dk1"/>
              </a:solidFill>
              <a:latin typeface="Calibri"/>
            </a:endParaRPr>
          </a:p>
        </p:txBody>
      </p:sp>
      <p:pic>
        <p:nvPicPr>
          <p:cNvPr id="113" name="Picture 1" descr="img/shift.png"/>
          <p:cNvPicPr/>
          <p:nvPr/>
        </p:nvPicPr>
        <p:blipFill>
          <a:blip r:embed="rId1"/>
          <a:stretch/>
        </p:blipFill>
        <p:spPr>
          <a:xfrm>
            <a:off x="711360" y="1193760"/>
            <a:ext cx="7733880" cy="3390480"/>
          </a:xfrm>
          <a:prstGeom prst="rect">
            <a:avLst/>
          </a:prstGeom>
          <a:ln w="9525">
            <a:noFill/>
          </a:ln>
        </p:spPr>
      </p:pic>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4"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Shortcuts</a:t>
            </a:r>
            <a:endParaRPr b="0" lang="en-US" sz="3300" spc="-1" strike="noStrike">
              <a:solidFill>
                <a:schemeClr val="dk1"/>
              </a:solidFill>
              <a:latin typeface="Calibri"/>
            </a:endParaRPr>
          </a:p>
        </p:txBody>
      </p:sp>
      <p:sp>
        <p:nvSpPr>
          <p:cNvPr id="115" name="PlaceHolder 2"/>
          <p:cNvSpPr>
            <a:spLocks noGrp="1"/>
          </p:cNvSpPr>
          <p:nvPr>
            <p:ph/>
          </p:nvPr>
        </p:nvSpPr>
        <p:spPr>
          <a:xfrm>
            <a:off x="457200" y="1200240"/>
            <a:ext cx="8229240" cy="3394080"/>
          </a:xfrm>
          <a:prstGeom prst="rect">
            <a:avLst/>
          </a:prstGeom>
          <a:noFill/>
          <a:ln w="0">
            <a:noFill/>
          </a:ln>
        </p:spPr>
        <p:txBody>
          <a:bodyPr lIns="91440" rIns="91440" tIns="45720" bIns="45720" anchor="t">
            <a:normAutofit/>
          </a:bodyPr>
          <a:p>
            <a:pPr indent="0" defTabSz="343080">
              <a:lnSpc>
                <a:spcPct val="100000"/>
              </a:lnSpc>
              <a:spcBef>
                <a:spcPts val="479"/>
              </a:spcBef>
              <a:buNone/>
              <a:tabLst>
                <a:tab algn="l" pos="0"/>
              </a:tabLst>
            </a:pPr>
            <a:r>
              <a:rPr b="0" lang="en-US" sz="2400" spc="-1" strike="noStrike">
                <a:solidFill>
                  <a:schemeClr val="dk1"/>
                </a:solidFill>
                <a:latin typeface="Calibri"/>
              </a:rPr>
              <a:t>Models learn whatever correlates with y in </a:t>
            </a:r>
            <a:r>
              <a:rPr b="0" i="1" lang="en-US" sz="2400" spc="-1" strike="noStrike">
                <a:solidFill>
                  <a:schemeClr val="dk1"/>
                </a:solidFill>
                <a:latin typeface="Calibri"/>
              </a:rPr>
              <a:t>the</a:t>
            </a:r>
            <a:r>
              <a:rPr b="0" lang="en-US" sz="2400" spc="-1" strike="noStrike">
                <a:solidFill>
                  <a:schemeClr val="dk1"/>
                </a:solidFill>
                <a:latin typeface="Calibri"/>
              </a:rPr>
              <a:t> data.</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tabLst>
                <a:tab algn="l" pos="0"/>
              </a:tabLst>
            </a:pPr>
            <a:r>
              <a:rPr b="0" lang="en-US" sz="2400" spc="-1" strike="noStrike">
                <a:solidFill>
                  <a:schemeClr val="dk1"/>
                </a:solidFill>
                <a:latin typeface="Calibri"/>
              </a:rPr>
              <a:t>Pneumonia detectors that learned the </a:t>
            </a:r>
            <a:r>
              <a:rPr b="1" lang="en-US" sz="2400" spc="-1" strike="noStrike">
                <a:solidFill>
                  <a:schemeClr val="dk1"/>
                </a:solidFill>
                <a:latin typeface="Calibri"/>
              </a:rPr>
              <a:t>portable X-ray marker</a:t>
            </a:r>
            <a:r>
              <a:rPr b="0" lang="en-US" sz="2400" spc="-1" strike="noStrike">
                <a:solidFill>
                  <a:schemeClr val="dk1"/>
                </a:solidFill>
                <a:latin typeface="Calibri"/>
              </a:rPr>
              <a:t> (sicker patients get bedside imaging)</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tabLst>
                <a:tab algn="l" pos="0"/>
              </a:tabLst>
            </a:pPr>
            <a:r>
              <a:rPr b="0" lang="en-US" sz="2400" spc="-1" strike="noStrike">
                <a:solidFill>
                  <a:schemeClr val="dk1"/>
                </a:solidFill>
                <a:latin typeface="Calibri"/>
              </a:rPr>
              <a:t>Skin lesion classifiers that learned the </a:t>
            </a:r>
            <a:r>
              <a:rPr b="1" lang="en-US" sz="2400" spc="-1" strike="noStrike">
                <a:solidFill>
                  <a:schemeClr val="dk1"/>
                </a:solidFill>
                <a:latin typeface="Calibri"/>
              </a:rPr>
              <a:t>surgical ruler</a:t>
            </a:r>
            <a:r>
              <a:rPr b="0" lang="en-US" sz="2400" spc="-1" strike="noStrike">
                <a:solidFill>
                  <a:schemeClr val="dk1"/>
                </a:solidFill>
                <a:latin typeface="Calibri"/>
              </a:rPr>
              <a:t> placed next to malignant lesions</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tabLst>
                <a:tab algn="l" pos="0"/>
              </a:tabLst>
            </a:pPr>
            <a:r>
              <a:rPr b="0" lang="en-US" sz="2400" spc="-1" strike="noStrike">
                <a:solidFill>
                  <a:schemeClr val="dk1"/>
                </a:solidFill>
                <a:latin typeface="Calibri"/>
              </a:rPr>
              <a:t>Portrait to age models looking at </a:t>
            </a:r>
            <a:r>
              <a:rPr b="1" lang="en-US" sz="2400" spc="-1" strike="noStrike">
                <a:solidFill>
                  <a:schemeClr val="dk1"/>
                </a:solidFill>
                <a:latin typeface="Calibri"/>
              </a:rPr>
              <a:t>ears size</a:t>
            </a:r>
            <a:endParaRPr b="0" lang="en-US" sz="24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6"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Shortcuts: what the model actually learned</a:t>
            </a:r>
            <a:endParaRPr b="0" lang="en-US" sz="3300" spc="-1" strike="noStrike">
              <a:solidFill>
                <a:schemeClr val="dk1"/>
              </a:solidFill>
              <a:latin typeface="Calibri"/>
            </a:endParaRPr>
          </a:p>
        </p:txBody>
      </p:sp>
      <p:pic>
        <p:nvPicPr>
          <p:cNvPr id="117" name="Picture 1" descr="img/shortcut.png"/>
          <p:cNvPicPr/>
          <p:nvPr/>
        </p:nvPicPr>
        <p:blipFill>
          <a:blip r:embed="rId1"/>
          <a:stretch/>
        </p:blipFill>
        <p:spPr>
          <a:xfrm>
            <a:off x="673200" y="1193760"/>
            <a:ext cx="7797600" cy="3390480"/>
          </a:xfrm>
          <a:prstGeom prst="rect">
            <a:avLst/>
          </a:prstGeom>
          <a:ln w="9525">
            <a:noFill/>
          </a:ln>
        </p:spPr>
      </p:pic>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8"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Leakage</a:t>
            </a:r>
            <a:endParaRPr b="0" lang="en-US" sz="3300" spc="-1" strike="noStrike">
              <a:solidFill>
                <a:schemeClr val="dk1"/>
              </a:solidFill>
              <a:latin typeface="Calibri"/>
            </a:endParaRPr>
          </a:p>
        </p:txBody>
      </p:sp>
      <p:sp>
        <p:nvSpPr>
          <p:cNvPr id="119" name="PlaceHolder 2"/>
          <p:cNvSpPr>
            <a:spLocks noGrp="1"/>
          </p:cNvSpPr>
          <p:nvPr>
            <p:ph/>
          </p:nvPr>
        </p:nvSpPr>
        <p:spPr>
          <a:xfrm>
            <a:off x="457200" y="1200240"/>
            <a:ext cx="8229240" cy="3394080"/>
          </a:xfrm>
          <a:prstGeom prst="rect">
            <a:avLst/>
          </a:prstGeom>
          <a:noFill/>
          <a:ln w="0">
            <a:noFill/>
          </a:ln>
        </p:spPr>
        <p:txBody>
          <a:bodyPr lIns="91440" rIns="91440" tIns="45720" bIns="45720" anchor="t">
            <a:normAutofit/>
          </a:bodyPr>
          <a:p>
            <a:pPr indent="0" defTabSz="343080">
              <a:lnSpc>
                <a:spcPct val="100000"/>
              </a:lnSpc>
              <a:spcBef>
                <a:spcPts val="479"/>
              </a:spcBef>
              <a:buNone/>
              <a:tabLst>
                <a:tab algn="l" pos="0"/>
              </a:tabLst>
            </a:pPr>
            <a:r>
              <a:rPr b="0" lang="en-US" sz="2400" spc="-1" strike="noStrike">
                <a:solidFill>
                  <a:schemeClr val="dk1"/>
                </a:solidFill>
                <a:latin typeface="Calibri"/>
              </a:rPr>
              <a:t>Information at training time that will not exist at prediction time.</a:t>
            </a:r>
            <a:endParaRPr b="0" lang="en-US" sz="2400" spc="-1" strike="noStrike">
              <a:solidFill>
                <a:schemeClr val="dk1"/>
              </a:solidFill>
              <a:latin typeface="Calibri"/>
            </a:endParaRPr>
          </a:p>
          <a:p>
            <a:pPr indent="0" defTabSz="343080">
              <a:lnSpc>
                <a:spcPct val="100000"/>
              </a:lnSpc>
              <a:spcBef>
                <a:spcPts val="479"/>
              </a:spcBef>
              <a:buNone/>
              <a:tabLst>
                <a:tab algn="l" pos="0"/>
              </a:tabLst>
            </a:pPr>
            <a:r>
              <a:rPr b="0" lang="en-US" sz="2400" spc="-1" strike="noStrike">
                <a:solidFill>
                  <a:schemeClr val="dk1"/>
                </a:solidFill>
                <a:latin typeface="Calibri"/>
              </a:rPr>
              <a:t>Typically:</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tabLst>
                <a:tab algn="l" pos="0"/>
              </a:tabLst>
            </a:pPr>
            <a:r>
              <a:rPr b="0" lang="en-US" sz="2400" spc="-1" strike="noStrike">
                <a:solidFill>
                  <a:schemeClr val="dk1"/>
                </a:solidFill>
                <a:latin typeface="Calibri"/>
              </a:rPr>
              <a:t>The same patient in both train and test (e.g. duplicated)</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tabLst>
                <a:tab algn="l" pos="0"/>
              </a:tabLst>
            </a:pPr>
            <a:r>
              <a:rPr b="0" lang="en-US" sz="2400" spc="-1" strike="noStrike">
                <a:solidFill>
                  <a:schemeClr val="dk1"/>
                </a:solidFill>
                <a:latin typeface="Calibri"/>
              </a:rPr>
              <a:t>Feature that is a deterministic function of the outcome (e.g. </a:t>
            </a:r>
            <a:r>
              <a:rPr b="0" lang="en-US" sz="2400" spc="-1" strike="noStrike">
                <a:solidFill>
                  <a:schemeClr val="dk1"/>
                </a:solidFill>
                <a:latin typeface="Courier New"/>
              </a:rPr>
              <a:t>discharge_location == 'DIED'</a:t>
            </a:r>
            <a:r>
              <a:rPr b="0" lang="en-US" sz="2400" spc="-1" strike="noStrike">
                <a:solidFill>
                  <a:schemeClr val="dk1"/>
                </a:solidFill>
                <a:latin typeface="Calibri"/>
              </a:rPr>
              <a:t>)</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tabLst>
                <a:tab algn="l" pos="0"/>
              </a:tabLst>
            </a:pPr>
            <a:r>
              <a:rPr b="0" lang="en-US" sz="2400" spc="-1" strike="noStrike">
                <a:solidFill>
                  <a:schemeClr val="dk1"/>
                </a:solidFill>
                <a:latin typeface="Calibri"/>
              </a:rPr>
              <a:t>Bug in the train/test split</a:t>
            </a:r>
            <a:endParaRPr b="0" lang="en-US" sz="24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0"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Leakage: the split that lies to you</a:t>
            </a:r>
            <a:endParaRPr b="0" lang="en-US" sz="3300" spc="-1" strike="noStrike">
              <a:solidFill>
                <a:schemeClr val="dk1"/>
              </a:solidFill>
              <a:latin typeface="Calibri"/>
            </a:endParaRPr>
          </a:p>
        </p:txBody>
      </p:sp>
      <p:sp>
        <p:nvSpPr>
          <p:cNvPr id="121" name="PlaceHolder 2"/>
          <p:cNvSpPr>
            <a:spLocks noGrp="1"/>
          </p:cNvSpPr>
          <p:nvPr>
            <p:ph/>
          </p:nvPr>
        </p:nvSpPr>
        <p:spPr>
          <a:xfrm>
            <a:off x="457200" y="1200240"/>
            <a:ext cx="8229240" cy="3394080"/>
          </a:xfrm>
          <a:prstGeom prst="rect">
            <a:avLst/>
          </a:prstGeom>
          <a:noFill/>
          <a:ln w="0">
            <a:noFill/>
          </a:ln>
        </p:spPr>
        <p:txBody>
          <a:bodyPr lIns="91440" rIns="91440" tIns="45720" bIns="45720" anchor="t">
            <a:normAutofit fontScale="81218"/>
          </a:bodyPr>
          <a:p>
            <a:pPr marL="343080" indent="0" defTabSz="343080">
              <a:lnSpc>
                <a:spcPct val="100000"/>
              </a:lnSpc>
              <a:spcBef>
                <a:spcPts val="479"/>
              </a:spcBef>
              <a:buNone/>
              <a:tabLst>
                <a:tab algn="l" pos="0"/>
              </a:tabLst>
            </a:pPr>
            <a:r>
              <a:rPr b="0" i="1" lang="en-US" sz="2400" spc="-1" strike="noStrike">
                <a:solidFill>
                  <a:srgbClr val="60a0b0"/>
                </a:solidFill>
                <a:latin typeface="Courier New"/>
              </a:rPr>
              <a:t># WRONG - scaler already saw the test set</a:t>
            </a:r>
            <a:br>
              <a:rPr sz="2400"/>
            </a:br>
            <a:r>
              <a:rPr b="0" lang="en-US" sz="2400" spc="-1" strike="noStrike">
                <a:solidFill>
                  <a:schemeClr val="dk1"/>
                </a:solidFill>
                <a:latin typeface="Courier New"/>
              </a:rPr>
              <a:t>X </a:t>
            </a:r>
            <a:r>
              <a:rPr b="0" lang="en-US" sz="2400" spc="-1" strike="noStrike">
                <a:solidFill>
                  <a:srgbClr val="666666"/>
                </a:solidFill>
                <a:latin typeface="Courier New"/>
              </a:rPr>
              <a:t>=</a:t>
            </a:r>
            <a:r>
              <a:rPr b="0" lang="en-US" sz="2400" spc="-1" strike="noStrike">
                <a:solidFill>
                  <a:schemeClr val="dk1"/>
                </a:solidFill>
                <a:latin typeface="Courier New"/>
              </a:rPr>
              <a:t> StandardScaler().fit_transform(X)</a:t>
            </a:r>
            <a:br>
              <a:rPr sz="2400"/>
            </a:br>
            <a:r>
              <a:rPr b="0" lang="en-US" sz="2400" spc="-1" strike="noStrike">
                <a:solidFill>
                  <a:schemeClr val="dk1"/>
                </a:solidFill>
                <a:latin typeface="Courier New"/>
              </a:rPr>
              <a:t>X_tr, X_te </a:t>
            </a:r>
            <a:r>
              <a:rPr b="0" lang="en-US" sz="2400" spc="-1" strike="noStrike">
                <a:solidFill>
                  <a:srgbClr val="666666"/>
                </a:solidFill>
                <a:latin typeface="Courier New"/>
              </a:rPr>
              <a:t>=</a:t>
            </a:r>
            <a:r>
              <a:rPr b="0" lang="en-US" sz="2400" spc="-1" strike="noStrike">
                <a:solidFill>
                  <a:schemeClr val="dk1"/>
                </a:solidFill>
                <a:latin typeface="Courier New"/>
              </a:rPr>
              <a:t> train_test_split(X, test_size</a:t>
            </a:r>
            <a:r>
              <a:rPr b="0" lang="en-US" sz="2400" spc="-1" strike="noStrike">
                <a:solidFill>
                  <a:srgbClr val="666666"/>
                </a:solidFill>
                <a:latin typeface="Courier New"/>
              </a:rPr>
              <a:t>=</a:t>
            </a:r>
            <a:r>
              <a:rPr b="0" lang="en-US" sz="2400" spc="-1" strike="noStrike">
                <a:solidFill>
                  <a:srgbClr val="40a070"/>
                </a:solidFill>
                <a:latin typeface="Courier New"/>
              </a:rPr>
              <a:t>.2</a:t>
            </a:r>
            <a:r>
              <a:rPr b="0" lang="en-US" sz="2400" spc="-1" strike="noStrike">
                <a:solidFill>
                  <a:schemeClr val="dk1"/>
                </a:solidFill>
                <a:latin typeface="Courier New"/>
              </a:rPr>
              <a:t>)</a:t>
            </a:r>
            <a:br>
              <a:rPr sz="2400"/>
            </a:br>
            <a:br>
              <a:rPr sz="2400"/>
            </a:br>
            <a:r>
              <a:rPr b="0" i="1" lang="en-US" sz="2400" spc="-1" strike="noStrike">
                <a:solidFill>
                  <a:srgbClr val="60a0b0"/>
                </a:solidFill>
                <a:latin typeface="Courier New"/>
              </a:rPr>
              <a:t># WRONG - one patient, rows in both halves</a:t>
            </a:r>
            <a:br>
              <a:rPr sz="2400"/>
            </a:br>
            <a:r>
              <a:rPr b="0" lang="en-US" sz="2400" spc="-1" strike="noStrike">
                <a:solidFill>
                  <a:schemeClr val="dk1"/>
                </a:solidFill>
                <a:latin typeface="Courier New"/>
              </a:rPr>
              <a:t>train_test_split(df, test_size</a:t>
            </a:r>
            <a:r>
              <a:rPr b="0" lang="en-US" sz="2400" spc="-1" strike="noStrike">
                <a:solidFill>
                  <a:srgbClr val="666666"/>
                </a:solidFill>
                <a:latin typeface="Courier New"/>
              </a:rPr>
              <a:t>=</a:t>
            </a:r>
            <a:r>
              <a:rPr b="0" lang="en-US" sz="2400" spc="-1" strike="noStrike">
                <a:solidFill>
                  <a:srgbClr val="40a070"/>
                </a:solidFill>
                <a:latin typeface="Courier New"/>
              </a:rPr>
              <a:t>.2</a:t>
            </a:r>
            <a:r>
              <a:rPr b="0" lang="en-US" sz="2400" spc="-1" strike="noStrike">
                <a:solidFill>
                  <a:schemeClr val="dk1"/>
                </a:solidFill>
                <a:latin typeface="Courier New"/>
              </a:rPr>
              <a:t>)</a:t>
            </a:r>
            <a:br>
              <a:rPr sz="2400"/>
            </a:br>
            <a:br>
              <a:rPr sz="2400"/>
            </a:br>
            <a:r>
              <a:rPr b="0" i="1" lang="en-US" sz="2400" spc="-1" strike="noStrike">
                <a:solidFill>
                  <a:srgbClr val="60a0b0"/>
                </a:solidFill>
                <a:latin typeface="Courier New"/>
              </a:rPr>
              <a:t># RIGHT - split by patient, fit on train</a:t>
            </a:r>
            <a:br>
              <a:rPr sz="2400"/>
            </a:br>
            <a:r>
              <a:rPr b="0" lang="en-US" sz="2400" spc="-1" strike="noStrike">
                <a:solidFill>
                  <a:schemeClr val="dk1"/>
                </a:solidFill>
                <a:latin typeface="Courier New"/>
              </a:rPr>
              <a:t>tr, te </a:t>
            </a:r>
            <a:r>
              <a:rPr b="0" lang="en-US" sz="2400" spc="-1" strike="noStrike">
                <a:solidFill>
                  <a:srgbClr val="666666"/>
                </a:solidFill>
                <a:latin typeface="Courier New"/>
              </a:rPr>
              <a:t>=</a:t>
            </a:r>
            <a:r>
              <a:rPr b="0" lang="en-US" sz="2400" spc="-1" strike="noStrike">
                <a:solidFill>
                  <a:schemeClr val="dk1"/>
                </a:solidFill>
                <a:latin typeface="Courier New"/>
              </a:rPr>
              <a:t> </a:t>
            </a:r>
            <a:r>
              <a:rPr b="0" lang="en-US" sz="2400" spc="-1" strike="noStrike">
                <a:solidFill>
                  <a:srgbClr val="008000"/>
                </a:solidFill>
                <a:latin typeface="Courier New"/>
              </a:rPr>
              <a:t>next</a:t>
            </a:r>
            <a:r>
              <a:rPr b="0" lang="en-US" sz="2400" spc="-1" strike="noStrike">
                <a:solidFill>
                  <a:schemeClr val="dk1"/>
                </a:solidFill>
                <a:latin typeface="Courier New"/>
              </a:rPr>
              <a:t>(GroupShuffleSplit(test_size</a:t>
            </a:r>
            <a:r>
              <a:rPr b="0" lang="en-US" sz="2400" spc="-1" strike="noStrike">
                <a:solidFill>
                  <a:srgbClr val="666666"/>
                </a:solidFill>
                <a:latin typeface="Courier New"/>
              </a:rPr>
              <a:t>=</a:t>
            </a:r>
            <a:r>
              <a:rPr b="0" lang="en-US" sz="2400" spc="-1" strike="noStrike">
                <a:solidFill>
                  <a:srgbClr val="40a070"/>
                </a:solidFill>
                <a:latin typeface="Courier New"/>
              </a:rPr>
              <a:t>.2</a:t>
            </a:r>
            <a:r>
              <a:rPr b="0" lang="en-US" sz="2400" spc="-1" strike="noStrike">
                <a:solidFill>
                  <a:schemeClr val="dk1"/>
                </a:solidFill>
                <a:latin typeface="Courier New"/>
              </a:rPr>
              <a:t>)</a:t>
            </a:r>
            <a:br>
              <a:rPr sz="2400"/>
            </a:br>
            <a:r>
              <a:rPr b="0" lang="en-US" sz="2400" spc="-1" strike="noStrike">
                <a:solidFill>
                  <a:schemeClr val="dk1"/>
                </a:solidFill>
                <a:latin typeface="Courier New"/>
              </a:rPr>
              <a:t>    .split(df, groups</a:t>
            </a:r>
            <a:r>
              <a:rPr b="0" lang="en-US" sz="2400" spc="-1" strike="noStrike">
                <a:solidFill>
                  <a:srgbClr val="666666"/>
                </a:solidFill>
                <a:latin typeface="Courier New"/>
              </a:rPr>
              <a:t>=</a:t>
            </a:r>
            <a:r>
              <a:rPr b="0" lang="en-US" sz="2400" spc="-1" strike="noStrike">
                <a:solidFill>
                  <a:schemeClr val="dk1"/>
                </a:solidFill>
                <a:latin typeface="Courier New"/>
              </a:rPr>
              <a:t>df.subject_id))</a:t>
            </a:r>
            <a:br>
              <a:rPr sz="2400"/>
            </a:br>
            <a:r>
              <a:rPr b="0" lang="en-US" sz="2400" spc="-1" strike="noStrike">
                <a:solidFill>
                  <a:schemeClr val="dk1"/>
                </a:solidFill>
                <a:latin typeface="Courier New"/>
              </a:rPr>
              <a:t>scaler </a:t>
            </a:r>
            <a:r>
              <a:rPr b="0" lang="en-US" sz="2400" spc="-1" strike="noStrike">
                <a:solidFill>
                  <a:srgbClr val="666666"/>
                </a:solidFill>
                <a:latin typeface="Courier New"/>
              </a:rPr>
              <a:t>=</a:t>
            </a:r>
            <a:r>
              <a:rPr b="0" lang="en-US" sz="2400" spc="-1" strike="noStrike">
                <a:solidFill>
                  <a:schemeClr val="dk1"/>
                </a:solidFill>
                <a:latin typeface="Courier New"/>
              </a:rPr>
              <a:t> StandardScaler().fit(X[tr])</a:t>
            </a:r>
            <a:endParaRPr b="0" lang="en-US" sz="24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2" name="PlaceHolder 1"/>
          <p:cNvSpPr>
            <a:spLocks noGrp="1"/>
          </p:cNvSpPr>
          <p:nvPr>
            <p:ph type="title"/>
          </p:nvPr>
        </p:nvSpPr>
        <p:spPr>
          <a:xfrm>
            <a:off x="722160" y="3305160"/>
            <a:ext cx="7772040" cy="1021320"/>
          </a:xfrm>
          <a:prstGeom prst="rect">
            <a:avLst/>
          </a:prstGeom>
          <a:noFill/>
          <a:ln w="0">
            <a:noFill/>
          </a:ln>
        </p:spPr>
        <p:txBody>
          <a:bodyPr lIns="91440" rIns="91440" tIns="45720" bIns="45720" anchor="t">
            <a:normAutofit/>
          </a:bodyPr>
          <a:p>
            <a:pPr indent="0" defTabSz="343080">
              <a:lnSpc>
                <a:spcPct val="100000"/>
              </a:lnSpc>
              <a:buNone/>
              <a:tabLst>
                <a:tab algn="l" pos="0"/>
              </a:tabLst>
            </a:pPr>
            <a:r>
              <a:rPr b="1" lang="en-US" sz="3000" spc="-1" strike="noStrike" cap="all">
                <a:solidFill>
                  <a:schemeClr val="dk1"/>
                </a:solidFill>
                <a:latin typeface="Calibri"/>
              </a:rPr>
              <a:t>2. Data types and example</a:t>
            </a:r>
            <a:endParaRPr b="0" lang="en-US" sz="30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3"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Tabular: one row per unit </a:t>
            </a:r>
            <a:r>
              <a:rPr b="0" lang="en-US" sz="3300" spc="-1" strike="noStrike">
                <a:solidFill>
                  <a:schemeClr val="dk1"/>
                </a:solidFill>
                <a:latin typeface="Courier New"/>
              </a:rPr>
              <a:t>n × p</a:t>
            </a:r>
            <a:endParaRPr b="0" lang="en-US" sz="3300" spc="-1" strike="noStrike">
              <a:solidFill>
                <a:schemeClr val="dk1"/>
              </a:solidFill>
              <a:latin typeface="Calibri"/>
            </a:endParaRPr>
          </a:p>
        </p:txBody>
      </p:sp>
      <p:sp>
        <p:nvSpPr>
          <p:cNvPr id="124" name="PlaceHolder 2"/>
          <p:cNvSpPr>
            <a:spLocks noGrp="1"/>
          </p:cNvSpPr>
          <p:nvPr>
            <p:ph/>
          </p:nvPr>
        </p:nvSpPr>
        <p:spPr>
          <a:xfrm>
            <a:off x="457200" y="1151280"/>
            <a:ext cx="4039920" cy="479520"/>
          </a:xfrm>
          <a:prstGeom prst="rect">
            <a:avLst/>
          </a:prstGeom>
          <a:noFill/>
          <a:ln w="0">
            <a:noFill/>
          </a:ln>
        </p:spPr>
        <p:txBody>
          <a:bodyPr lIns="91440" rIns="91440" tIns="45720" bIns="45720" anchor="b">
            <a:normAutofit/>
          </a:bodyPr>
          <a:p>
            <a:pPr indent="0" defTabSz="343080">
              <a:lnSpc>
                <a:spcPct val="100000"/>
              </a:lnSpc>
              <a:spcBef>
                <a:spcPts val="360"/>
              </a:spcBef>
              <a:buNone/>
              <a:tabLst>
                <a:tab algn="l" pos="0"/>
              </a:tabLst>
            </a:pPr>
            <a:r>
              <a:rPr b="1" lang="en-US" sz="1800" spc="-1" strike="noStrike">
                <a:solidFill>
                  <a:schemeClr val="dk1"/>
                </a:solidFill>
                <a:latin typeface="Calibri"/>
              </a:rPr>
              <a:t>Ward interventions</a:t>
            </a:r>
            <a:endParaRPr b="0" lang="en-US" sz="1800" spc="-1" strike="noStrike">
              <a:solidFill>
                <a:schemeClr val="dk1"/>
              </a:solidFill>
              <a:latin typeface="Calibri"/>
            </a:endParaRPr>
          </a:p>
        </p:txBody>
      </p:sp>
      <p:pic>
        <p:nvPicPr>
          <p:cNvPr id="125" name="Picture 1" descr="img/tabular_medical.jpg"/>
          <p:cNvPicPr/>
          <p:nvPr/>
        </p:nvPicPr>
        <p:blipFill>
          <a:blip r:embed="rId1"/>
          <a:stretch/>
        </p:blipFill>
        <p:spPr>
          <a:xfrm>
            <a:off x="457200" y="2336760"/>
            <a:ext cx="4038120" cy="1549080"/>
          </a:xfrm>
          <a:prstGeom prst="rect">
            <a:avLst/>
          </a:prstGeom>
          <a:ln w="9525">
            <a:noFill/>
          </a:ln>
        </p:spPr>
      </p:pic>
      <p:sp>
        <p:nvSpPr>
          <p:cNvPr id="126" name="PlaceHolder 3"/>
          <p:cNvSpPr>
            <a:spLocks noGrp="1"/>
          </p:cNvSpPr>
          <p:nvPr>
            <p:ph/>
          </p:nvPr>
        </p:nvSpPr>
        <p:spPr>
          <a:xfrm>
            <a:off x="4645080" y="1151280"/>
            <a:ext cx="4041360" cy="479520"/>
          </a:xfrm>
          <a:prstGeom prst="rect">
            <a:avLst/>
          </a:prstGeom>
          <a:noFill/>
          <a:ln w="0">
            <a:noFill/>
          </a:ln>
        </p:spPr>
        <p:txBody>
          <a:bodyPr lIns="91440" rIns="91440" tIns="45720" bIns="45720" anchor="b">
            <a:normAutofit/>
          </a:bodyPr>
          <a:p>
            <a:pPr indent="0" defTabSz="343080">
              <a:lnSpc>
                <a:spcPct val="100000"/>
              </a:lnSpc>
              <a:spcBef>
                <a:spcPts val="360"/>
              </a:spcBef>
              <a:buNone/>
              <a:tabLst>
                <a:tab algn="l" pos="0"/>
              </a:tabLst>
            </a:pPr>
            <a:r>
              <a:rPr b="1" lang="en-US" sz="1800" spc="-1" strike="noStrike">
                <a:solidFill>
                  <a:schemeClr val="dk1"/>
                </a:solidFill>
                <a:latin typeface="Calibri"/>
              </a:rPr>
              <a:t>A ship’s passenger manifest</a:t>
            </a:r>
            <a:endParaRPr b="0" lang="en-US" sz="1800" spc="-1" strike="noStrike">
              <a:solidFill>
                <a:schemeClr val="dk1"/>
              </a:solidFill>
              <a:latin typeface="Calibri"/>
            </a:endParaRPr>
          </a:p>
        </p:txBody>
      </p:sp>
      <p:pic>
        <p:nvPicPr>
          <p:cNvPr id="127" name="Picture 1" descr="img/tabular_other.jpg"/>
          <p:cNvPicPr/>
          <p:nvPr/>
        </p:nvPicPr>
        <p:blipFill>
          <a:blip r:embed="rId2"/>
          <a:stretch/>
        </p:blipFill>
        <p:spPr>
          <a:xfrm>
            <a:off x="5219640" y="1625760"/>
            <a:ext cx="2857320" cy="2958840"/>
          </a:xfrm>
          <a:prstGeom prst="rect">
            <a:avLst/>
          </a:prstGeom>
          <a:ln w="9525">
            <a:noFill/>
          </a:ln>
        </p:spPr>
      </p:pic>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8"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1D signals: a value over time </a:t>
            </a:r>
            <a:r>
              <a:rPr b="0" lang="en-US" sz="3300" spc="-1" strike="noStrike">
                <a:solidFill>
                  <a:schemeClr val="dk1"/>
                </a:solidFill>
                <a:latin typeface="Courier New"/>
              </a:rPr>
              <a:t>n × T</a:t>
            </a:r>
            <a:endParaRPr b="0" lang="en-US" sz="3300" spc="-1" strike="noStrike">
              <a:solidFill>
                <a:schemeClr val="dk1"/>
              </a:solidFill>
              <a:latin typeface="Calibri"/>
            </a:endParaRPr>
          </a:p>
        </p:txBody>
      </p:sp>
      <p:sp>
        <p:nvSpPr>
          <p:cNvPr id="129" name="PlaceHolder 2"/>
          <p:cNvSpPr>
            <a:spLocks noGrp="1"/>
          </p:cNvSpPr>
          <p:nvPr>
            <p:ph/>
          </p:nvPr>
        </p:nvSpPr>
        <p:spPr>
          <a:xfrm>
            <a:off x="457200" y="1151280"/>
            <a:ext cx="4039920" cy="479520"/>
          </a:xfrm>
          <a:prstGeom prst="rect">
            <a:avLst/>
          </a:prstGeom>
          <a:noFill/>
          <a:ln w="0">
            <a:noFill/>
          </a:ln>
        </p:spPr>
        <p:txBody>
          <a:bodyPr lIns="91440" rIns="91440" tIns="45720" bIns="45720" anchor="b">
            <a:normAutofit/>
          </a:bodyPr>
          <a:p>
            <a:pPr indent="0" defTabSz="343080">
              <a:lnSpc>
                <a:spcPct val="100000"/>
              </a:lnSpc>
              <a:spcBef>
                <a:spcPts val="360"/>
              </a:spcBef>
              <a:buNone/>
              <a:tabLst>
                <a:tab algn="l" pos="0"/>
              </a:tabLst>
            </a:pPr>
            <a:r>
              <a:rPr b="1" lang="en-US" sz="1800" spc="-1" strike="noStrike">
                <a:solidFill>
                  <a:schemeClr val="dk1"/>
                </a:solidFill>
                <a:latin typeface="Calibri"/>
              </a:rPr>
              <a:t>A 12-lead ECG</a:t>
            </a:r>
            <a:endParaRPr b="0" lang="en-US" sz="1800" spc="-1" strike="noStrike">
              <a:solidFill>
                <a:schemeClr val="dk1"/>
              </a:solidFill>
              <a:latin typeface="Calibri"/>
            </a:endParaRPr>
          </a:p>
        </p:txBody>
      </p:sp>
      <p:pic>
        <p:nvPicPr>
          <p:cNvPr id="130" name="Picture 1" descr="img/signal_medical.jpg"/>
          <p:cNvPicPr/>
          <p:nvPr/>
        </p:nvPicPr>
        <p:blipFill>
          <a:blip r:embed="rId1"/>
          <a:stretch/>
        </p:blipFill>
        <p:spPr>
          <a:xfrm>
            <a:off x="457200" y="2286000"/>
            <a:ext cx="4038120" cy="1638000"/>
          </a:xfrm>
          <a:prstGeom prst="rect">
            <a:avLst/>
          </a:prstGeom>
          <a:ln w="9525">
            <a:noFill/>
          </a:ln>
        </p:spPr>
      </p:pic>
      <p:sp>
        <p:nvSpPr>
          <p:cNvPr id="131" name="PlaceHolder 3"/>
          <p:cNvSpPr>
            <a:spLocks noGrp="1"/>
          </p:cNvSpPr>
          <p:nvPr>
            <p:ph/>
          </p:nvPr>
        </p:nvSpPr>
        <p:spPr>
          <a:xfrm>
            <a:off x="4645080" y="1151280"/>
            <a:ext cx="4041360" cy="479520"/>
          </a:xfrm>
          <a:prstGeom prst="rect">
            <a:avLst/>
          </a:prstGeom>
          <a:noFill/>
          <a:ln w="0">
            <a:noFill/>
          </a:ln>
        </p:spPr>
        <p:txBody>
          <a:bodyPr lIns="91440" rIns="91440" tIns="45720" bIns="45720" anchor="b">
            <a:normAutofit/>
          </a:bodyPr>
          <a:p>
            <a:pPr indent="0" defTabSz="343080">
              <a:lnSpc>
                <a:spcPct val="100000"/>
              </a:lnSpc>
              <a:spcBef>
                <a:spcPts val="360"/>
              </a:spcBef>
              <a:buNone/>
              <a:tabLst>
                <a:tab algn="l" pos="0"/>
              </a:tabLst>
            </a:pPr>
            <a:r>
              <a:rPr b="1" lang="en-US" sz="1800" spc="-1" strike="noStrike">
                <a:solidFill>
                  <a:schemeClr val="dk1"/>
                </a:solidFill>
                <a:latin typeface="Calibri"/>
              </a:rPr>
              <a:t>An audio waveform</a:t>
            </a:r>
            <a:endParaRPr b="0" lang="en-US" sz="1800" spc="-1" strike="noStrike">
              <a:solidFill>
                <a:schemeClr val="dk1"/>
              </a:solidFill>
              <a:latin typeface="Calibri"/>
            </a:endParaRPr>
          </a:p>
        </p:txBody>
      </p:sp>
      <p:pic>
        <p:nvPicPr>
          <p:cNvPr id="132" name="Picture 1" descr="img/signal_other.jpg"/>
          <p:cNvPicPr/>
          <p:nvPr/>
        </p:nvPicPr>
        <p:blipFill>
          <a:blip r:embed="rId2"/>
          <a:stretch/>
        </p:blipFill>
        <p:spPr>
          <a:xfrm>
            <a:off x="4635360" y="2158920"/>
            <a:ext cx="4038120" cy="1904760"/>
          </a:xfrm>
          <a:prstGeom prst="rect">
            <a:avLst/>
          </a:prstGeom>
          <a:ln w="9525">
            <a:noFill/>
          </a:ln>
        </p:spPr>
      </p:pic>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3"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2D images: a grid of pixels </a:t>
            </a:r>
            <a:r>
              <a:rPr b="0" lang="en-US" sz="3300" spc="-1" strike="noStrike">
                <a:solidFill>
                  <a:schemeClr val="dk1"/>
                </a:solidFill>
                <a:latin typeface="Courier New"/>
              </a:rPr>
              <a:t>H × W × C</a:t>
            </a:r>
            <a:endParaRPr b="0" lang="en-US" sz="3300" spc="-1" strike="noStrike">
              <a:solidFill>
                <a:schemeClr val="dk1"/>
              </a:solidFill>
              <a:latin typeface="Calibri"/>
            </a:endParaRPr>
          </a:p>
        </p:txBody>
      </p:sp>
      <p:sp>
        <p:nvSpPr>
          <p:cNvPr id="134" name="PlaceHolder 2"/>
          <p:cNvSpPr>
            <a:spLocks noGrp="1"/>
          </p:cNvSpPr>
          <p:nvPr>
            <p:ph/>
          </p:nvPr>
        </p:nvSpPr>
        <p:spPr>
          <a:xfrm>
            <a:off x="457200" y="1151280"/>
            <a:ext cx="4039920" cy="479520"/>
          </a:xfrm>
          <a:prstGeom prst="rect">
            <a:avLst/>
          </a:prstGeom>
          <a:noFill/>
          <a:ln w="0">
            <a:noFill/>
          </a:ln>
        </p:spPr>
        <p:txBody>
          <a:bodyPr lIns="91440" rIns="91440" tIns="45720" bIns="45720" anchor="b">
            <a:normAutofit/>
          </a:bodyPr>
          <a:p>
            <a:pPr indent="0" defTabSz="343080">
              <a:lnSpc>
                <a:spcPct val="100000"/>
              </a:lnSpc>
              <a:spcBef>
                <a:spcPts val="360"/>
              </a:spcBef>
              <a:buNone/>
              <a:tabLst>
                <a:tab algn="l" pos="0"/>
              </a:tabLst>
            </a:pPr>
            <a:r>
              <a:rPr b="1" lang="en-US" sz="1800" spc="-1" strike="noStrike">
                <a:solidFill>
                  <a:schemeClr val="dk1"/>
                </a:solidFill>
                <a:latin typeface="Calibri"/>
              </a:rPr>
              <a:t>A chest radiograph</a:t>
            </a:r>
            <a:endParaRPr b="0" lang="en-US" sz="1800" spc="-1" strike="noStrike">
              <a:solidFill>
                <a:schemeClr val="dk1"/>
              </a:solidFill>
              <a:latin typeface="Calibri"/>
            </a:endParaRPr>
          </a:p>
        </p:txBody>
      </p:sp>
      <p:pic>
        <p:nvPicPr>
          <p:cNvPr id="135" name="Picture 1" descr="img/image2d_medical.jpg"/>
          <p:cNvPicPr/>
          <p:nvPr/>
        </p:nvPicPr>
        <p:blipFill>
          <a:blip r:embed="rId1"/>
          <a:stretch/>
        </p:blipFill>
        <p:spPr>
          <a:xfrm>
            <a:off x="1181160" y="1625760"/>
            <a:ext cx="2590560" cy="2958840"/>
          </a:xfrm>
          <a:prstGeom prst="rect">
            <a:avLst/>
          </a:prstGeom>
          <a:ln w="9525">
            <a:noFill/>
          </a:ln>
        </p:spPr>
      </p:pic>
      <p:sp>
        <p:nvSpPr>
          <p:cNvPr id="136" name="PlaceHolder 3"/>
          <p:cNvSpPr>
            <a:spLocks noGrp="1"/>
          </p:cNvSpPr>
          <p:nvPr>
            <p:ph/>
          </p:nvPr>
        </p:nvSpPr>
        <p:spPr>
          <a:xfrm>
            <a:off x="4645080" y="1151280"/>
            <a:ext cx="4041360" cy="479520"/>
          </a:xfrm>
          <a:prstGeom prst="rect">
            <a:avLst/>
          </a:prstGeom>
          <a:noFill/>
          <a:ln w="0">
            <a:noFill/>
          </a:ln>
        </p:spPr>
        <p:txBody>
          <a:bodyPr lIns="91440" rIns="91440" tIns="45720" bIns="45720" anchor="b">
            <a:normAutofit/>
          </a:bodyPr>
          <a:p>
            <a:pPr indent="0" defTabSz="343080">
              <a:lnSpc>
                <a:spcPct val="100000"/>
              </a:lnSpc>
              <a:spcBef>
                <a:spcPts val="360"/>
              </a:spcBef>
              <a:buNone/>
              <a:tabLst>
                <a:tab algn="l" pos="0"/>
              </a:tabLst>
            </a:pPr>
            <a:r>
              <a:rPr b="1" lang="en-US" sz="1800" spc="-1" strike="noStrike">
                <a:solidFill>
                  <a:schemeClr val="dk1"/>
                </a:solidFill>
                <a:latin typeface="Calibri"/>
              </a:rPr>
              <a:t>A satellite view of farmland</a:t>
            </a:r>
            <a:endParaRPr b="0" lang="en-US" sz="1800" spc="-1" strike="noStrike">
              <a:solidFill>
                <a:schemeClr val="dk1"/>
              </a:solidFill>
              <a:latin typeface="Calibri"/>
            </a:endParaRPr>
          </a:p>
        </p:txBody>
      </p:sp>
      <p:pic>
        <p:nvPicPr>
          <p:cNvPr id="137" name="Picture 1" descr="img/image2d_other.jpg"/>
          <p:cNvPicPr/>
          <p:nvPr/>
        </p:nvPicPr>
        <p:blipFill>
          <a:blip r:embed="rId2"/>
          <a:stretch/>
        </p:blipFill>
        <p:spPr>
          <a:xfrm>
            <a:off x="5105520" y="1625760"/>
            <a:ext cx="3085920" cy="2958840"/>
          </a:xfrm>
          <a:prstGeom prst="rect">
            <a:avLst/>
          </a:prstGeom>
          <a:ln w="9525">
            <a:noFill/>
          </a:ln>
        </p:spPr>
      </p:pic>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8"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3D volumes: a stack of slices, </a:t>
            </a:r>
            <a:r>
              <a:rPr b="0" lang="en-US" sz="3300" spc="-1" strike="noStrike">
                <a:solidFill>
                  <a:schemeClr val="dk1"/>
                </a:solidFill>
                <a:latin typeface="Courier New"/>
              </a:rPr>
              <a:t>D × H × W</a:t>
            </a:r>
            <a:endParaRPr b="0" lang="en-US" sz="3300" spc="-1" strike="noStrike">
              <a:solidFill>
                <a:schemeClr val="dk1"/>
              </a:solidFill>
              <a:latin typeface="Calibri"/>
            </a:endParaRPr>
          </a:p>
        </p:txBody>
      </p:sp>
      <p:sp>
        <p:nvSpPr>
          <p:cNvPr id="139" name="PlaceHolder 2"/>
          <p:cNvSpPr>
            <a:spLocks noGrp="1"/>
          </p:cNvSpPr>
          <p:nvPr>
            <p:ph/>
          </p:nvPr>
        </p:nvSpPr>
        <p:spPr>
          <a:xfrm>
            <a:off x="457200" y="1151280"/>
            <a:ext cx="4039920" cy="479520"/>
          </a:xfrm>
          <a:prstGeom prst="rect">
            <a:avLst/>
          </a:prstGeom>
          <a:noFill/>
          <a:ln w="0">
            <a:noFill/>
          </a:ln>
        </p:spPr>
        <p:txBody>
          <a:bodyPr lIns="91440" rIns="91440" tIns="45720" bIns="45720" anchor="b">
            <a:normAutofit/>
          </a:bodyPr>
          <a:p>
            <a:pPr indent="0" defTabSz="343080">
              <a:lnSpc>
                <a:spcPct val="100000"/>
              </a:lnSpc>
              <a:spcBef>
                <a:spcPts val="360"/>
              </a:spcBef>
              <a:buNone/>
              <a:tabLst>
                <a:tab algn="l" pos="0"/>
              </a:tabLst>
            </a:pPr>
            <a:r>
              <a:rPr b="1" lang="en-US" sz="1800" spc="-1" strike="noStrike">
                <a:solidFill>
                  <a:schemeClr val="dk1"/>
                </a:solidFill>
                <a:latin typeface="Calibri"/>
              </a:rPr>
              <a:t>A CT</a:t>
            </a:r>
            <a:endParaRPr b="0" lang="en-US" sz="1800" spc="-1" strike="noStrike">
              <a:solidFill>
                <a:schemeClr val="dk1"/>
              </a:solidFill>
              <a:latin typeface="Calibri"/>
            </a:endParaRPr>
          </a:p>
        </p:txBody>
      </p:sp>
      <p:pic>
        <p:nvPicPr>
          <p:cNvPr id="140" name="Picture 1" descr="img/volume3d_medical.jpg"/>
          <p:cNvPicPr/>
          <p:nvPr/>
        </p:nvPicPr>
        <p:blipFill>
          <a:blip r:embed="rId1"/>
          <a:stretch/>
        </p:blipFill>
        <p:spPr>
          <a:xfrm>
            <a:off x="1295280" y="1625760"/>
            <a:ext cx="2349000" cy="2958840"/>
          </a:xfrm>
          <a:prstGeom prst="rect">
            <a:avLst/>
          </a:prstGeom>
          <a:ln w="9525">
            <a:noFill/>
          </a:ln>
        </p:spPr>
      </p:pic>
      <p:sp>
        <p:nvSpPr>
          <p:cNvPr id="141" name="PlaceHolder 3"/>
          <p:cNvSpPr>
            <a:spLocks noGrp="1"/>
          </p:cNvSpPr>
          <p:nvPr>
            <p:ph/>
          </p:nvPr>
        </p:nvSpPr>
        <p:spPr>
          <a:xfrm>
            <a:off x="457200" y="1631160"/>
            <a:ext cx="4039920" cy="2963160"/>
          </a:xfrm>
          <a:prstGeom prst="rect">
            <a:avLst/>
          </a:prstGeom>
          <a:noFill/>
          <a:ln w="0">
            <a:noFill/>
          </a:ln>
        </p:spPr>
        <p:txBody>
          <a:bodyPr lIns="91440" rIns="91440" tIns="45720" bIns="45720" anchor="t">
            <a:normAutofit/>
          </a:bodyPr>
          <a:p>
            <a:pPr indent="0" defTabSz="343080">
              <a:lnSpc>
                <a:spcPct val="100000"/>
              </a:lnSpc>
              <a:spcBef>
                <a:spcPts val="360"/>
              </a:spcBef>
              <a:buNone/>
              <a:tabLst>
                <a:tab algn="l" pos="0"/>
              </a:tabLst>
            </a:pPr>
            <a:r>
              <a:rPr b="0" i="1" lang="en-US" sz="1800" spc="-1" strike="noStrike">
                <a:solidFill>
                  <a:schemeClr val="dk1"/>
                </a:solidFill>
                <a:latin typeface="Calibri"/>
              </a:rPr>
              <a:t>(three planes view)</a:t>
            </a:r>
            <a:endParaRPr b="0" lang="en-US" sz="1800" spc="-1" strike="noStrike">
              <a:solidFill>
                <a:schemeClr val="dk1"/>
              </a:solidFill>
              <a:latin typeface="Calibri"/>
            </a:endParaRPr>
          </a:p>
        </p:txBody>
      </p:sp>
      <p:sp>
        <p:nvSpPr>
          <p:cNvPr id="142" name="PlaceHolder 4"/>
          <p:cNvSpPr>
            <a:spLocks noGrp="1"/>
          </p:cNvSpPr>
          <p:nvPr>
            <p:ph/>
          </p:nvPr>
        </p:nvSpPr>
        <p:spPr>
          <a:xfrm>
            <a:off x="4645080" y="1151280"/>
            <a:ext cx="4041360" cy="479520"/>
          </a:xfrm>
          <a:prstGeom prst="rect">
            <a:avLst/>
          </a:prstGeom>
          <a:noFill/>
          <a:ln w="0">
            <a:noFill/>
          </a:ln>
        </p:spPr>
        <p:txBody>
          <a:bodyPr lIns="91440" rIns="91440" tIns="45720" bIns="45720" anchor="b">
            <a:normAutofit/>
          </a:bodyPr>
          <a:p>
            <a:pPr indent="0" defTabSz="343080">
              <a:lnSpc>
                <a:spcPct val="100000"/>
              </a:lnSpc>
              <a:spcBef>
                <a:spcPts val="360"/>
              </a:spcBef>
              <a:buNone/>
              <a:tabLst>
                <a:tab algn="l" pos="0"/>
              </a:tabLst>
            </a:pPr>
            <a:r>
              <a:rPr b="1" lang="en-US" sz="1800" spc="-1" strike="noStrike">
                <a:solidFill>
                  <a:schemeClr val="dk1"/>
                </a:solidFill>
                <a:latin typeface="Calibri"/>
              </a:rPr>
              <a:t>A LiDAR point cloud</a:t>
            </a:r>
            <a:endParaRPr b="0" lang="en-US" sz="1800" spc="-1" strike="noStrike">
              <a:solidFill>
                <a:schemeClr val="dk1"/>
              </a:solidFill>
              <a:latin typeface="Calibri"/>
            </a:endParaRPr>
          </a:p>
        </p:txBody>
      </p:sp>
      <p:pic>
        <p:nvPicPr>
          <p:cNvPr id="143" name="Picture 1" descr="img/volume3d_other.jpg"/>
          <p:cNvPicPr/>
          <p:nvPr/>
        </p:nvPicPr>
        <p:blipFill>
          <a:blip r:embed="rId2"/>
          <a:stretch/>
        </p:blipFill>
        <p:spPr>
          <a:xfrm>
            <a:off x="4635360" y="1968480"/>
            <a:ext cx="4038120" cy="2273040"/>
          </a:xfrm>
          <a:prstGeom prst="rect">
            <a:avLst/>
          </a:prstGeom>
          <a:ln w="9525">
            <a:noFill/>
          </a:ln>
        </p:spPr>
      </p:pic>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4"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Text: a sequence of tokens</a:t>
            </a:r>
            <a:endParaRPr b="0" lang="en-US" sz="3300" spc="-1" strike="noStrike">
              <a:solidFill>
                <a:schemeClr val="dk1"/>
              </a:solidFill>
              <a:latin typeface="Calibri"/>
            </a:endParaRPr>
          </a:p>
        </p:txBody>
      </p:sp>
      <p:sp>
        <p:nvSpPr>
          <p:cNvPr id="145" name="PlaceHolder 2"/>
          <p:cNvSpPr>
            <a:spLocks noGrp="1"/>
          </p:cNvSpPr>
          <p:nvPr>
            <p:ph/>
          </p:nvPr>
        </p:nvSpPr>
        <p:spPr>
          <a:xfrm>
            <a:off x="457200" y="1151280"/>
            <a:ext cx="4039920" cy="479520"/>
          </a:xfrm>
          <a:prstGeom prst="rect">
            <a:avLst/>
          </a:prstGeom>
          <a:noFill/>
          <a:ln w="0">
            <a:noFill/>
          </a:ln>
        </p:spPr>
        <p:txBody>
          <a:bodyPr lIns="91440" rIns="91440" tIns="45720" bIns="45720" anchor="b">
            <a:normAutofit/>
          </a:bodyPr>
          <a:p>
            <a:pPr indent="0" defTabSz="343080">
              <a:lnSpc>
                <a:spcPct val="100000"/>
              </a:lnSpc>
              <a:spcBef>
                <a:spcPts val="360"/>
              </a:spcBef>
              <a:buNone/>
              <a:tabLst>
                <a:tab algn="l" pos="0"/>
              </a:tabLst>
            </a:pPr>
            <a:r>
              <a:rPr b="1" lang="en-US" sz="1800" spc="-1" strike="noStrike">
                <a:solidFill>
                  <a:schemeClr val="dk1"/>
                </a:solidFill>
                <a:latin typeface="Calibri"/>
              </a:rPr>
              <a:t>A radiology report</a:t>
            </a:r>
            <a:endParaRPr b="0" lang="en-US" sz="1800" spc="-1" strike="noStrike">
              <a:solidFill>
                <a:schemeClr val="dk1"/>
              </a:solidFill>
              <a:latin typeface="Calibri"/>
            </a:endParaRPr>
          </a:p>
        </p:txBody>
      </p:sp>
      <p:pic>
        <p:nvPicPr>
          <p:cNvPr id="146" name="Picture 1" descr="img/text_medical.jpg"/>
          <p:cNvPicPr/>
          <p:nvPr/>
        </p:nvPicPr>
        <p:blipFill>
          <a:blip r:embed="rId1"/>
          <a:stretch/>
        </p:blipFill>
        <p:spPr>
          <a:xfrm>
            <a:off x="457200" y="2565360"/>
            <a:ext cx="4038120" cy="1079280"/>
          </a:xfrm>
          <a:prstGeom prst="rect">
            <a:avLst/>
          </a:prstGeom>
          <a:ln w="9525">
            <a:noFill/>
          </a:ln>
        </p:spPr>
      </p:pic>
      <p:sp>
        <p:nvSpPr>
          <p:cNvPr id="147" name="PlaceHolder 3"/>
          <p:cNvSpPr>
            <a:spLocks noGrp="1"/>
          </p:cNvSpPr>
          <p:nvPr>
            <p:ph/>
          </p:nvPr>
        </p:nvSpPr>
        <p:spPr>
          <a:xfrm>
            <a:off x="4645080" y="1151280"/>
            <a:ext cx="4041360" cy="479520"/>
          </a:xfrm>
          <a:prstGeom prst="rect">
            <a:avLst/>
          </a:prstGeom>
          <a:noFill/>
          <a:ln w="0">
            <a:noFill/>
          </a:ln>
        </p:spPr>
        <p:txBody>
          <a:bodyPr lIns="91440" rIns="91440" tIns="45720" bIns="45720" anchor="b">
            <a:normAutofit/>
          </a:bodyPr>
          <a:p>
            <a:pPr indent="0" defTabSz="343080">
              <a:lnSpc>
                <a:spcPct val="100000"/>
              </a:lnSpc>
              <a:spcBef>
                <a:spcPts val="360"/>
              </a:spcBef>
              <a:buNone/>
              <a:tabLst>
                <a:tab algn="l" pos="0"/>
              </a:tabLst>
            </a:pPr>
            <a:r>
              <a:rPr b="1" lang="en-US" sz="1800" spc="-1" strike="noStrike">
                <a:solidFill>
                  <a:schemeClr val="dk1"/>
                </a:solidFill>
                <a:latin typeface="Calibri"/>
              </a:rPr>
              <a:t>A newspaper page</a:t>
            </a:r>
            <a:endParaRPr b="0" lang="en-US" sz="1800" spc="-1" strike="noStrike">
              <a:solidFill>
                <a:schemeClr val="dk1"/>
              </a:solidFill>
              <a:latin typeface="Calibri"/>
            </a:endParaRPr>
          </a:p>
        </p:txBody>
      </p:sp>
      <p:pic>
        <p:nvPicPr>
          <p:cNvPr id="148" name="Picture 1" descr="img/text_other.jpg"/>
          <p:cNvPicPr/>
          <p:nvPr/>
        </p:nvPicPr>
        <p:blipFill>
          <a:blip r:embed="rId2"/>
          <a:stretch/>
        </p:blipFill>
        <p:spPr>
          <a:xfrm>
            <a:off x="5372280" y="1625760"/>
            <a:ext cx="2565000" cy="2958840"/>
          </a:xfrm>
          <a:prstGeom prst="rect">
            <a:avLst/>
          </a:prstGeom>
          <a:ln w="9525">
            <a:noFill/>
          </a:ln>
        </p:spPr>
      </p:pic>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9" name="PlaceHolder 1"/>
          <p:cNvSpPr>
            <a:spLocks noGrp="1"/>
          </p:cNvSpPr>
          <p:nvPr>
            <p:ph type="title"/>
          </p:nvPr>
        </p:nvSpPr>
        <p:spPr>
          <a:xfrm>
            <a:off x="722160" y="3305160"/>
            <a:ext cx="7772040" cy="1021320"/>
          </a:xfrm>
          <a:prstGeom prst="rect">
            <a:avLst/>
          </a:prstGeom>
          <a:noFill/>
          <a:ln w="0">
            <a:noFill/>
          </a:ln>
        </p:spPr>
        <p:txBody>
          <a:bodyPr lIns="91440" rIns="91440" tIns="45720" bIns="45720" anchor="t">
            <a:normAutofit/>
          </a:bodyPr>
          <a:p>
            <a:pPr indent="0" defTabSz="343080">
              <a:lnSpc>
                <a:spcPct val="100000"/>
              </a:lnSpc>
              <a:buNone/>
              <a:tabLst>
                <a:tab algn="l" pos="0"/>
              </a:tabLst>
            </a:pPr>
            <a:r>
              <a:rPr b="1" lang="en-US" sz="3000" spc="-1" strike="noStrike" cap="all">
                <a:solidFill>
                  <a:schemeClr val="dk1"/>
                </a:solidFill>
                <a:latin typeface="Calibri"/>
              </a:rPr>
              <a:t>4. Wrapping up</a:t>
            </a:r>
            <a:endParaRPr b="0" lang="en-US" sz="30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0"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Recitation today</a:t>
            </a:r>
            <a:endParaRPr b="0" lang="en-US" sz="3300" spc="-1" strike="noStrike">
              <a:solidFill>
                <a:schemeClr val="dk1"/>
              </a:solidFill>
              <a:latin typeface="Calibri"/>
            </a:endParaRPr>
          </a:p>
        </p:txBody>
      </p:sp>
      <p:sp>
        <p:nvSpPr>
          <p:cNvPr id="151" name="PlaceHolder 2"/>
          <p:cNvSpPr>
            <a:spLocks noGrp="1"/>
          </p:cNvSpPr>
          <p:nvPr>
            <p:ph/>
          </p:nvPr>
        </p:nvSpPr>
        <p:spPr>
          <a:xfrm>
            <a:off x="457200" y="1200240"/>
            <a:ext cx="8229240" cy="3394080"/>
          </a:xfrm>
          <a:prstGeom prst="rect">
            <a:avLst/>
          </a:prstGeom>
          <a:noFill/>
          <a:ln w="0">
            <a:noFill/>
          </a:ln>
        </p:spPr>
        <p:txBody>
          <a:bodyPr lIns="91440" rIns="91440" tIns="45720" bIns="45720" anchor="t">
            <a:normAutofit/>
          </a:bodyPr>
          <a:p>
            <a:pPr indent="0" defTabSz="343080">
              <a:lnSpc>
                <a:spcPct val="100000"/>
              </a:lnSpc>
              <a:spcBef>
                <a:spcPts val="479"/>
              </a:spcBef>
              <a:buNone/>
              <a:tabLst>
                <a:tab algn="l" pos="0"/>
              </a:tabLst>
            </a:pPr>
            <a:r>
              <a:rPr b="1" lang="en-US" sz="2400" spc="-1" strike="noStrike">
                <a:solidFill>
                  <a:schemeClr val="dk1"/>
                </a:solidFill>
                <a:latin typeface="Calibri"/>
              </a:rPr>
              <a:t>MIMIC-IV structure and data exploration</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tabLst>
                <a:tab algn="l" pos="0"/>
              </a:tabLst>
            </a:pPr>
            <a:r>
              <a:rPr b="0" lang="en-US" sz="2400" spc="-1" strike="noStrike">
                <a:solidFill>
                  <a:schemeClr val="dk1"/>
                </a:solidFill>
                <a:latin typeface="Calibri"/>
              </a:rPr>
              <a:t>Download the open-access MIMIC-IV Clinical Database Demo (100 patients)</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tabLst>
                <a:tab algn="l" pos="0"/>
              </a:tabLst>
            </a:pPr>
            <a:r>
              <a:rPr b="0" lang="en-US" sz="2400" spc="-1" strike="noStrike">
                <a:solidFill>
                  <a:schemeClr val="dk1"/>
                </a:solidFill>
                <a:latin typeface="Calibri"/>
              </a:rPr>
              <a:t>Map the </a:t>
            </a:r>
            <a:r>
              <a:rPr b="0" lang="en-US" sz="2400" spc="-1" strike="noStrike">
                <a:solidFill>
                  <a:schemeClr val="dk1"/>
                </a:solidFill>
                <a:latin typeface="Courier New"/>
              </a:rPr>
              <a:t>hosp</a:t>
            </a:r>
            <a:r>
              <a:rPr b="0" lang="en-US" sz="2400" spc="-1" strike="noStrike">
                <a:solidFill>
                  <a:schemeClr val="dk1"/>
                </a:solidFill>
                <a:latin typeface="Calibri"/>
              </a:rPr>
              <a:t> and </a:t>
            </a:r>
            <a:r>
              <a:rPr b="0" lang="en-US" sz="2400" spc="-1" strike="noStrike">
                <a:solidFill>
                  <a:schemeClr val="dk1"/>
                </a:solidFill>
                <a:latin typeface="Courier New"/>
              </a:rPr>
              <a:t>icu</a:t>
            </a:r>
            <a:r>
              <a:rPr b="0" lang="en-US" sz="2400" spc="-1" strike="noStrike">
                <a:solidFill>
                  <a:schemeClr val="dk1"/>
                </a:solidFill>
                <a:latin typeface="Calibri"/>
              </a:rPr>
              <a:t> schemas: what joins to what, on which key</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tabLst>
                <a:tab algn="l" pos="0"/>
              </a:tabLst>
            </a:pPr>
            <a:r>
              <a:rPr b="0" lang="en-US" sz="2400" spc="-1" strike="noStrike">
                <a:solidFill>
                  <a:schemeClr val="dk1"/>
                </a:solidFill>
                <a:latin typeface="Calibri"/>
              </a:rPr>
              <a:t>Quantify missingness, imbalance, and irregular sampling</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tabLst>
                <a:tab algn="l" pos="0"/>
              </a:tabLst>
            </a:pPr>
            <a:r>
              <a:rPr b="0" lang="en-US" sz="2400" spc="-1" strike="noStrike">
                <a:solidFill>
                  <a:schemeClr val="dk1"/>
                </a:solidFill>
                <a:latin typeface="Calibri"/>
              </a:rPr>
              <a:t>Find at least one leakage trap and one ICD-version trap</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tabLst>
                <a:tab algn="l" pos="0"/>
              </a:tabLst>
            </a:pPr>
            <a:r>
              <a:rPr b="0" lang="en-US" sz="2400" spc="-1" strike="noStrike">
                <a:solidFill>
                  <a:schemeClr val="dk1"/>
                </a:solidFill>
                <a:latin typeface="Calibri"/>
              </a:rPr>
              <a:t>Notebook: </a:t>
            </a:r>
            <a:r>
              <a:rPr b="0" lang="en-US" sz="2400" spc="-1" strike="noStrike">
                <a:solidFill>
                  <a:schemeClr val="dk1"/>
                </a:solidFill>
                <a:latin typeface="Courier New"/>
              </a:rPr>
              <a:t>Course01/notebook.ipynb</a:t>
            </a:r>
            <a:endParaRPr b="0" lang="en-US" sz="24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2"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For next week</a:t>
            </a:r>
            <a:endParaRPr b="0" lang="en-US" sz="3300" spc="-1" strike="noStrike">
              <a:solidFill>
                <a:schemeClr val="dk1"/>
              </a:solidFill>
              <a:latin typeface="Calibri"/>
            </a:endParaRPr>
          </a:p>
        </p:txBody>
      </p:sp>
      <p:sp>
        <p:nvSpPr>
          <p:cNvPr id="153" name="PlaceHolder 2"/>
          <p:cNvSpPr>
            <a:spLocks noGrp="1"/>
          </p:cNvSpPr>
          <p:nvPr>
            <p:ph/>
          </p:nvPr>
        </p:nvSpPr>
        <p:spPr>
          <a:xfrm>
            <a:off x="457200" y="1200240"/>
            <a:ext cx="8229240" cy="3394080"/>
          </a:xfrm>
          <a:prstGeom prst="rect">
            <a:avLst/>
          </a:prstGeom>
          <a:noFill/>
          <a:ln w="0">
            <a:noFill/>
          </a:ln>
        </p:spPr>
        <p:txBody>
          <a:bodyPr lIns="91440" rIns="91440" tIns="45720" bIns="45720" anchor="t">
            <a:normAutofit/>
          </a:bodyPr>
          <a:p>
            <a:pPr marL="343080" indent="-343080" defTabSz="343080">
              <a:lnSpc>
                <a:spcPct val="100000"/>
              </a:lnSpc>
              <a:spcBef>
                <a:spcPts val="479"/>
              </a:spcBef>
              <a:buClr>
                <a:srgbClr val="000000"/>
              </a:buClr>
              <a:buFont typeface="Arial"/>
              <a:buChar char="•"/>
            </a:pPr>
            <a:r>
              <a:rPr b="1" lang="en-US" sz="2400" spc="-1" strike="noStrike">
                <a:solidFill>
                  <a:schemeClr val="dk1"/>
                </a:solidFill>
                <a:latin typeface="Calibri"/>
              </a:rPr>
              <a:t>TO DO:</a:t>
            </a:r>
            <a:r>
              <a:rPr b="0" lang="en-US" sz="2400" spc="-1" strike="noStrike">
                <a:solidFill>
                  <a:schemeClr val="dk1"/>
                </a:solidFill>
                <a:latin typeface="Calibri"/>
              </a:rPr>
              <a:t> finish the recitation notebook, including the open questions at the end</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pPr>
            <a:r>
              <a:rPr b="1" lang="en-US" sz="2400" spc="-1" strike="noStrike">
                <a:solidFill>
                  <a:schemeClr val="dk1"/>
                </a:solidFill>
                <a:latin typeface="Calibri"/>
              </a:rPr>
              <a:t>Next lecture:</a:t>
            </a:r>
            <a:r>
              <a:rPr b="0" lang="en-US" sz="2400" spc="-1" strike="noStrike">
                <a:solidFill>
                  <a:schemeClr val="dk1"/>
                </a:solidFill>
                <a:latin typeface="Calibri"/>
              </a:rPr>
              <a:t> advanced feature engineering, and missing-ness done properly</a:t>
            </a:r>
            <a:endParaRPr b="0" lang="en-US" sz="24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6.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7.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8.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9.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0.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10</TotalTime>
  <Application>LibreOffice/24.2.7.2$Linux_X86_64 LibreOffice_project/420$Build-2</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2026-08-04T16:46:42Z</dcterms:created>
  <dc:creator>Paul Dubois</dc:creator>
  <dc:description/>
  <dc:language>en-US</dc:language>
  <cp:lastModifiedBy/>
  <dcterms:modified xsi:type="dcterms:W3CDTF">2026-08-07T18:24:06Z</dcterms:modified>
  <cp:revision>1</cp:revision>
  <dc:subject/>
  <dc:title>Session 1 — Course Introduction &amp; Healthcare Data</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Week 1 — Lecture (2.5h)</vt:lpwstr>
  </property>
  <property fmtid="{D5CDD505-2E9C-101B-9397-08002B2CF9AE}" pid="3" name="subtitle">
    <vt:lpwstr>Advanced Data Science · NYU Paris · 2026</vt:lpwstr>
  </property>
</Properties>
</file>